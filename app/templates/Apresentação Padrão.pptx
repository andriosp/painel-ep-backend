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24"/>
  </p:handoutMasterIdLst>
  <p:sldIdLst>
    <p:sldId id="275" r:id="rId5"/>
    <p:sldId id="276" r:id="rId6"/>
    <p:sldId id="288" r:id="rId7"/>
    <p:sldId id="289" r:id="rId8"/>
    <p:sldId id="284" r:id="rId9"/>
    <p:sldId id="277" r:id="rId10"/>
    <p:sldId id="279" r:id="rId11"/>
    <p:sldId id="281" r:id="rId12"/>
    <p:sldId id="285" r:id="rId13"/>
    <p:sldId id="293" r:id="rId14"/>
    <p:sldId id="294" r:id="rId15"/>
    <p:sldId id="295" r:id="rId16"/>
    <p:sldId id="286" r:id="rId17"/>
    <p:sldId id="272" r:id="rId18"/>
    <p:sldId id="292" r:id="rId19"/>
    <p:sldId id="290" r:id="rId20"/>
    <p:sldId id="267" r:id="rId21"/>
    <p:sldId id="269" r:id="rId22"/>
    <p:sldId id="291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4B9F"/>
    <a:srgbClr val="0091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325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44EC371-0B70-4DF2-86F7-E8130E44A2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ED32770-E53F-487F-B80C-6E55D293824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B3F0E-92D5-4E1E-9E35-E5F1994F475A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429736D-A517-44E7-BD66-9AF9469087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D68D6C4-792C-4BA7-AA6B-2D7297A2A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AB2F2-BF81-4FBF-ADE8-4E7F9C1881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6820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Agrupar 48">
            <a:extLst>
              <a:ext uri="{FF2B5EF4-FFF2-40B4-BE49-F238E27FC236}">
                <a16:creationId xmlns:a16="http://schemas.microsoft.com/office/drawing/2014/main" id="{A9654786-7B78-44AE-BA1E-C6359B7BA59D}"/>
              </a:ext>
            </a:extLst>
          </p:cNvPr>
          <p:cNvGrpSpPr/>
          <p:nvPr userDrawn="1"/>
        </p:nvGrpSpPr>
        <p:grpSpPr>
          <a:xfrm>
            <a:off x="10112611" y="5805890"/>
            <a:ext cx="1522499" cy="753221"/>
            <a:chOff x="4915090" y="2847975"/>
            <a:chExt cx="2357341" cy="1166240"/>
          </a:xfrm>
        </p:grpSpPr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1AE1EE63-AC71-42D9-9FEE-74CA6EC00FA9}"/>
                </a:ext>
              </a:extLst>
            </p:cNvPr>
            <p:cNvSpPr/>
            <p:nvPr/>
          </p:nvSpPr>
          <p:spPr>
            <a:xfrm>
              <a:off x="4952047" y="3253263"/>
              <a:ext cx="407860" cy="515397"/>
            </a:xfrm>
            <a:custGeom>
              <a:avLst/>
              <a:gdLst>
                <a:gd name="connsiteX0" fmla="*/ 407861 w 407860"/>
                <a:gd name="connsiteY0" fmla="*/ 22479 h 515397"/>
                <a:gd name="connsiteX1" fmla="*/ 392811 w 407860"/>
                <a:gd name="connsiteY1" fmla="*/ 106013 h 515397"/>
                <a:gd name="connsiteX2" fmla="*/ 377095 w 407860"/>
                <a:gd name="connsiteY2" fmla="*/ 119729 h 515397"/>
                <a:gd name="connsiteX3" fmla="*/ 238887 w 407860"/>
                <a:gd name="connsiteY3" fmla="*/ 119729 h 515397"/>
                <a:gd name="connsiteX4" fmla="*/ 199834 w 407860"/>
                <a:gd name="connsiteY4" fmla="*/ 153924 h 515397"/>
                <a:gd name="connsiteX5" fmla="*/ 190976 w 407860"/>
                <a:gd name="connsiteY5" fmla="*/ 203168 h 515397"/>
                <a:gd name="connsiteX6" fmla="*/ 359378 w 407860"/>
                <a:gd name="connsiteY6" fmla="*/ 203168 h 515397"/>
                <a:gd name="connsiteX7" fmla="*/ 370999 w 407860"/>
                <a:gd name="connsiteY7" fmla="*/ 214789 h 515397"/>
                <a:gd name="connsiteX8" fmla="*/ 370999 w 407860"/>
                <a:gd name="connsiteY8" fmla="*/ 216884 h 515397"/>
                <a:gd name="connsiteX9" fmla="*/ 356616 w 407860"/>
                <a:gd name="connsiteY9" fmla="*/ 297656 h 515397"/>
                <a:gd name="connsiteX10" fmla="*/ 340900 w 407860"/>
                <a:gd name="connsiteY10" fmla="*/ 311372 h 515397"/>
                <a:gd name="connsiteX11" fmla="*/ 172498 w 407860"/>
                <a:gd name="connsiteY11" fmla="*/ 311372 h 515397"/>
                <a:gd name="connsiteX12" fmla="*/ 138970 w 407860"/>
                <a:gd name="connsiteY12" fmla="*/ 501682 h 515397"/>
                <a:gd name="connsiteX13" fmla="*/ 122587 w 407860"/>
                <a:gd name="connsiteY13" fmla="*/ 515398 h 515397"/>
                <a:gd name="connsiteX14" fmla="*/ 10954 w 407860"/>
                <a:gd name="connsiteY14" fmla="*/ 515398 h 515397"/>
                <a:gd name="connsiteX15" fmla="*/ 0 w 407860"/>
                <a:gd name="connsiteY15" fmla="*/ 504444 h 515397"/>
                <a:gd name="connsiteX16" fmla="*/ 0 w 407860"/>
                <a:gd name="connsiteY16" fmla="*/ 501682 h 515397"/>
                <a:gd name="connsiteX17" fmla="*/ 60865 w 407860"/>
                <a:gd name="connsiteY17" fmla="*/ 154019 h 515397"/>
                <a:gd name="connsiteX18" fmla="*/ 263462 w 407860"/>
                <a:gd name="connsiteY18" fmla="*/ 0 h 515397"/>
                <a:gd name="connsiteX19" fmla="*/ 396240 w 407860"/>
                <a:gd name="connsiteY19" fmla="*/ 8858 h 515397"/>
                <a:gd name="connsiteX20" fmla="*/ 407861 w 407860"/>
                <a:gd name="connsiteY20" fmla="*/ 19812 h 515397"/>
                <a:gd name="connsiteX21" fmla="*/ 407861 w 407860"/>
                <a:gd name="connsiteY21" fmla="*/ 22574 h 51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7860" h="515397">
                  <a:moveTo>
                    <a:pt x="407861" y="22479"/>
                  </a:moveTo>
                  <a:lnTo>
                    <a:pt x="392811" y="106013"/>
                  </a:lnTo>
                  <a:cubicBezTo>
                    <a:pt x="391478" y="113538"/>
                    <a:pt x="384620" y="119729"/>
                    <a:pt x="377095" y="119729"/>
                  </a:cubicBezTo>
                  <a:lnTo>
                    <a:pt x="238887" y="119729"/>
                  </a:lnTo>
                  <a:cubicBezTo>
                    <a:pt x="214217" y="119729"/>
                    <a:pt x="204692" y="127921"/>
                    <a:pt x="199834" y="153924"/>
                  </a:cubicBezTo>
                  <a:lnTo>
                    <a:pt x="190976" y="203168"/>
                  </a:lnTo>
                  <a:lnTo>
                    <a:pt x="359378" y="203168"/>
                  </a:lnTo>
                  <a:cubicBezTo>
                    <a:pt x="366236" y="203168"/>
                    <a:pt x="370999" y="207931"/>
                    <a:pt x="370999" y="214789"/>
                  </a:cubicBezTo>
                  <a:lnTo>
                    <a:pt x="370999" y="216884"/>
                  </a:lnTo>
                  <a:lnTo>
                    <a:pt x="356616" y="297656"/>
                  </a:lnTo>
                  <a:cubicBezTo>
                    <a:pt x="355283" y="305181"/>
                    <a:pt x="348425" y="311372"/>
                    <a:pt x="340900" y="311372"/>
                  </a:cubicBezTo>
                  <a:lnTo>
                    <a:pt x="172498" y="311372"/>
                  </a:lnTo>
                  <a:lnTo>
                    <a:pt x="138970" y="501682"/>
                  </a:lnTo>
                  <a:cubicBezTo>
                    <a:pt x="137636" y="509207"/>
                    <a:pt x="130111" y="515398"/>
                    <a:pt x="122587" y="515398"/>
                  </a:cubicBezTo>
                  <a:lnTo>
                    <a:pt x="10954" y="515398"/>
                  </a:lnTo>
                  <a:cubicBezTo>
                    <a:pt x="4096" y="515398"/>
                    <a:pt x="0" y="510635"/>
                    <a:pt x="0" y="504444"/>
                  </a:cubicBezTo>
                  <a:lnTo>
                    <a:pt x="0" y="501682"/>
                  </a:lnTo>
                  <a:lnTo>
                    <a:pt x="60865" y="154019"/>
                  </a:lnTo>
                  <a:cubicBezTo>
                    <a:pt x="84868" y="15050"/>
                    <a:pt x="171736" y="0"/>
                    <a:pt x="263462" y="0"/>
                  </a:cubicBezTo>
                  <a:cubicBezTo>
                    <a:pt x="329851" y="0"/>
                    <a:pt x="370904" y="5429"/>
                    <a:pt x="396240" y="8858"/>
                  </a:cubicBezTo>
                  <a:cubicBezTo>
                    <a:pt x="403765" y="9525"/>
                    <a:pt x="407861" y="13621"/>
                    <a:pt x="407861" y="19812"/>
                  </a:cubicBezTo>
                  <a:lnTo>
                    <a:pt x="407861" y="22574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51" name="Gráfico 4">
              <a:extLst>
                <a:ext uri="{FF2B5EF4-FFF2-40B4-BE49-F238E27FC236}">
                  <a16:creationId xmlns:a16="http://schemas.microsoft.com/office/drawing/2014/main" id="{235BAA09-1FB6-40B2-9F15-20DE4F5FC581}"/>
                </a:ext>
              </a:extLst>
            </p:cNvPr>
            <p:cNvGrpSpPr/>
            <p:nvPr/>
          </p:nvGrpSpPr>
          <p:grpSpPr>
            <a:xfrm>
              <a:off x="5565266" y="3253073"/>
              <a:ext cx="1707165" cy="521874"/>
              <a:chOff x="5565266" y="3253073"/>
              <a:chExt cx="1707165" cy="521874"/>
            </a:xfrm>
            <a:solidFill>
              <a:srgbClr val="FFFFFF"/>
            </a:solidFill>
          </p:grpSpPr>
          <p:sp>
            <p:nvSpPr>
              <p:cNvPr id="86" name="Forma Livre: Forma 85">
                <a:extLst>
                  <a:ext uri="{FF2B5EF4-FFF2-40B4-BE49-F238E27FC236}">
                    <a16:creationId xmlns:a16="http://schemas.microsoft.com/office/drawing/2014/main" id="{2FFA88D0-68AC-4346-9F8C-48446087863B}"/>
                  </a:ext>
                </a:extLst>
              </p:cNvPr>
              <p:cNvSpPr/>
              <p:nvPr/>
            </p:nvSpPr>
            <p:spPr>
              <a:xfrm>
                <a:off x="5565266" y="3253454"/>
                <a:ext cx="388048" cy="521493"/>
              </a:xfrm>
              <a:custGeom>
                <a:avLst/>
                <a:gdLst>
                  <a:gd name="connsiteX0" fmla="*/ 388048 w 388048"/>
                  <a:gd name="connsiteY0" fmla="*/ 21622 h 521493"/>
                  <a:gd name="connsiteX1" fmla="*/ 373666 w 388048"/>
                  <a:gd name="connsiteY1" fmla="*/ 105156 h 521493"/>
                  <a:gd name="connsiteX2" fmla="*/ 357283 w 388048"/>
                  <a:gd name="connsiteY2" fmla="*/ 118872 h 521493"/>
                  <a:gd name="connsiteX3" fmla="*/ 219075 w 388048"/>
                  <a:gd name="connsiteY3" fmla="*/ 118872 h 521493"/>
                  <a:gd name="connsiteX4" fmla="*/ 180023 w 388048"/>
                  <a:gd name="connsiteY4" fmla="*/ 153067 h 521493"/>
                  <a:gd name="connsiteX5" fmla="*/ 171164 w 388048"/>
                  <a:gd name="connsiteY5" fmla="*/ 203073 h 521493"/>
                  <a:gd name="connsiteX6" fmla="*/ 339566 w 388048"/>
                  <a:gd name="connsiteY6" fmla="*/ 203073 h 521493"/>
                  <a:gd name="connsiteX7" fmla="*/ 351187 w 388048"/>
                  <a:gd name="connsiteY7" fmla="*/ 214694 h 521493"/>
                  <a:gd name="connsiteX8" fmla="*/ 351187 w 388048"/>
                  <a:gd name="connsiteY8" fmla="*/ 216789 h 521493"/>
                  <a:gd name="connsiteX9" fmla="*/ 336804 w 388048"/>
                  <a:gd name="connsiteY9" fmla="*/ 297561 h 521493"/>
                  <a:gd name="connsiteX10" fmla="*/ 321088 w 388048"/>
                  <a:gd name="connsiteY10" fmla="*/ 311277 h 521493"/>
                  <a:gd name="connsiteX11" fmla="*/ 152686 w 388048"/>
                  <a:gd name="connsiteY11" fmla="*/ 311277 h 521493"/>
                  <a:gd name="connsiteX12" fmla="*/ 142399 w 388048"/>
                  <a:gd name="connsiteY12" fmla="*/ 368046 h 521493"/>
                  <a:gd name="connsiteX13" fmla="*/ 141065 w 388048"/>
                  <a:gd name="connsiteY13" fmla="*/ 381762 h 521493"/>
                  <a:gd name="connsiteX14" fmla="*/ 169164 w 388048"/>
                  <a:gd name="connsiteY14" fmla="*/ 402336 h 521493"/>
                  <a:gd name="connsiteX15" fmla="*/ 307372 w 388048"/>
                  <a:gd name="connsiteY15" fmla="*/ 402336 h 521493"/>
                  <a:gd name="connsiteX16" fmla="*/ 318992 w 388048"/>
                  <a:gd name="connsiteY16" fmla="*/ 413957 h 521493"/>
                  <a:gd name="connsiteX17" fmla="*/ 318992 w 388048"/>
                  <a:gd name="connsiteY17" fmla="*/ 416052 h 521493"/>
                  <a:gd name="connsiteX18" fmla="*/ 303943 w 388048"/>
                  <a:gd name="connsiteY18" fmla="*/ 499586 h 521493"/>
                  <a:gd name="connsiteX19" fmla="*/ 288227 w 388048"/>
                  <a:gd name="connsiteY19" fmla="*/ 513302 h 521493"/>
                  <a:gd name="connsiteX20" fmla="*/ 153352 w 388048"/>
                  <a:gd name="connsiteY20" fmla="*/ 521494 h 521493"/>
                  <a:gd name="connsiteX21" fmla="*/ 0 w 388048"/>
                  <a:gd name="connsiteY21" fmla="*/ 403098 h 521493"/>
                  <a:gd name="connsiteX22" fmla="*/ 3429 w 388048"/>
                  <a:gd name="connsiteY22" fmla="*/ 368237 h 521493"/>
                  <a:gd name="connsiteX23" fmla="*/ 41053 w 388048"/>
                  <a:gd name="connsiteY23" fmla="*/ 153352 h 521493"/>
                  <a:gd name="connsiteX24" fmla="*/ 243650 w 388048"/>
                  <a:gd name="connsiteY24" fmla="*/ 0 h 521493"/>
                  <a:gd name="connsiteX25" fmla="*/ 377095 w 388048"/>
                  <a:gd name="connsiteY25" fmla="*/ 8192 h 521493"/>
                  <a:gd name="connsiteX26" fmla="*/ 388048 w 388048"/>
                  <a:gd name="connsiteY26" fmla="*/ 19145 h 521493"/>
                  <a:gd name="connsiteX27" fmla="*/ 388048 w 388048"/>
                  <a:gd name="connsiteY27" fmla="*/ 21907 h 521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88048" h="521493">
                    <a:moveTo>
                      <a:pt x="388048" y="21622"/>
                    </a:moveTo>
                    <a:lnTo>
                      <a:pt x="373666" y="105156"/>
                    </a:lnTo>
                    <a:cubicBezTo>
                      <a:pt x="372332" y="112681"/>
                      <a:pt x="364808" y="118872"/>
                      <a:pt x="357283" y="118872"/>
                    </a:cubicBezTo>
                    <a:lnTo>
                      <a:pt x="219075" y="118872"/>
                    </a:lnTo>
                    <a:cubicBezTo>
                      <a:pt x="194405" y="118872"/>
                      <a:pt x="184880" y="127064"/>
                      <a:pt x="180023" y="153067"/>
                    </a:cubicBezTo>
                    <a:lnTo>
                      <a:pt x="171164" y="203073"/>
                    </a:lnTo>
                    <a:lnTo>
                      <a:pt x="339566" y="203073"/>
                    </a:lnTo>
                    <a:cubicBezTo>
                      <a:pt x="346424" y="203073"/>
                      <a:pt x="351187" y="207836"/>
                      <a:pt x="351187" y="214694"/>
                    </a:cubicBezTo>
                    <a:lnTo>
                      <a:pt x="351187" y="216789"/>
                    </a:lnTo>
                    <a:lnTo>
                      <a:pt x="336804" y="297561"/>
                    </a:lnTo>
                    <a:cubicBezTo>
                      <a:pt x="335471" y="305086"/>
                      <a:pt x="328613" y="311277"/>
                      <a:pt x="321088" y="311277"/>
                    </a:cubicBezTo>
                    <a:lnTo>
                      <a:pt x="152686" y="311277"/>
                    </a:lnTo>
                    <a:lnTo>
                      <a:pt x="142399" y="368046"/>
                    </a:lnTo>
                    <a:cubicBezTo>
                      <a:pt x="141732" y="373475"/>
                      <a:pt x="141065" y="377666"/>
                      <a:pt x="141065" y="381762"/>
                    </a:cubicBezTo>
                    <a:cubicBezTo>
                      <a:pt x="141065" y="397478"/>
                      <a:pt x="149257" y="402336"/>
                      <a:pt x="169164" y="402336"/>
                    </a:cubicBezTo>
                    <a:lnTo>
                      <a:pt x="307372" y="402336"/>
                    </a:lnTo>
                    <a:cubicBezTo>
                      <a:pt x="314230" y="402336"/>
                      <a:pt x="318992" y="407098"/>
                      <a:pt x="318992" y="413957"/>
                    </a:cubicBezTo>
                    <a:lnTo>
                      <a:pt x="318992" y="416052"/>
                    </a:lnTo>
                    <a:lnTo>
                      <a:pt x="303943" y="499586"/>
                    </a:lnTo>
                    <a:cubicBezTo>
                      <a:pt x="302609" y="507778"/>
                      <a:pt x="297085" y="511873"/>
                      <a:pt x="288227" y="513302"/>
                    </a:cubicBezTo>
                    <a:cubicBezTo>
                      <a:pt x="261556" y="516731"/>
                      <a:pt x="219742" y="521494"/>
                      <a:pt x="153352" y="521494"/>
                    </a:cubicBezTo>
                    <a:cubicBezTo>
                      <a:pt x="73247" y="521494"/>
                      <a:pt x="0" y="492728"/>
                      <a:pt x="0" y="403098"/>
                    </a:cubicBezTo>
                    <a:cubicBezTo>
                      <a:pt x="0" y="392144"/>
                      <a:pt x="1333" y="380524"/>
                      <a:pt x="3429" y="368237"/>
                    </a:cubicBezTo>
                    <a:lnTo>
                      <a:pt x="41053" y="153352"/>
                    </a:lnTo>
                    <a:cubicBezTo>
                      <a:pt x="65056" y="15145"/>
                      <a:pt x="147161" y="0"/>
                      <a:pt x="243650" y="0"/>
                    </a:cubicBezTo>
                    <a:cubicBezTo>
                      <a:pt x="310039" y="0"/>
                      <a:pt x="351758" y="4763"/>
                      <a:pt x="377095" y="8192"/>
                    </a:cubicBezTo>
                    <a:cubicBezTo>
                      <a:pt x="384620" y="8858"/>
                      <a:pt x="388048" y="12287"/>
                      <a:pt x="388048" y="19145"/>
                    </a:cubicBezTo>
                    <a:lnTo>
                      <a:pt x="388048" y="2190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7" name="Forma Livre: Forma 86">
                <a:extLst>
                  <a:ext uri="{FF2B5EF4-FFF2-40B4-BE49-F238E27FC236}">
                    <a16:creationId xmlns:a16="http://schemas.microsoft.com/office/drawing/2014/main" id="{4E0CE702-0633-4F12-A917-362FA8DEE234}"/>
                  </a:ext>
                </a:extLst>
              </p:cNvPr>
              <p:cNvSpPr/>
              <p:nvPr/>
            </p:nvSpPr>
            <p:spPr>
              <a:xfrm>
                <a:off x="5950458" y="3253263"/>
                <a:ext cx="460629" cy="515302"/>
              </a:xfrm>
              <a:custGeom>
                <a:avLst/>
                <a:gdLst>
                  <a:gd name="connsiteX0" fmla="*/ 348425 w 460629"/>
                  <a:gd name="connsiteY0" fmla="*/ 311277 h 515302"/>
                  <a:gd name="connsiteX1" fmla="*/ 414814 w 460629"/>
                  <a:gd name="connsiteY1" fmla="*/ 497395 h 515302"/>
                  <a:gd name="connsiteX2" fmla="*/ 415480 w 460629"/>
                  <a:gd name="connsiteY2" fmla="*/ 502158 h 515302"/>
                  <a:gd name="connsiteX3" fmla="*/ 401764 w 460629"/>
                  <a:gd name="connsiteY3" fmla="*/ 515207 h 515302"/>
                  <a:gd name="connsiteX4" fmla="*/ 281273 w 460629"/>
                  <a:gd name="connsiteY4" fmla="*/ 515207 h 515302"/>
                  <a:gd name="connsiteX5" fmla="*/ 270320 w 460629"/>
                  <a:gd name="connsiteY5" fmla="*/ 501491 h 515302"/>
                  <a:gd name="connsiteX6" fmla="*/ 212788 w 460629"/>
                  <a:gd name="connsiteY6" fmla="*/ 334518 h 515302"/>
                  <a:gd name="connsiteX7" fmla="*/ 168307 w 460629"/>
                  <a:gd name="connsiteY7" fmla="*/ 333185 h 515302"/>
                  <a:gd name="connsiteX8" fmla="*/ 138875 w 460629"/>
                  <a:gd name="connsiteY8" fmla="*/ 501587 h 515302"/>
                  <a:gd name="connsiteX9" fmla="*/ 122492 w 460629"/>
                  <a:gd name="connsiteY9" fmla="*/ 515303 h 515302"/>
                  <a:gd name="connsiteX10" fmla="*/ 11621 w 460629"/>
                  <a:gd name="connsiteY10" fmla="*/ 515303 h 515302"/>
                  <a:gd name="connsiteX11" fmla="*/ 0 w 460629"/>
                  <a:gd name="connsiteY11" fmla="*/ 503682 h 515302"/>
                  <a:gd name="connsiteX12" fmla="*/ 0 w 460629"/>
                  <a:gd name="connsiteY12" fmla="*/ 501587 h 515302"/>
                  <a:gd name="connsiteX13" fmla="*/ 78677 w 460629"/>
                  <a:gd name="connsiteY13" fmla="*/ 54007 h 515302"/>
                  <a:gd name="connsiteX14" fmla="*/ 125921 w 460629"/>
                  <a:gd name="connsiteY14" fmla="*/ 8858 h 515302"/>
                  <a:gd name="connsiteX15" fmla="*/ 269653 w 460629"/>
                  <a:gd name="connsiteY15" fmla="*/ 0 h 515302"/>
                  <a:gd name="connsiteX16" fmla="*/ 460629 w 460629"/>
                  <a:gd name="connsiteY16" fmla="*/ 133445 h 515302"/>
                  <a:gd name="connsiteX17" fmla="*/ 348425 w 460629"/>
                  <a:gd name="connsiteY17" fmla="*/ 311372 h 515302"/>
                  <a:gd name="connsiteX18" fmla="*/ 259461 w 460629"/>
                  <a:gd name="connsiteY18" fmla="*/ 116872 h 515302"/>
                  <a:gd name="connsiteX19" fmla="*/ 206121 w 460629"/>
                  <a:gd name="connsiteY19" fmla="*/ 118205 h 515302"/>
                  <a:gd name="connsiteX20" fmla="*/ 186976 w 460629"/>
                  <a:gd name="connsiteY20" fmla="*/ 226981 h 515302"/>
                  <a:gd name="connsiteX21" fmla="*/ 210884 w 460629"/>
                  <a:gd name="connsiteY21" fmla="*/ 227647 h 515302"/>
                  <a:gd name="connsiteX22" fmla="*/ 236887 w 460629"/>
                  <a:gd name="connsiteY22" fmla="*/ 227647 h 515302"/>
                  <a:gd name="connsiteX23" fmla="*/ 320421 w 460629"/>
                  <a:gd name="connsiteY23" fmla="*/ 153067 h 515302"/>
                  <a:gd name="connsiteX24" fmla="*/ 259556 w 460629"/>
                  <a:gd name="connsiteY24" fmla="*/ 116777 h 515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60629" h="515302">
                    <a:moveTo>
                      <a:pt x="348425" y="311277"/>
                    </a:moveTo>
                    <a:lnTo>
                      <a:pt x="414814" y="497395"/>
                    </a:lnTo>
                    <a:cubicBezTo>
                      <a:pt x="415480" y="498729"/>
                      <a:pt x="415480" y="500824"/>
                      <a:pt x="415480" y="502158"/>
                    </a:cubicBezTo>
                    <a:cubicBezTo>
                      <a:pt x="415480" y="509683"/>
                      <a:pt x="410051" y="515207"/>
                      <a:pt x="401764" y="515207"/>
                    </a:cubicBezTo>
                    <a:lnTo>
                      <a:pt x="281273" y="515207"/>
                    </a:lnTo>
                    <a:cubicBezTo>
                      <a:pt x="273749" y="515207"/>
                      <a:pt x="272415" y="508349"/>
                      <a:pt x="270320" y="501491"/>
                    </a:cubicBezTo>
                    <a:lnTo>
                      <a:pt x="212788" y="334518"/>
                    </a:lnTo>
                    <a:cubicBezTo>
                      <a:pt x="197739" y="334518"/>
                      <a:pt x="183356" y="334518"/>
                      <a:pt x="168307" y="333185"/>
                    </a:cubicBezTo>
                    <a:lnTo>
                      <a:pt x="138875" y="501587"/>
                    </a:lnTo>
                    <a:cubicBezTo>
                      <a:pt x="137541" y="509111"/>
                      <a:pt x="130016" y="515303"/>
                      <a:pt x="122492" y="515303"/>
                    </a:cubicBezTo>
                    <a:lnTo>
                      <a:pt x="11621" y="515303"/>
                    </a:lnTo>
                    <a:cubicBezTo>
                      <a:pt x="4763" y="515303"/>
                      <a:pt x="0" y="510540"/>
                      <a:pt x="0" y="503682"/>
                    </a:cubicBezTo>
                    <a:lnTo>
                      <a:pt x="0" y="501587"/>
                    </a:lnTo>
                    <a:lnTo>
                      <a:pt x="78677" y="54007"/>
                    </a:lnTo>
                    <a:cubicBezTo>
                      <a:pt x="84106" y="21146"/>
                      <a:pt x="95821" y="13621"/>
                      <a:pt x="125921" y="8858"/>
                    </a:cubicBezTo>
                    <a:cubicBezTo>
                      <a:pt x="154019" y="4763"/>
                      <a:pt x="208693" y="0"/>
                      <a:pt x="269653" y="0"/>
                    </a:cubicBezTo>
                    <a:cubicBezTo>
                      <a:pt x="378428" y="0"/>
                      <a:pt x="460629" y="39053"/>
                      <a:pt x="460629" y="133445"/>
                    </a:cubicBezTo>
                    <a:cubicBezTo>
                      <a:pt x="460629" y="212122"/>
                      <a:pt x="425005" y="281273"/>
                      <a:pt x="348425" y="311372"/>
                    </a:cubicBezTo>
                    <a:close/>
                    <a:moveTo>
                      <a:pt x="259461" y="116872"/>
                    </a:moveTo>
                    <a:cubicBezTo>
                      <a:pt x="240983" y="116872"/>
                      <a:pt x="217742" y="117539"/>
                      <a:pt x="206121" y="118205"/>
                    </a:cubicBezTo>
                    <a:lnTo>
                      <a:pt x="186976" y="226981"/>
                    </a:lnTo>
                    <a:cubicBezTo>
                      <a:pt x="194500" y="227647"/>
                      <a:pt x="202692" y="227647"/>
                      <a:pt x="210884" y="227647"/>
                    </a:cubicBezTo>
                    <a:lnTo>
                      <a:pt x="236887" y="227647"/>
                    </a:lnTo>
                    <a:cubicBezTo>
                      <a:pt x="290989" y="227647"/>
                      <a:pt x="320421" y="207074"/>
                      <a:pt x="320421" y="153067"/>
                    </a:cubicBezTo>
                    <a:cubicBezTo>
                      <a:pt x="320421" y="127730"/>
                      <a:pt x="302609" y="116777"/>
                      <a:pt x="259556" y="1167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8" name="Forma Livre: Forma 87">
                <a:extLst>
                  <a:ext uri="{FF2B5EF4-FFF2-40B4-BE49-F238E27FC236}">
                    <a16:creationId xmlns:a16="http://schemas.microsoft.com/office/drawing/2014/main" id="{2B7692B2-2C84-4FC0-9CAC-F677724D0594}"/>
                  </a:ext>
                </a:extLst>
              </p:cNvPr>
              <p:cNvSpPr/>
              <p:nvPr/>
            </p:nvSpPr>
            <p:spPr>
              <a:xfrm>
                <a:off x="6435756" y="3253073"/>
                <a:ext cx="431863" cy="521493"/>
              </a:xfrm>
              <a:custGeom>
                <a:avLst/>
                <a:gdLst>
                  <a:gd name="connsiteX0" fmla="*/ 431387 w 431863"/>
                  <a:gd name="connsiteY0" fmla="*/ 31528 h 521493"/>
                  <a:gd name="connsiteX1" fmla="*/ 415671 w 431863"/>
                  <a:gd name="connsiteY1" fmla="*/ 117729 h 521493"/>
                  <a:gd name="connsiteX2" fmla="*/ 404717 w 431863"/>
                  <a:gd name="connsiteY2" fmla="*/ 128683 h 521493"/>
                  <a:gd name="connsiteX3" fmla="*/ 402622 w 431863"/>
                  <a:gd name="connsiteY3" fmla="*/ 128683 h 521493"/>
                  <a:gd name="connsiteX4" fmla="*/ 271177 w 431863"/>
                  <a:gd name="connsiteY4" fmla="*/ 122492 h 521493"/>
                  <a:gd name="connsiteX5" fmla="*/ 158972 w 431863"/>
                  <a:gd name="connsiteY5" fmla="*/ 225171 h 521493"/>
                  <a:gd name="connsiteX6" fmla="*/ 145923 w 431863"/>
                  <a:gd name="connsiteY6" fmla="*/ 297752 h 521493"/>
                  <a:gd name="connsiteX7" fmla="*/ 141827 w 431863"/>
                  <a:gd name="connsiteY7" fmla="*/ 340900 h 521493"/>
                  <a:gd name="connsiteX8" fmla="*/ 193167 w 431863"/>
                  <a:gd name="connsiteY8" fmla="*/ 402527 h 521493"/>
                  <a:gd name="connsiteX9" fmla="*/ 231458 w 431863"/>
                  <a:gd name="connsiteY9" fmla="*/ 400431 h 521493"/>
                  <a:gd name="connsiteX10" fmla="*/ 256127 w 431863"/>
                  <a:gd name="connsiteY10" fmla="*/ 260128 h 521493"/>
                  <a:gd name="connsiteX11" fmla="*/ 271177 w 431863"/>
                  <a:gd name="connsiteY11" fmla="*/ 246412 h 521493"/>
                  <a:gd name="connsiteX12" fmla="*/ 379286 w 431863"/>
                  <a:gd name="connsiteY12" fmla="*/ 246412 h 521493"/>
                  <a:gd name="connsiteX13" fmla="*/ 390906 w 431863"/>
                  <a:gd name="connsiteY13" fmla="*/ 258032 h 521493"/>
                  <a:gd name="connsiteX14" fmla="*/ 390906 w 431863"/>
                  <a:gd name="connsiteY14" fmla="*/ 260128 h 521493"/>
                  <a:gd name="connsiteX15" fmla="*/ 350520 w 431863"/>
                  <a:gd name="connsiteY15" fmla="*/ 489395 h 521493"/>
                  <a:gd name="connsiteX16" fmla="*/ 333375 w 431863"/>
                  <a:gd name="connsiteY16" fmla="*/ 505111 h 521493"/>
                  <a:gd name="connsiteX17" fmla="*/ 171831 w 431863"/>
                  <a:gd name="connsiteY17" fmla="*/ 521494 h 521493"/>
                  <a:gd name="connsiteX18" fmla="*/ 0 w 431863"/>
                  <a:gd name="connsiteY18" fmla="*/ 351092 h 521493"/>
                  <a:gd name="connsiteX19" fmla="*/ 4763 w 431863"/>
                  <a:gd name="connsiteY19" fmla="*/ 296990 h 521493"/>
                  <a:gd name="connsiteX20" fmla="*/ 17812 w 431863"/>
                  <a:gd name="connsiteY20" fmla="*/ 225171 h 521493"/>
                  <a:gd name="connsiteX21" fmla="*/ 273749 w 431863"/>
                  <a:gd name="connsiteY21" fmla="*/ 0 h 521493"/>
                  <a:gd name="connsiteX22" fmla="*/ 420243 w 431863"/>
                  <a:gd name="connsiteY22" fmla="*/ 18479 h 521493"/>
                  <a:gd name="connsiteX23" fmla="*/ 431863 w 431863"/>
                  <a:gd name="connsiteY23" fmla="*/ 28099 h 521493"/>
                  <a:gd name="connsiteX24" fmla="*/ 431197 w 431863"/>
                  <a:gd name="connsiteY24" fmla="*/ 31528 h 521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1863" h="521493">
                    <a:moveTo>
                      <a:pt x="431387" y="31528"/>
                    </a:moveTo>
                    <a:lnTo>
                      <a:pt x="415671" y="117729"/>
                    </a:lnTo>
                    <a:cubicBezTo>
                      <a:pt x="414338" y="125921"/>
                      <a:pt x="411575" y="128683"/>
                      <a:pt x="404717" y="128683"/>
                    </a:cubicBezTo>
                    <a:lnTo>
                      <a:pt x="402622" y="128683"/>
                    </a:lnTo>
                    <a:cubicBezTo>
                      <a:pt x="376619" y="127349"/>
                      <a:pt x="321850" y="122492"/>
                      <a:pt x="271177" y="122492"/>
                    </a:cubicBezTo>
                    <a:cubicBezTo>
                      <a:pt x="202692" y="122492"/>
                      <a:pt x="174022" y="143066"/>
                      <a:pt x="158972" y="225171"/>
                    </a:cubicBezTo>
                    <a:lnTo>
                      <a:pt x="145923" y="297752"/>
                    </a:lnTo>
                    <a:cubicBezTo>
                      <a:pt x="143161" y="314896"/>
                      <a:pt x="141827" y="328517"/>
                      <a:pt x="141827" y="340900"/>
                    </a:cubicBezTo>
                    <a:cubicBezTo>
                      <a:pt x="141827" y="393573"/>
                      <a:pt x="167830" y="402527"/>
                      <a:pt x="193167" y="402527"/>
                    </a:cubicBezTo>
                    <a:cubicBezTo>
                      <a:pt x="206216" y="402527"/>
                      <a:pt x="219837" y="401860"/>
                      <a:pt x="231458" y="400431"/>
                    </a:cubicBezTo>
                    <a:lnTo>
                      <a:pt x="256127" y="260128"/>
                    </a:lnTo>
                    <a:cubicBezTo>
                      <a:pt x="257461" y="252603"/>
                      <a:pt x="263652" y="246412"/>
                      <a:pt x="271177" y="246412"/>
                    </a:cubicBezTo>
                    <a:lnTo>
                      <a:pt x="379286" y="246412"/>
                    </a:lnTo>
                    <a:cubicBezTo>
                      <a:pt x="386144" y="246412"/>
                      <a:pt x="390906" y="251174"/>
                      <a:pt x="390906" y="258032"/>
                    </a:cubicBezTo>
                    <a:lnTo>
                      <a:pt x="390906" y="260128"/>
                    </a:lnTo>
                    <a:lnTo>
                      <a:pt x="350520" y="489395"/>
                    </a:lnTo>
                    <a:cubicBezTo>
                      <a:pt x="348425" y="499682"/>
                      <a:pt x="345091" y="503111"/>
                      <a:pt x="333375" y="505111"/>
                    </a:cubicBezTo>
                    <a:cubicBezTo>
                      <a:pt x="292322" y="513302"/>
                      <a:pt x="238220" y="521494"/>
                      <a:pt x="171831" y="521494"/>
                    </a:cubicBezTo>
                    <a:cubicBezTo>
                      <a:pt x="95155" y="521494"/>
                      <a:pt x="0" y="477012"/>
                      <a:pt x="0" y="351092"/>
                    </a:cubicBezTo>
                    <a:cubicBezTo>
                      <a:pt x="0" y="334709"/>
                      <a:pt x="1333" y="316230"/>
                      <a:pt x="4763" y="296990"/>
                    </a:cubicBezTo>
                    <a:lnTo>
                      <a:pt x="17812" y="225171"/>
                    </a:lnTo>
                    <a:cubicBezTo>
                      <a:pt x="54102" y="26003"/>
                      <a:pt x="173165" y="0"/>
                      <a:pt x="273749" y="0"/>
                    </a:cubicBezTo>
                    <a:cubicBezTo>
                      <a:pt x="344900" y="0"/>
                      <a:pt x="393478" y="10954"/>
                      <a:pt x="420243" y="18479"/>
                    </a:cubicBezTo>
                    <a:cubicBezTo>
                      <a:pt x="427101" y="20574"/>
                      <a:pt x="431863" y="21908"/>
                      <a:pt x="431863" y="28099"/>
                    </a:cubicBezTo>
                    <a:cubicBezTo>
                      <a:pt x="431863" y="28766"/>
                      <a:pt x="431197" y="30194"/>
                      <a:pt x="431197" y="315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1F150846-7FF7-42EF-AD2D-80FA6E71792A}"/>
                  </a:ext>
                </a:extLst>
              </p:cNvPr>
              <p:cNvSpPr/>
              <p:nvPr/>
            </p:nvSpPr>
            <p:spPr>
              <a:xfrm>
                <a:off x="6860381" y="3253168"/>
                <a:ext cx="412051" cy="521589"/>
              </a:xfrm>
              <a:custGeom>
                <a:avLst/>
                <a:gdLst>
                  <a:gd name="connsiteX0" fmla="*/ 412051 w 412051"/>
                  <a:gd name="connsiteY0" fmla="*/ 30099 h 521589"/>
                  <a:gd name="connsiteX1" fmla="*/ 397002 w 412051"/>
                  <a:gd name="connsiteY1" fmla="*/ 115633 h 521589"/>
                  <a:gd name="connsiteX2" fmla="*/ 382619 w 412051"/>
                  <a:gd name="connsiteY2" fmla="*/ 128683 h 521589"/>
                  <a:gd name="connsiteX3" fmla="*/ 381286 w 412051"/>
                  <a:gd name="connsiteY3" fmla="*/ 128683 h 521589"/>
                  <a:gd name="connsiteX4" fmla="*/ 227267 w 412051"/>
                  <a:gd name="connsiteY4" fmla="*/ 119824 h 521589"/>
                  <a:gd name="connsiteX5" fmla="*/ 188214 w 412051"/>
                  <a:gd name="connsiteY5" fmla="*/ 148590 h 521589"/>
                  <a:gd name="connsiteX6" fmla="*/ 218313 w 412051"/>
                  <a:gd name="connsiteY6" fmla="*/ 178022 h 521589"/>
                  <a:gd name="connsiteX7" fmla="*/ 301847 w 412051"/>
                  <a:gd name="connsiteY7" fmla="*/ 227267 h 521589"/>
                  <a:gd name="connsiteX8" fmla="*/ 370332 w 412051"/>
                  <a:gd name="connsiteY8" fmla="*/ 341567 h 521589"/>
                  <a:gd name="connsiteX9" fmla="*/ 146495 w 412051"/>
                  <a:gd name="connsiteY9" fmla="*/ 521589 h 521589"/>
                  <a:gd name="connsiteX10" fmla="*/ 11621 w 412051"/>
                  <a:gd name="connsiteY10" fmla="*/ 503777 h 521589"/>
                  <a:gd name="connsiteX11" fmla="*/ 0 w 412051"/>
                  <a:gd name="connsiteY11" fmla="*/ 492157 h 521589"/>
                  <a:gd name="connsiteX12" fmla="*/ 0 w 412051"/>
                  <a:gd name="connsiteY12" fmla="*/ 490061 h 521589"/>
                  <a:gd name="connsiteX13" fmla="*/ 14383 w 412051"/>
                  <a:gd name="connsiteY13" fmla="*/ 405860 h 521589"/>
                  <a:gd name="connsiteX14" fmla="*/ 30099 w 412051"/>
                  <a:gd name="connsiteY14" fmla="*/ 392144 h 521589"/>
                  <a:gd name="connsiteX15" fmla="*/ 31433 w 412051"/>
                  <a:gd name="connsiteY15" fmla="*/ 392144 h 521589"/>
                  <a:gd name="connsiteX16" fmla="*/ 168307 w 412051"/>
                  <a:gd name="connsiteY16" fmla="*/ 402431 h 521589"/>
                  <a:gd name="connsiteX17" fmla="*/ 218218 w 412051"/>
                  <a:gd name="connsiteY17" fmla="*/ 362045 h 521589"/>
                  <a:gd name="connsiteX18" fmla="*/ 191548 w 412051"/>
                  <a:gd name="connsiteY18" fmla="*/ 331280 h 521589"/>
                  <a:gd name="connsiteX19" fmla="*/ 103251 w 412051"/>
                  <a:gd name="connsiteY19" fmla="*/ 273082 h 521589"/>
                  <a:gd name="connsiteX20" fmla="*/ 44387 w 412051"/>
                  <a:gd name="connsiteY20" fmla="*/ 160115 h 521589"/>
                  <a:gd name="connsiteX21" fmla="*/ 249746 w 412051"/>
                  <a:gd name="connsiteY21" fmla="*/ 0 h 521589"/>
                  <a:gd name="connsiteX22" fmla="*/ 401669 w 412051"/>
                  <a:gd name="connsiteY22" fmla="*/ 17145 h 521589"/>
                  <a:gd name="connsiteX23" fmla="*/ 411956 w 412051"/>
                  <a:gd name="connsiteY23" fmla="*/ 28099 h 521589"/>
                  <a:gd name="connsiteX24" fmla="*/ 411956 w 412051"/>
                  <a:gd name="connsiteY24" fmla="*/ 30194 h 521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12051" h="521589">
                    <a:moveTo>
                      <a:pt x="412051" y="30099"/>
                    </a:moveTo>
                    <a:lnTo>
                      <a:pt x="397002" y="115633"/>
                    </a:lnTo>
                    <a:cubicBezTo>
                      <a:pt x="395668" y="123158"/>
                      <a:pt x="390144" y="128683"/>
                      <a:pt x="382619" y="128683"/>
                    </a:cubicBezTo>
                    <a:lnTo>
                      <a:pt x="381286" y="128683"/>
                    </a:lnTo>
                    <a:cubicBezTo>
                      <a:pt x="353949" y="126587"/>
                      <a:pt x="276606" y="119824"/>
                      <a:pt x="227267" y="119824"/>
                    </a:cubicBezTo>
                    <a:cubicBezTo>
                      <a:pt x="208121" y="119824"/>
                      <a:pt x="188214" y="126016"/>
                      <a:pt x="188214" y="148590"/>
                    </a:cubicBezTo>
                    <a:cubicBezTo>
                      <a:pt x="188214" y="158210"/>
                      <a:pt x="195072" y="164306"/>
                      <a:pt x="218313" y="178022"/>
                    </a:cubicBezTo>
                    <a:lnTo>
                      <a:pt x="301847" y="227267"/>
                    </a:lnTo>
                    <a:cubicBezTo>
                      <a:pt x="351092" y="256032"/>
                      <a:pt x="370332" y="293656"/>
                      <a:pt x="370332" y="341567"/>
                    </a:cubicBezTo>
                    <a:cubicBezTo>
                      <a:pt x="370332" y="469582"/>
                      <a:pt x="262890" y="521589"/>
                      <a:pt x="146495" y="521589"/>
                    </a:cubicBezTo>
                    <a:cubicBezTo>
                      <a:pt x="90392" y="521589"/>
                      <a:pt x="46577" y="514064"/>
                      <a:pt x="11621" y="503777"/>
                    </a:cubicBezTo>
                    <a:cubicBezTo>
                      <a:pt x="5429" y="501682"/>
                      <a:pt x="0" y="498348"/>
                      <a:pt x="0" y="492157"/>
                    </a:cubicBezTo>
                    <a:lnTo>
                      <a:pt x="0" y="490061"/>
                    </a:lnTo>
                    <a:lnTo>
                      <a:pt x="14383" y="405860"/>
                    </a:lnTo>
                    <a:cubicBezTo>
                      <a:pt x="15716" y="398336"/>
                      <a:pt x="21908" y="392144"/>
                      <a:pt x="30099" y="392144"/>
                    </a:cubicBezTo>
                    <a:lnTo>
                      <a:pt x="31433" y="392144"/>
                    </a:lnTo>
                    <a:cubicBezTo>
                      <a:pt x="59531" y="394907"/>
                      <a:pt x="132017" y="402431"/>
                      <a:pt x="168307" y="402431"/>
                    </a:cubicBezTo>
                    <a:cubicBezTo>
                      <a:pt x="195643" y="402431"/>
                      <a:pt x="218218" y="392811"/>
                      <a:pt x="218218" y="362045"/>
                    </a:cubicBezTo>
                    <a:cubicBezTo>
                      <a:pt x="218218" y="351758"/>
                      <a:pt x="211360" y="344234"/>
                      <a:pt x="191548" y="331280"/>
                    </a:cubicBezTo>
                    <a:lnTo>
                      <a:pt x="103251" y="273082"/>
                    </a:lnTo>
                    <a:cubicBezTo>
                      <a:pt x="63532" y="247079"/>
                      <a:pt x="44387" y="202597"/>
                      <a:pt x="44387" y="160115"/>
                    </a:cubicBezTo>
                    <a:cubicBezTo>
                      <a:pt x="44387" y="36957"/>
                      <a:pt x="140875" y="0"/>
                      <a:pt x="249746" y="0"/>
                    </a:cubicBezTo>
                    <a:cubicBezTo>
                      <a:pt x="303847" y="0"/>
                      <a:pt x="374999" y="8858"/>
                      <a:pt x="401669" y="17145"/>
                    </a:cubicBezTo>
                    <a:cubicBezTo>
                      <a:pt x="407194" y="19241"/>
                      <a:pt x="411956" y="21907"/>
                      <a:pt x="411956" y="28099"/>
                    </a:cubicBezTo>
                    <a:lnTo>
                      <a:pt x="411956" y="3019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CBE250EB-0C16-47DA-9B11-5577AA53828F}"/>
                </a:ext>
              </a:extLst>
            </p:cNvPr>
            <p:cNvSpPr/>
            <p:nvPr/>
          </p:nvSpPr>
          <p:spPr>
            <a:xfrm>
              <a:off x="5402103" y="3253168"/>
              <a:ext cx="164528" cy="137159"/>
            </a:xfrm>
            <a:custGeom>
              <a:avLst/>
              <a:gdLst>
                <a:gd name="connsiteX0" fmla="*/ 164306 w 164528"/>
                <a:gd name="connsiteY0" fmla="*/ 13240 h 137159"/>
                <a:gd name="connsiteX1" fmla="*/ 152400 w 164528"/>
                <a:gd name="connsiteY1" fmla="*/ 0 h 137159"/>
                <a:gd name="connsiteX2" fmla="*/ 37909 w 164528"/>
                <a:gd name="connsiteY2" fmla="*/ 0 h 137159"/>
                <a:gd name="connsiteX3" fmla="*/ 21812 w 164528"/>
                <a:gd name="connsiteY3" fmla="*/ 13240 h 137159"/>
                <a:gd name="connsiteX4" fmla="*/ 0 w 164528"/>
                <a:gd name="connsiteY4" fmla="*/ 137160 h 137159"/>
                <a:gd name="connsiteX5" fmla="*/ 155257 w 164528"/>
                <a:gd name="connsiteY5" fmla="*/ 64389 h 137159"/>
                <a:gd name="connsiteX6" fmla="*/ 164306 w 164528"/>
                <a:gd name="connsiteY6" fmla="*/ 13240 h 137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528" h="137159">
                  <a:moveTo>
                    <a:pt x="164306" y="13240"/>
                  </a:moveTo>
                  <a:cubicBezTo>
                    <a:pt x="165735" y="4191"/>
                    <a:pt x="160115" y="0"/>
                    <a:pt x="152400" y="0"/>
                  </a:cubicBezTo>
                  <a:lnTo>
                    <a:pt x="37909" y="0"/>
                  </a:lnTo>
                  <a:cubicBezTo>
                    <a:pt x="30194" y="0"/>
                    <a:pt x="23241" y="5524"/>
                    <a:pt x="21812" y="13240"/>
                  </a:cubicBezTo>
                  <a:lnTo>
                    <a:pt x="0" y="137160"/>
                  </a:lnTo>
                  <a:lnTo>
                    <a:pt x="155257" y="64389"/>
                  </a:lnTo>
                  <a:lnTo>
                    <a:pt x="164306" y="1324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236B0FC8-048D-409C-AA46-4E18BF0C6939}"/>
                </a:ext>
              </a:extLst>
            </p:cNvPr>
            <p:cNvSpPr/>
            <p:nvPr/>
          </p:nvSpPr>
          <p:spPr>
            <a:xfrm>
              <a:off x="5337058" y="3373088"/>
              <a:ext cx="210492" cy="398811"/>
            </a:xfrm>
            <a:custGeom>
              <a:avLst/>
              <a:gdLst>
                <a:gd name="connsiteX0" fmla="*/ 55235 w 210492"/>
                <a:gd name="connsiteY0" fmla="*/ 72771 h 398811"/>
                <a:gd name="connsiteX1" fmla="*/ 275 w 210492"/>
                <a:gd name="connsiteY1" fmla="*/ 384810 h 398811"/>
                <a:gd name="connsiteX2" fmla="*/ 11420 w 210492"/>
                <a:gd name="connsiteY2" fmla="*/ 398812 h 398811"/>
                <a:gd name="connsiteX3" fmla="*/ 125910 w 210492"/>
                <a:gd name="connsiteY3" fmla="*/ 398812 h 398811"/>
                <a:gd name="connsiteX4" fmla="*/ 142674 w 210492"/>
                <a:gd name="connsiteY4" fmla="*/ 384810 h 398811"/>
                <a:gd name="connsiteX5" fmla="*/ 210492 w 210492"/>
                <a:gd name="connsiteY5" fmla="*/ 0 h 398811"/>
                <a:gd name="connsiteX6" fmla="*/ 55235 w 210492"/>
                <a:gd name="connsiteY6" fmla="*/ 72771 h 398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0492" h="398811">
                  <a:moveTo>
                    <a:pt x="55235" y="72771"/>
                  </a:moveTo>
                  <a:lnTo>
                    <a:pt x="275" y="384810"/>
                  </a:lnTo>
                  <a:cubicBezTo>
                    <a:pt x="-1153" y="391763"/>
                    <a:pt x="3038" y="398812"/>
                    <a:pt x="11420" y="398812"/>
                  </a:cubicBezTo>
                  <a:lnTo>
                    <a:pt x="125910" y="398812"/>
                  </a:lnTo>
                  <a:cubicBezTo>
                    <a:pt x="136388" y="398812"/>
                    <a:pt x="141245" y="392525"/>
                    <a:pt x="142674" y="384810"/>
                  </a:cubicBezTo>
                  <a:lnTo>
                    <a:pt x="210492" y="0"/>
                  </a:lnTo>
                  <a:lnTo>
                    <a:pt x="55235" y="7277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5D0CF669-9FCE-4C1B-B74B-104C82E13526}"/>
                </a:ext>
              </a:extLst>
            </p:cNvPr>
            <p:cNvSpPr/>
            <p:nvPr/>
          </p:nvSpPr>
          <p:spPr>
            <a:xfrm>
              <a:off x="5077301" y="2855690"/>
              <a:ext cx="211169" cy="267461"/>
            </a:xfrm>
            <a:custGeom>
              <a:avLst/>
              <a:gdLst>
                <a:gd name="connsiteX0" fmla="*/ 211169 w 211169"/>
                <a:gd name="connsiteY0" fmla="*/ 15431 h 267461"/>
                <a:gd name="connsiteX1" fmla="*/ 203454 w 211169"/>
                <a:gd name="connsiteY1" fmla="*/ 59341 h 267461"/>
                <a:gd name="connsiteX2" fmla="*/ 196120 w 211169"/>
                <a:gd name="connsiteY2" fmla="*/ 66008 h 267461"/>
                <a:gd name="connsiteX3" fmla="*/ 195453 w 211169"/>
                <a:gd name="connsiteY3" fmla="*/ 66008 h 267461"/>
                <a:gd name="connsiteX4" fmla="*/ 116491 w 211169"/>
                <a:gd name="connsiteY4" fmla="*/ 61436 h 267461"/>
                <a:gd name="connsiteX5" fmla="*/ 96488 w 211169"/>
                <a:gd name="connsiteY5" fmla="*/ 76200 h 267461"/>
                <a:gd name="connsiteX6" fmla="*/ 111919 w 211169"/>
                <a:gd name="connsiteY6" fmla="*/ 91250 h 267461"/>
                <a:gd name="connsiteX7" fmla="*/ 154781 w 211169"/>
                <a:gd name="connsiteY7" fmla="*/ 116491 h 267461"/>
                <a:gd name="connsiteX8" fmla="*/ 189929 w 211169"/>
                <a:gd name="connsiteY8" fmla="*/ 175165 h 267461"/>
                <a:gd name="connsiteX9" fmla="*/ 75152 w 211169"/>
                <a:gd name="connsiteY9" fmla="*/ 267462 h 267461"/>
                <a:gd name="connsiteX10" fmla="*/ 6001 w 211169"/>
                <a:gd name="connsiteY10" fmla="*/ 258318 h 267461"/>
                <a:gd name="connsiteX11" fmla="*/ 0 w 211169"/>
                <a:gd name="connsiteY11" fmla="*/ 252317 h 267461"/>
                <a:gd name="connsiteX12" fmla="*/ 0 w 211169"/>
                <a:gd name="connsiteY12" fmla="*/ 251270 h 267461"/>
                <a:gd name="connsiteX13" fmla="*/ 7334 w 211169"/>
                <a:gd name="connsiteY13" fmla="*/ 208121 h 267461"/>
                <a:gd name="connsiteX14" fmla="*/ 15431 w 211169"/>
                <a:gd name="connsiteY14" fmla="*/ 201073 h 267461"/>
                <a:gd name="connsiteX15" fmla="*/ 16097 w 211169"/>
                <a:gd name="connsiteY15" fmla="*/ 201073 h 267461"/>
                <a:gd name="connsiteX16" fmla="*/ 86297 w 211169"/>
                <a:gd name="connsiteY16" fmla="*/ 206312 h 267461"/>
                <a:gd name="connsiteX17" fmla="*/ 111919 w 211169"/>
                <a:gd name="connsiteY17" fmla="*/ 185642 h 267461"/>
                <a:gd name="connsiteX18" fmla="*/ 98203 w 211169"/>
                <a:gd name="connsiteY18" fmla="*/ 169831 h 267461"/>
                <a:gd name="connsiteX19" fmla="*/ 52959 w 211169"/>
                <a:gd name="connsiteY19" fmla="*/ 140018 h 267461"/>
                <a:gd name="connsiteX20" fmla="*/ 22765 w 211169"/>
                <a:gd name="connsiteY20" fmla="*/ 82106 h 267461"/>
                <a:gd name="connsiteX21" fmla="*/ 127921 w 211169"/>
                <a:gd name="connsiteY21" fmla="*/ 0 h 267461"/>
                <a:gd name="connsiteX22" fmla="*/ 205835 w 211169"/>
                <a:gd name="connsiteY22" fmla="*/ 8763 h 267461"/>
                <a:gd name="connsiteX23" fmla="*/ 211074 w 211169"/>
                <a:gd name="connsiteY23" fmla="*/ 14383 h 267461"/>
                <a:gd name="connsiteX24" fmla="*/ 211074 w 211169"/>
                <a:gd name="connsiteY24" fmla="*/ 15431 h 26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1169" h="267461">
                  <a:moveTo>
                    <a:pt x="211169" y="15431"/>
                  </a:moveTo>
                  <a:lnTo>
                    <a:pt x="203454" y="59341"/>
                  </a:lnTo>
                  <a:cubicBezTo>
                    <a:pt x="202787" y="63246"/>
                    <a:pt x="199930" y="66008"/>
                    <a:pt x="196120" y="66008"/>
                  </a:cubicBezTo>
                  <a:lnTo>
                    <a:pt x="195453" y="66008"/>
                  </a:lnTo>
                  <a:cubicBezTo>
                    <a:pt x="181451" y="64961"/>
                    <a:pt x="141732" y="61436"/>
                    <a:pt x="116491" y="61436"/>
                  </a:cubicBezTo>
                  <a:cubicBezTo>
                    <a:pt x="106680" y="61436"/>
                    <a:pt x="96488" y="64580"/>
                    <a:pt x="96488" y="76200"/>
                  </a:cubicBezTo>
                  <a:cubicBezTo>
                    <a:pt x="96488" y="81153"/>
                    <a:pt x="100013" y="84296"/>
                    <a:pt x="111919" y="91250"/>
                  </a:cubicBezTo>
                  <a:lnTo>
                    <a:pt x="154781" y="116491"/>
                  </a:lnTo>
                  <a:cubicBezTo>
                    <a:pt x="180023" y="131255"/>
                    <a:pt x="189929" y="150590"/>
                    <a:pt x="189929" y="175165"/>
                  </a:cubicBezTo>
                  <a:cubicBezTo>
                    <a:pt x="189929" y="240792"/>
                    <a:pt x="134779" y="267462"/>
                    <a:pt x="75152" y="267462"/>
                  </a:cubicBezTo>
                  <a:cubicBezTo>
                    <a:pt x="46387" y="267462"/>
                    <a:pt x="23908" y="263557"/>
                    <a:pt x="6001" y="258318"/>
                  </a:cubicBezTo>
                  <a:cubicBezTo>
                    <a:pt x="2858" y="257270"/>
                    <a:pt x="0" y="255460"/>
                    <a:pt x="0" y="252317"/>
                  </a:cubicBezTo>
                  <a:lnTo>
                    <a:pt x="0" y="251270"/>
                  </a:lnTo>
                  <a:lnTo>
                    <a:pt x="7334" y="208121"/>
                  </a:lnTo>
                  <a:cubicBezTo>
                    <a:pt x="8001" y="204216"/>
                    <a:pt x="11240" y="201073"/>
                    <a:pt x="15431" y="201073"/>
                  </a:cubicBezTo>
                  <a:lnTo>
                    <a:pt x="16097" y="201073"/>
                  </a:lnTo>
                  <a:cubicBezTo>
                    <a:pt x="30480" y="202502"/>
                    <a:pt x="67723" y="206312"/>
                    <a:pt x="86297" y="206312"/>
                  </a:cubicBezTo>
                  <a:cubicBezTo>
                    <a:pt x="100298" y="206312"/>
                    <a:pt x="111919" y="201359"/>
                    <a:pt x="111919" y="185642"/>
                  </a:cubicBezTo>
                  <a:cubicBezTo>
                    <a:pt x="111919" y="180404"/>
                    <a:pt x="108395" y="176498"/>
                    <a:pt x="98203" y="169831"/>
                  </a:cubicBezTo>
                  <a:lnTo>
                    <a:pt x="52959" y="140018"/>
                  </a:lnTo>
                  <a:cubicBezTo>
                    <a:pt x="32576" y="126683"/>
                    <a:pt x="22765" y="103823"/>
                    <a:pt x="22765" y="82106"/>
                  </a:cubicBezTo>
                  <a:cubicBezTo>
                    <a:pt x="22574" y="18955"/>
                    <a:pt x="72104" y="0"/>
                    <a:pt x="127921" y="0"/>
                  </a:cubicBezTo>
                  <a:cubicBezTo>
                    <a:pt x="155639" y="0"/>
                    <a:pt x="192119" y="4572"/>
                    <a:pt x="205835" y="8763"/>
                  </a:cubicBezTo>
                  <a:cubicBezTo>
                    <a:pt x="208693" y="9811"/>
                    <a:pt x="211074" y="11240"/>
                    <a:pt x="211074" y="14383"/>
                  </a:cubicBezTo>
                  <a:lnTo>
                    <a:pt x="211074" y="1543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9902ED3C-5FBB-4EAD-9CC6-13F2EB51DBFA}"/>
                </a:ext>
              </a:extLst>
            </p:cNvPr>
            <p:cNvSpPr/>
            <p:nvPr/>
          </p:nvSpPr>
          <p:spPr>
            <a:xfrm>
              <a:off x="5279135" y="2847975"/>
              <a:ext cx="115158" cy="272033"/>
            </a:xfrm>
            <a:custGeom>
              <a:avLst/>
              <a:gdLst>
                <a:gd name="connsiteX0" fmla="*/ 94965 w 115158"/>
                <a:gd name="connsiteY0" fmla="*/ 67723 h 272033"/>
                <a:gd name="connsiteX1" fmla="*/ 101251 w 115158"/>
                <a:gd name="connsiteY1" fmla="*/ 75057 h 272033"/>
                <a:gd name="connsiteX2" fmla="*/ 67914 w 115158"/>
                <a:gd name="connsiteY2" fmla="*/ 264319 h 272033"/>
                <a:gd name="connsiteX3" fmla="*/ 58770 w 115158"/>
                <a:gd name="connsiteY3" fmla="*/ 272034 h 272033"/>
                <a:gd name="connsiteX4" fmla="*/ 6477 w 115158"/>
                <a:gd name="connsiteY4" fmla="*/ 272034 h 272033"/>
                <a:gd name="connsiteX5" fmla="*/ 191 w 115158"/>
                <a:gd name="connsiteY5" fmla="*/ 264319 h 272033"/>
                <a:gd name="connsiteX6" fmla="*/ 33528 w 115158"/>
                <a:gd name="connsiteY6" fmla="*/ 75057 h 272033"/>
                <a:gd name="connsiteX7" fmla="*/ 42672 w 115158"/>
                <a:gd name="connsiteY7" fmla="*/ 67723 h 272033"/>
                <a:gd name="connsiteX8" fmla="*/ 94965 w 115158"/>
                <a:gd name="connsiteY8" fmla="*/ 67723 h 272033"/>
                <a:gd name="connsiteX9" fmla="*/ 108681 w 115158"/>
                <a:gd name="connsiteY9" fmla="*/ 0 h 272033"/>
                <a:gd name="connsiteX10" fmla="*/ 114967 w 115158"/>
                <a:gd name="connsiteY10" fmla="*/ 7049 h 272033"/>
                <a:gd name="connsiteX11" fmla="*/ 108966 w 115158"/>
                <a:gd name="connsiteY11" fmla="*/ 41434 h 272033"/>
                <a:gd name="connsiteX12" fmla="*/ 99822 w 115158"/>
                <a:gd name="connsiteY12" fmla="*/ 48482 h 272033"/>
                <a:gd name="connsiteX13" fmla="*/ 44387 w 115158"/>
                <a:gd name="connsiteY13" fmla="*/ 48482 h 272033"/>
                <a:gd name="connsiteX14" fmla="*/ 37719 w 115158"/>
                <a:gd name="connsiteY14" fmla="*/ 41434 h 272033"/>
                <a:gd name="connsiteX15" fmla="*/ 43720 w 115158"/>
                <a:gd name="connsiteY15" fmla="*/ 7049 h 272033"/>
                <a:gd name="connsiteX16" fmla="*/ 53245 w 115158"/>
                <a:gd name="connsiteY16" fmla="*/ 0 h 272033"/>
                <a:gd name="connsiteX17" fmla="*/ 108681 w 115158"/>
                <a:gd name="connsiteY17" fmla="*/ 0 h 27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158" h="272033">
                  <a:moveTo>
                    <a:pt x="94965" y="67723"/>
                  </a:moveTo>
                  <a:cubicBezTo>
                    <a:pt x="98870" y="67723"/>
                    <a:pt x="102299" y="68771"/>
                    <a:pt x="101251" y="75057"/>
                  </a:cubicBezTo>
                  <a:lnTo>
                    <a:pt x="67914" y="264319"/>
                  </a:lnTo>
                  <a:cubicBezTo>
                    <a:pt x="67247" y="268224"/>
                    <a:pt x="65437" y="272034"/>
                    <a:pt x="58770" y="272034"/>
                  </a:cubicBezTo>
                  <a:lnTo>
                    <a:pt x="6477" y="272034"/>
                  </a:lnTo>
                  <a:cubicBezTo>
                    <a:pt x="2572" y="272034"/>
                    <a:pt x="-857" y="270605"/>
                    <a:pt x="191" y="264319"/>
                  </a:cubicBezTo>
                  <a:lnTo>
                    <a:pt x="33528" y="75057"/>
                  </a:lnTo>
                  <a:cubicBezTo>
                    <a:pt x="34195" y="71152"/>
                    <a:pt x="36672" y="67723"/>
                    <a:pt x="42672" y="67723"/>
                  </a:cubicBezTo>
                  <a:lnTo>
                    <a:pt x="94965" y="67723"/>
                  </a:lnTo>
                  <a:close/>
                  <a:moveTo>
                    <a:pt x="108681" y="0"/>
                  </a:moveTo>
                  <a:cubicBezTo>
                    <a:pt x="112586" y="0"/>
                    <a:pt x="116015" y="1048"/>
                    <a:pt x="114967" y="7049"/>
                  </a:cubicBezTo>
                  <a:lnTo>
                    <a:pt x="108966" y="41434"/>
                  </a:lnTo>
                  <a:cubicBezTo>
                    <a:pt x="108300" y="45339"/>
                    <a:pt x="106871" y="48482"/>
                    <a:pt x="99822" y="48482"/>
                  </a:cubicBezTo>
                  <a:lnTo>
                    <a:pt x="44387" y="48482"/>
                  </a:lnTo>
                  <a:cubicBezTo>
                    <a:pt x="37719" y="48482"/>
                    <a:pt x="37053" y="45339"/>
                    <a:pt x="37719" y="41434"/>
                  </a:cubicBezTo>
                  <a:lnTo>
                    <a:pt x="43720" y="7049"/>
                  </a:lnTo>
                  <a:cubicBezTo>
                    <a:pt x="44387" y="3143"/>
                    <a:pt x="46863" y="0"/>
                    <a:pt x="53245" y="0"/>
                  </a:cubicBezTo>
                  <a:lnTo>
                    <a:pt x="10868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F93F6FDF-1353-434D-9E45-68CBD6D3AD83}"/>
                </a:ext>
              </a:extLst>
            </p:cNvPr>
            <p:cNvSpPr/>
            <p:nvPr/>
          </p:nvSpPr>
          <p:spPr>
            <a:xfrm>
              <a:off x="5374953" y="2912649"/>
              <a:ext cx="179385" cy="210502"/>
            </a:xfrm>
            <a:custGeom>
              <a:avLst/>
              <a:gdLst>
                <a:gd name="connsiteX0" fmla="*/ 172597 w 179385"/>
                <a:gd name="connsiteY0" fmla="*/ 53626 h 210502"/>
                <a:gd name="connsiteX1" fmla="*/ 164500 w 179385"/>
                <a:gd name="connsiteY1" fmla="*/ 60674 h 210502"/>
                <a:gd name="connsiteX2" fmla="*/ 105160 w 179385"/>
                <a:gd name="connsiteY2" fmla="*/ 55054 h 210502"/>
                <a:gd name="connsiteX3" fmla="*/ 90777 w 179385"/>
                <a:gd name="connsiteY3" fmla="*/ 61722 h 210502"/>
                <a:gd name="connsiteX4" fmla="*/ 103445 w 179385"/>
                <a:gd name="connsiteY4" fmla="*/ 74676 h 210502"/>
                <a:gd name="connsiteX5" fmla="*/ 125543 w 179385"/>
                <a:gd name="connsiteY5" fmla="*/ 87630 h 210502"/>
                <a:gd name="connsiteX6" fmla="*/ 162405 w 179385"/>
                <a:gd name="connsiteY6" fmla="*/ 141351 h 210502"/>
                <a:gd name="connsiteX7" fmla="*/ 70774 w 179385"/>
                <a:gd name="connsiteY7" fmla="*/ 210503 h 210502"/>
                <a:gd name="connsiteX8" fmla="*/ 5433 w 179385"/>
                <a:gd name="connsiteY8" fmla="*/ 202121 h 210502"/>
                <a:gd name="connsiteX9" fmla="*/ 194 w 179385"/>
                <a:gd name="connsiteY9" fmla="*/ 194405 h 210502"/>
                <a:gd name="connsiteX10" fmla="*/ 6481 w 179385"/>
                <a:gd name="connsiteY10" fmla="*/ 158210 h 210502"/>
                <a:gd name="connsiteX11" fmla="*/ 16291 w 179385"/>
                <a:gd name="connsiteY11" fmla="*/ 150876 h 210502"/>
                <a:gd name="connsiteX12" fmla="*/ 76013 w 179385"/>
                <a:gd name="connsiteY12" fmla="*/ 156496 h 210502"/>
                <a:gd name="connsiteX13" fmla="*/ 94301 w 179385"/>
                <a:gd name="connsiteY13" fmla="*/ 144590 h 210502"/>
                <a:gd name="connsiteX14" fmla="*/ 85919 w 179385"/>
                <a:gd name="connsiteY14" fmla="*/ 134779 h 210502"/>
                <a:gd name="connsiteX15" fmla="*/ 57439 w 179385"/>
                <a:gd name="connsiteY15" fmla="*/ 117920 h 210502"/>
                <a:gd name="connsiteX16" fmla="*/ 22292 w 179385"/>
                <a:gd name="connsiteY16" fmla="*/ 65627 h 210502"/>
                <a:gd name="connsiteX17" fmla="*/ 109732 w 179385"/>
                <a:gd name="connsiteY17" fmla="*/ 0 h 210502"/>
                <a:gd name="connsiteX18" fmla="*/ 173644 w 179385"/>
                <a:gd name="connsiteY18" fmla="*/ 8763 h 210502"/>
                <a:gd name="connsiteX19" fmla="*/ 179264 w 179385"/>
                <a:gd name="connsiteY19" fmla="*/ 16478 h 210502"/>
                <a:gd name="connsiteX20" fmla="*/ 172597 w 179385"/>
                <a:gd name="connsiteY20" fmla="*/ 53721 h 210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9385" h="210502">
                  <a:moveTo>
                    <a:pt x="172597" y="53626"/>
                  </a:moveTo>
                  <a:cubicBezTo>
                    <a:pt x="171930" y="57817"/>
                    <a:pt x="170120" y="61341"/>
                    <a:pt x="164500" y="60674"/>
                  </a:cubicBezTo>
                  <a:cubicBezTo>
                    <a:pt x="154309" y="59246"/>
                    <a:pt x="120971" y="55054"/>
                    <a:pt x="105160" y="55054"/>
                  </a:cubicBezTo>
                  <a:cubicBezTo>
                    <a:pt x="98111" y="55054"/>
                    <a:pt x="90777" y="55721"/>
                    <a:pt x="90777" y="61722"/>
                  </a:cubicBezTo>
                  <a:cubicBezTo>
                    <a:pt x="90777" y="66294"/>
                    <a:pt x="92872" y="68390"/>
                    <a:pt x="103445" y="74676"/>
                  </a:cubicBezTo>
                  <a:lnTo>
                    <a:pt x="125543" y="87630"/>
                  </a:lnTo>
                  <a:cubicBezTo>
                    <a:pt x="155356" y="105537"/>
                    <a:pt x="162405" y="122777"/>
                    <a:pt x="162405" y="141351"/>
                  </a:cubicBezTo>
                  <a:cubicBezTo>
                    <a:pt x="162405" y="192596"/>
                    <a:pt x="119542" y="210503"/>
                    <a:pt x="70774" y="210503"/>
                  </a:cubicBezTo>
                  <a:cubicBezTo>
                    <a:pt x="45819" y="210503"/>
                    <a:pt x="20578" y="206597"/>
                    <a:pt x="5433" y="202121"/>
                  </a:cubicBezTo>
                  <a:cubicBezTo>
                    <a:pt x="861" y="200692"/>
                    <a:pt x="-568" y="198215"/>
                    <a:pt x="194" y="194405"/>
                  </a:cubicBezTo>
                  <a:lnTo>
                    <a:pt x="6481" y="158210"/>
                  </a:lnTo>
                  <a:cubicBezTo>
                    <a:pt x="7147" y="152972"/>
                    <a:pt x="9338" y="149828"/>
                    <a:pt x="16291" y="150876"/>
                  </a:cubicBezTo>
                  <a:cubicBezTo>
                    <a:pt x="36675" y="153638"/>
                    <a:pt x="64393" y="156496"/>
                    <a:pt x="76013" y="156496"/>
                  </a:cubicBezTo>
                  <a:cubicBezTo>
                    <a:pt x="84395" y="156496"/>
                    <a:pt x="94301" y="155067"/>
                    <a:pt x="94301" y="144590"/>
                  </a:cubicBezTo>
                  <a:cubicBezTo>
                    <a:pt x="94301" y="140684"/>
                    <a:pt x="92587" y="138589"/>
                    <a:pt x="85919" y="134779"/>
                  </a:cubicBezTo>
                  <a:lnTo>
                    <a:pt x="57439" y="117920"/>
                  </a:lnTo>
                  <a:cubicBezTo>
                    <a:pt x="31436" y="102489"/>
                    <a:pt x="22292" y="86297"/>
                    <a:pt x="22292" y="65627"/>
                  </a:cubicBezTo>
                  <a:cubicBezTo>
                    <a:pt x="22292" y="13335"/>
                    <a:pt x="64774" y="0"/>
                    <a:pt x="109732" y="0"/>
                  </a:cubicBezTo>
                  <a:cubicBezTo>
                    <a:pt x="136783" y="0"/>
                    <a:pt x="157833" y="4191"/>
                    <a:pt x="173644" y="8763"/>
                  </a:cubicBezTo>
                  <a:cubicBezTo>
                    <a:pt x="177835" y="10192"/>
                    <a:pt x="179931" y="11525"/>
                    <a:pt x="179264" y="16478"/>
                  </a:cubicBezTo>
                  <a:lnTo>
                    <a:pt x="172597" y="5372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62FB13B1-0188-4B6B-BC57-59700E6A77EC}"/>
                </a:ext>
              </a:extLst>
            </p:cNvPr>
            <p:cNvSpPr/>
            <p:nvPr/>
          </p:nvSpPr>
          <p:spPr>
            <a:xfrm>
              <a:off x="5568016" y="2870724"/>
              <a:ext cx="137408" cy="252522"/>
            </a:xfrm>
            <a:custGeom>
              <a:avLst/>
              <a:gdLst>
                <a:gd name="connsiteX0" fmla="*/ 130125 w 137408"/>
                <a:gd name="connsiteY0" fmla="*/ 44973 h 252522"/>
                <a:gd name="connsiteX1" fmla="*/ 137173 w 137408"/>
                <a:gd name="connsiteY1" fmla="*/ 52021 h 252522"/>
                <a:gd name="connsiteX2" fmla="*/ 130887 w 137408"/>
                <a:gd name="connsiteY2" fmla="*/ 87835 h 252522"/>
                <a:gd name="connsiteX3" fmla="*/ 122790 w 137408"/>
                <a:gd name="connsiteY3" fmla="*/ 94884 h 252522"/>
                <a:gd name="connsiteX4" fmla="*/ 96121 w 137408"/>
                <a:gd name="connsiteY4" fmla="*/ 94884 h 252522"/>
                <a:gd name="connsiteX5" fmla="*/ 79261 w 137408"/>
                <a:gd name="connsiteY5" fmla="*/ 189372 h 252522"/>
                <a:gd name="connsiteX6" fmla="*/ 78213 w 137408"/>
                <a:gd name="connsiteY6" fmla="*/ 196706 h 252522"/>
                <a:gd name="connsiteX7" fmla="*/ 86596 w 137408"/>
                <a:gd name="connsiteY7" fmla="*/ 202707 h 252522"/>
                <a:gd name="connsiteX8" fmla="*/ 102788 w 137408"/>
                <a:gd name="connsiteY8" fmla="*/ 202707 h 252522"/>
                <a:gd name="connsiteX9" fmla="*/ 109074 w 137408"/>
                <a:gd name="connsiteY9" fmla="*/ 209374 h 252522"/>
                <a:gd name="connsiteX10" fmla="*/ 103455 w 137408"/>
                <a:gd name="connsiteY10" fmla="*/ 242331 h 252522"/>
                <a:gd name="connsiteX11" fmla="*/ 94692 w 137408"/>
                <a:gd name="connsiteY11" fmla="*/ 249379 h 252522"/>
                <a:gd name="connsiteX12" fmla="*/ 62783 w 137408"/>
                <a:gd name="connsiteY12" fmla="*/ 252523 h 252522"/>
                <a:gd name="connsiteX13" fmla="*/ 10491 w 137408"/>
                <a:gd name="connsiteY13" fmla="*/ 206898 h 252522"/>
                <a:gd name="connsiteX14" fmla="*/ 12205 w 137408"/>
                <a:gd name="connsiteY14" fmla="*/ 188610 h 252522"/>
                <a:gd name="connsiteX15" fmla="*/ 28684 w 137408"/>
                <a:gd name="connsiteY15" fmla="*/ 94884 h 252522"/>
                <a:gd name="connsiteX16" fmla="*/ 6205 w 137408"/>
                <a:gd name="connsiteY16" fmla="*/ 89645 h 252522"/>
                <a:gd name="connsiteX17" fmla="*/ 204 w 137408"/>
                <a:gd name="connsiteY17" fmla="*/ 81930 h 252522"/>
                <a:gd name="connsiteX18" fmla="*/ 5442 w 137408"/>
                <a:gd name="connsiteY18" fmla="*/ 52402 h 252522"/>
                <a:gd name="connsiteX19" fmla="*/ 14205 w 137408"/>
                <a:gd name="connsiteY19" fmla="*/ 45068 h 252522"/>
                <a:gd name="connsiteX20" fmla="*/ 37351 w 137408"/>
                <a:gd name="connsiteY20" fmla="*/ 45068 h 252522"/>
                <a:gd name="connsiteX21" fmla="*/ 42304 w 137408"/>
                <a:gd name="connsiteY21" fmla="*/ 16588 h 252522"/>
                <a:gd name="connsiteX22" fmla="*/ 51067 w 137408"/>
                <a:gd name="connsiteY22" fmla="*/ 9254 h 252522"/>
                <a:gd name="connsiteX23" fmla="*/ 104788 w 137408"/>
                <a:gd name="connsiteY23" fmla="*/ 110 h 252522"/>
                <a:gd name="connsiteX24" fmla="*/ 111456 w 137408"/>
                <a:gd name="connsiteY24" fmla="*/ 6778 h 252522"/>
                <a:gd name="connsiteX25" fmla="*/ 104788 w 137408"/>
                <a:gd name="connsiteY25" fmla="*/ 45068 h 252522"/>
                <a:gd name="connsiteX26" fmla="*/ 130030 w 137408"/>
                <a:gd name="connsiteY26" fmla="*/ 45068 h 252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7408" h="252522">
                  <a:moveTo>
                    <a:pt x="130125" y="44973"/>
                  </a:moveTo>
                  <a:cubicBezTo>
                    <a:pt x="135744" y="44973"/>
                    <a:pt x="138221" y="46402"/>
                    <a:pt x="137173" y="52021"/>
                  </a:cubicBezTo>
                  <a:lnTo>
                    <a:pt x="130887" y="87835"/>
                  </a:lnTo>
                  <a:cubicBezTo>
                    <a:pt x="130220" y="91741"/>
                    <a:pt x="128791" y="94884"/>
                    <a:pt x="122790" y="94884"/>
                  </a:cubicBezTo>
                  <a:lnTo>
                    <a:pt x="96121" y="94884"/>
                  </a:lnTo>
                  <a:lnTo>
                    <a:pt x="79261" y="189372"/>
                  </a:lnTo>
                  <a:cubicBezTo>
                    <a:pt x="78594" y="192515"/>
                    <a:pt x="78213" y="194992"/>
                    <a:pt x="78213" y="196706"/>
                  </a:cubicBezTo>
                  <a:cubicBezTo>
                    <a:pt x="78213" y="201278"/>
                    <a:pt x="80309" y="202707"/>
                    <a:pt x="86596" y="202707"/>
                  </a:cubicBezTo>
                  <a:lnTo>
                    <a:pt x="102788" y="202707"/>
                  </a:lnTo>
                  <a:cubicBezTo>
                    <a:pt x="106693" y="202707"/>
                    <a:pt x="109836" y="204136"/>
                    <a:pt x="109074" y="209374"/>
                  </a:cubicBezTo>
                  <a:lnTo>
                    <a:pt x="103455" y="242331"/>
                  </a:lnTo>
                  <a:cubicBezTo>
                    <a:pt x="102788" y="246236"/>
                    <a:pt x="100597" y="248332"/>
                    <a:pt x="94692" y="249379"/>
                  </a:cubicBezTo>
                  <a:cubicBezTo>
                    <a:pt x="91930" y="249760"/>
                    <a:pt x="75737" y="252523"/>
                    <a:pt x="62783" y="252523"/>
                  </a:cubicBezTo>
                  <a:cubicBezTo>
                    <a:pt x="32208" y="252523"/>
                    <a:pt x="10491" y="240902"/>
                    <a:pt x="10491" y="206898"/>
                  </a:cubicBezTo>
                  <a:cubicBezTo>
                    <a:pt x="10491" y="201278"/>
                    <a:pt x="11157" y="195277"/>
                    <a:pt x="12205" y="188610"/>
                  </a:cubicBezTo>
                  <a:lnTo>
                    <a:pt x="28684" y="94884"/>
                  </a:lnTo>
                  <a:lnTo>
                    <a:pt x="6205" y="89645"/>
                  </a:lnTo>
                  <a:cubicBezTo>
                    <a:pt x="2299" y="88597"/>
                    <a:pt x="-844" y="87550"/>
                    <a:pt x="204" y="81930"/>
                  </a:cubicBezTo>
                  <a:lnTo>
                    <a:pt x="5442" y="52402"/>
                  </a:lnTo>
                  <a:cubicBezTo>
                    <a:pt x="6109" y="48497"/>
                    <a:pt x="7157" y="45068"/>
                    <a:pt x="14205" y="45068"/>
                  </a:cubicBezTo>
                  <a:lnTo>
                    <a:pt x="37351" y="45068"/>
                  </a:lnTo>
                  <a:lnTo>
                    <a:pt x="42304" y="16588"/>
                  </a:lnTo>
                  <a:cubicBezTo>
                    <a:pt x="42971" y="12683"/>
                    <a:pt x="46876" y="9921"/>
                    <a:pt x="51067" y="9254"/>
                  </a:cubicBezTo>
                  <a:lnTo>
                    <a:pt x="104788" y="110"/>
                  </a:lnTo>
                  <a:cubicBezTo>
                    <a:pt x="109741" y="-557"/>
                    <a:pt x="112122" y="1825"/>
                    <a:pt x="111456" y="6778"/>
                  </a:cubicBezTo>
                  <a:lnTo>
                    <a:pt x="104788" y="45068"/>
                  </a:lnTo>
                  <a:lnTo>
                    <a:pt x="130030" y="45068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2E5CE34E-7355-4B2C-924D-45AE02E5C07E}"/>
                </a:ext>
              </a:extLst>
            </p:cNvPr>
            <p:cNvSpPr/>
            <p:nvPr/>
          </p:nvSpPr>
          <p:spPr>
            <a:xfrm>
              <a:off x="5697854" y="2912554"/>
              <a:ext cx="190309" cy="210692"/>
            </a:xfrm>
            <a:custGeom>
              <a:avLst/>
              <a:gdLst>
                <a:gd name="connsiteX0" fmla="*/ 188500 w 190309"/>
                <a:gd name="connsiteY0" fmla="*/ 95536 h 210692"/>
                <a:gd name="connsiteX1" fmla="*/ 184976 w 190309"/>
                <a:gd name="connsiteY1" fmla="*/ 116586 h 210692"/>
                <a:gd name="connsiteX2" fmla="*/ 176213 w 190309"/>
                <a:gd name="connsiteY2" fmla="*/ 124301 h 210692"/>
                <a:gd name="connsiteX3" fmla="*/ 67056 w 190309"/>
                <a:gd name="connsiteY3" fmla="*/ 124301 h 210692"/>
                <a:gd name="connsiteX4" fmla="*/ 66008 w 190309"/>
                <a:gd name="connsiteY4" fmla="*/ 135160 h 210692"/>
                <a:gd name="connsiteX5" fmla="*/ 94774 w 190309"/>
                <a:gd name="connsiteY5" fmla="*/ 155162 h 210692"/>
                <a:gd name="connsiteX6" fmla="*/ 162211 w 190309"/>
                <a:gd name="connsiteY6" fmla="*/ 152400 h 210692"/>
                <a:gd name="connsiteX7" fmla="*/ 163640 w 190309"/>
                <a:gd name="connsiteY7" fmla="*/ 152400 h 210692"/>
                <a:gd name="connsiteX8" fmla="*/ 168878 w 190309"/>
                <a:gd name="connsiteY8" fmla="*/ 156972 h 210692"/>
                <a:gd name="connsiteX9" fmla="*/ 168878 w 190309"/>
                <a:gd name="connsiteY9" fmla="*/ 158401 h 210692"/>
                <a:gd name="connsiteX10" fmla="*/ 163259 w 190309"/>
                <a:gd name="connsiteY10" fmla="*/ 190024 h 210692"/>
                <a:gd name="connsiteX11" fmla="*/ 154496 w 190309"/>
                <a:gd name="connsiteY11" fmla="*/ 199835 h 210692"/>
                <a:gd name="connsiteX12" fmla="*/ 77629 w 190309"/>
                <a:gd name="connsiteY12" fmla="*/ 210693 h 210692"/>
                <a:gd name="connsiteX13" fmla="*/ 0 w 190309"/>
                <a:gd name="connsiteY13" fmla="*/ 136589 h 210692"/>
                <a:gd name="connsiteX14" fmla="*/ 1429 w 190309"/>
                <a:gd name="connsiteY14" fmla="*/ 118681 h 210692"/>
                <a:gd name="connsiteX15" fmla="*/ 5334 w 190309"/>
                <a:gd name="connsiteY15" fmla="*/ 95536 h 210692"/>
                <a:gd name="connsiteX16" fmla="*/ 115538 w 190309"/>
                <a:gd name="connsiteY16" fmla="*/ 0 h 210692"/>
                <a:gd name="connsiteX17" fmla="*/ 190310 w 190309"/>
                <a:gd name="connsiteY17" fmla="*/ 75438 h 210692"/>
                <a:gd name="connsiteX18" fmla="*/ 188595 w 190309"/>
                <a:gd name="connsiteY18" fmla="*/ 95440 h 210692"/>
                <a:gd name="connsiteX19" fmla="*/ 105632 w 190309"/>
                <a:gd name="connsiteY19" fmla="*/ 52292 h 210692"/>
                <a:gd name="connsiteX20" fmla="*/ 73343 w 190309"/>
                <a:gd name="connsiteY20" fmla="*/ 87059 h 210692"/>
                <a:gd name="connsiteX21" fmla="*/ 125349 w 190309"/>
                <a:gd name="connsiteY21" fmla="*/ 87059 h 210692"/>
                <a:gd name="connsiteX22" fmla="*/ 127064 w 190309"/>
                <a:gd name="connsiteY22" fmla="*/ 73057 h 210692"/>
                <a:gd name="connsiteX23" fmla="*/ 105632 w 190309"/>
                <a:gd name="connsiteY23" fmla="*/ 52292 h 21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90309" h="210692">
                  <a:moveTo>
                    <a:pt x="188500" y="95536"/>
                  </a:moveTo>
                  <a:lnTo>
                    <a:pt x="184976" y="116586"/>
                  </a:lnTo>
                  <a:cubicBezTo>
                    <a:pt x="184309" y="121158"/>
                    <a:pt x="180404" y="124301"/>
                    <a:pt x="176213" y="124301"/>
                  </a:cubicBezTo>
                  <a:lnTo>
                    <a:pt x="67056" y="124301"/>
                  </a:lnTo>
                  <a:cubicBezTo>
                    <a:pt x="66389" y="128492"/>
                    <a:pt x="66008" y="132017"/>
                    <a:pt x="66008" y="135160"/>
                  </a:cubicBezTo>
                  <a:cubicBezTo>
                    <a:pt x="66008" y="152686"/>
                    <a:pt x="77248" y="155162"/>
                    <a:pt x="94774" y="155162"/>
                  </a:cubicBezTo>
                  <a:cubicBezTo>
                    <a:pt x="113348" y="155162"/>
                    <a:pt x="148876" y="153734"/>
                    <a:pt x="162211" y="152400"/>
                  </a:cubicBezTo>
                  <a:lnTo>
                    <a:pt x="163640" y="152400"/>
                  </a:lnTo>
                  <a:cubicBezTo>
                    <a:pt x="166783" y="152400"/>
                    <a:pt x="168878" y="153829"/>
                    <a:pt x="168878" y="156972"/>
                  </a:cubicBezTo>
                  <a:lnTo>
                    <a:pt x="168878" y="158401"/>
                  </a:lnTo>
                  <a:lnTo>
                    <a:pt x="163259" y="190024"/>
                  </a:lnTo>
                  <a:cubicBezTo>
                    <a:pt x="162211" y="195644"/>
                    <a:pt x="160401" y="198120"/>
                    <a:pt x="154496" y="199835"/>
                  </a:cubicBezTo>
                  <a:cubicBezTo>
                    <a:pt x="130969" y="207169"/>
                    <a:pt x="107061" y="210693"/>
                    <a:pt x="77629" y="210693"/>
                  </a:cubicBezTo>
                  <a:cubicBezTo>
                    <a:pt x="38672" y="210693"/>
                    <a:pt x="0" y="186500"/>
                    <a:pt x="0" y="136589"/>
                  </a:cubicBezTo>
                  <a:cubicBezTo>
                    <a:pt x="0" y="130969"/>
                    <a:pt x="381" y="124968"/>
                    <a:pt x="1429" y="118681"/>
                  </a:cubicBezTo>
                  <a:lnTo>
                    <a:pt x="5334" y="95536"/>
                  </a:lnTo>
                  <a:cubicBezTo>
                    <a:pt x="16955" y="26003"/>
                    <a:pt x="56960" y="0"/>
                    <a:pt x="115538" y="0"/>
                  </a:cubicBezTo>
                  <a:cubicBezTo>
                    <a:pt x="166402" y="0"/>
                    <a:pt x="190310" y="33718"/>
                    <a:pt x="190310" y="75438"/>
                  </a:cubicBezTo>
                  <a:cubicBezTo>
                    <a:pt x="190310" y="82105"/>
                    <a:pt x="189643" y="88773"/>
                    <a:pt x="188595" y="95440"/>
                  </a:cubicBezTo>
                  <a:close/>
                  <a:moveTo>
                    <a:pt x="105632" y="52292"/>
                  </a:moveTo>
                  <a:cubicBezTo>
                    <a:pt x="86011" y="52292"/>
                    <a:pt x="77533" y="67056"/>
                    <a:pt x="73343" y="87059"/>
                  </a:cubicBezTo>
                  <a:lnTo>
                    <a:pt x="125349" y="87059"/>
                  </a:lnTo>
                  <a:cubicBezTo>
                    <a:pt x="126397" y="82105"/>
                    <a:pt x="127064" y="77248"/>
                    <a:pt x="127064" y="73057"/>
                  </a:cubicBezTo>
                  <a:cubicBezTo>
                    <a:pt x="127064" y="60769"/>
                    <a:pt x="121444" y="52292"/>
                    <a:pt x="105632" y="52292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DC7F8292-016A-4AD6-A2B5-9AA40B8F35F4}"/>
                </a:ext>
              </a:extLst>
            </p:cNvPr>
            <p:cNvSpPr/>
            <p:nvPr/>
          </p:nvSpPr>
          <p:spPr>
            <a:xfrm>
              <a:off x="5892545" y="2912554"/>
              <a:ext cx="301370" cy="207549"/>
            </a:xfrm>
            <a:custGeom>
              <a:avLst/>
              <a:gdLst>
                <a:gd name="connsiteX0" fmla="*/ 297466 w 301370"/>
                <a:gd name="connsiteY0" fmla="*/ 89154 h 207549"/>
                <a:gd name="connsiteX1" fmla="*/ 278130 w 301370"/>
                <a:gd name="connsiteY1" fmla="*/ 199739 h 207549"/>
                <a:gd name="connsiteX2" fmla="*/ 269367 w 301370"/>
                <a:gd name="connsiteY2" fmla="*/ 207455 h 207549"/>
                <a:gd name="connsiteX3" fmla="*/ 216694 w 301370"/>
                <a:gd name="connsiteY3" fmla="*/ 207455 h 207549"/>
                <a:gd name="connsiteX4" fmla="*/ 210693 w 301370"/>
                <a:gd name="connsiteY4" fmla="*/ 201168 h 207549"/>
                <a:gd name="connsiteX5" fmla="*/ 210693 w 301370"/>
                <a:gd name="connsiteY5" fmla="*/ 199739 h 207549"/>
                <a:gd name="connsiteX6" fmla="*/ 231743 w 301370"/>
                <a:gd name="connsiteY6" fmla="*/ 80010 h 207549"/>
                <a:gd name="connsiteX7" fmla="*/ 232791 w 301370"/>
                <a:gd name="connsiteY7" fmla="*/ 69818 h 207549"/>
                <a:gd name="connsiteX8" fmla="*/ 218027 w 301370"/>
                <a:gd name="connsiteY8" fmla="*/ 57912 h 207549"/>
                <a:gd name="connsiteX9" fmla="*/ 195929 w 301370"/>
                <a:gd name="connsiteY9" fmla="*/ 61817 h 207549"/>
                <a:gd name="connsiteX10" fmla="*/ 193834 w 301370"/>
                <a:gd name="connsiteY10" fmla="*/ 80105 h 207549"/>
                <a:gd name="connsiteX11" fmla="*/ 172784 w 301370"/>
                <a:gd name="connsiteY11" fmla="*/ 199835 h 207549"/>
                <a:gd name="connsiteX12" fmla="*/ 164402 w 301370"/>
                <a:gd name="connsiteY12" fmla="*/ 207550 h 207549"/>
                <a:gd name="connsiteX13" fmla="*/ 111347 w 301370"/>
                <a:gd name="connsiteY13" fmla="*/ 207550 h 207549"/>
                <a:gd name="connsiteX14" fmla="*/ 105346 w 301370"/>
                <a:gd name="connsiteY14" fmla="*/ 201263 h 207549"/>
                <a:gd name="connsiteX15" fmla="*/ 105346 w 301370"/>
                <a:gd name="connsiteY15" fmla="*/ 199835 h 207549"/>
                <a:gd name="connsiteX16" fmla="*/ 126397 w 301370"/>
                <a:gd name="connsiteY16" fmla="*/ 80105 h 207549"/>
                <a:gd name="connsiteX17" fmla="*/ 127825 w 301370"/>
                <a:gd name="connsiteY17" fmla="*/ 69533 h 207549"/>
                <a:gd name="connsiteX18" fmla="*/ 115157 w 301370"/>
                <a:gd name="connsiteY18" fmla="*/ 57912 h 207549"/>
                <a:gd name="connsiteX19" fmla="*/ 91631 w 301370"/>
                <a:gd name="connsiteY19" fmla="*/ 64199 h 207549"/>
                <a:gd name="connsiteX20" fmla="*/ 67723 w 301370"/>
                <a:gd name="connsiteY20" fmla="*/ 199739 h 207549"/>
                <a:gd name="connsiteX21" fmla="*/ 59341 w 301370"/>
                <a:gd name="connsiteY21" fmla="*/ 207455 h 207549"/>
                <a:gd name="connsiteX22" fmla="*/ 6287 w 301370"/>
                <a:gd name="connsiteY22" fmla="*/ 207455 h 207549"/>
                <a:gd name="connsiteX23" fmla="*/ 0 w 301370"/>
                <a:gd name="connsiteY23" fmla="*/ 200787 h 207549"/>
                <a:gd name="connsiteX24" fmla="*/ 0 w 301370"/>
                <a:gd name="connsiteY24" fmla="*/ 199739 h 207549"/>
                <a:gd name="connsiteX25" fmla="*/ 33719 w 301370"/>
                <a:gd name="connsiteY25" fmla="*/ 10192 h 207549"/>
                <a:gd name="connsiteX26" fmla="*/ 41815 w 301370"/>
                <a:gd name="connsiteY26" fmla="*/ 3143 h 207549"/>
                <a:gd name="connsiteX27" fmla="*/ 89249 w 301370"/>
                <a:gd name="connsiteY27" fmla="*/ 3143 h 207549"/>
                <a:gd name="connsiteX28" fmla="*/ 95250 w 301370"/>
                <a:gd name="connsiteY28" fmla="*/ 9144 h 207549"/>
                <a:gd name="connsiteX29" fmla="*/ 95250 w 301370"/>
                <a:gd name="connsiteY29" fmla="*/ 10192 h 207549"/>
                <a:gd name="connsiteX30" fmla="*/ 94202 w 301370"/>
                <a:gd name="connsiteY30" fmla="*/ 19622 h 207549"/>
                <a:gd name="connsiteX31" fmla="*/ 146209 w 301370"/>
                <a:gd name="connsiteY31" fmla="*/ 0 h 207549"/>
                <a:gd name="connsiteX32" fmla="*/ 186214 w 301370"/>
                <a:gd name="connsiteY32" fmla="*/ 18574 h 207549"/>
                <a:gd name="connsiteX33" fmla="*/ 238220 w 301370"/>
                <a:gd name="connsiteY33" fmla="*/ 0 h 207549"/>
                <a:gd name="connsiteX34" fmla="*/ 301371 w 301370"/>
                <a:gd name="connsiteY34" fmla="*/ 57626 h 207549"/>
                <a:gd name="connsiteX35" fmla="*/ 297466 w 301370"/>
                <a:gd name="connsiteY35" fmla="*/ 89249 h 20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301370" h="207549">
                  <a:moveTo>
                    <a:pt x="297466" y="89154"/>
                  </a:moveTo>
                  <a:lnTo>
                    <a:pt x="278130" y="199739"/>
                  </a:lnTo>
                  <a:cubicBezTo>
                    <a:pt x="277463" y="203645"/>
                    <a:pt x="273558" y="207455"/>
                    <a:pt x="269367" y="207455"/>
                  </a:cubicBezTo>
                  <a:lnTo>
                    <a:pt x="216694" y="207455"/>
                  </a:lnTo>
                  <a:cubicBezTo>
                    <a:pt x="212789" y="207455"/>
                    <a:pt x="210693" y="204311"/>
                    <a:pt x="210693" y="201168"/>
                  </a:cubicBezTo>
                  <a:lnTo>
                    <a:pt x="210693" y="199739"/>
                  </a:lnTo>
                  <a:lnTo>
                    <a:pt x="231743" y="80010"/>
                  </a:lnTo>
                  <a:cubicBezTo>
                    <a:pt x="232410" y="76105"/>
                    <a:pt x="232791" y="72961"/>
                    <a:pt x="232791" y="69818"/>
                  </a:cubicBezTo>
                  <a:cubicBezTo>
                    <a:pt x="232791" y="62484"/>
                    <a:pt x="229934" y="57912"/>
                    <a:pt x="218027" y="57912"/>
                  </a:cubicBezTo>
                  <a:cubicBezTo>
                    <a:pt x="212789" y="57912"/>
                    <a:pt x="204311" y="58960"/>
                    <a:pt x="195929" y="61817"/>
                  </a:cubicBezTo>
                  <a:cubicBezTo>
                    <a:pt x="195548" y="68104"/>
                    <a:pt x="194881" y="73438"/>
                    <a:pt x="193834" y="80105"/>
                  </a:cubicBezTo>
                  <a:lnTo>
                    <a:pt x="172784" y="199835"/>
                  </a:lnTo>
                  <a:cubicBezTo>
                    <a:pt x="172117" y="203740"/>
                    <a:pt x="168592" y="207550"/>
                    <a:pt x="164402" y="207550"/>
                  </a:cubicBezTo>
                  <a:lnTo>
                    <a:pt x="111347" y="207550"/>
                  </a:lnTo>
                  <a:cubicBezTo>
                    <a:pt x="107442" y="207550"/>
                    <a:pt x="105346" y="204407"/>
                    <a:pt x="105346" y="201263"/>
                  </a:cubicBezTo>
                  <a:lnTo>
                    <a:pt x="105346" y="199835"/>
                  </a:lnTo>
                  <a:lnTo>
                    <a:pt x="126397" y="80105"/>
                  </a:lnTo>
                  <a:cubicBezTo>
                    <a:pt x="127064" y="76581"/>
                    <a:pt x="127825" y="72771"/>
                    <a:pt x="127825" y="69533"/>
                  </a:cubicBezTo>
                  <a:cubicBezTo>
                    <a:pt x="127825" y="62865"/>
                    <a:pt x="125349" y="57912"/>
                    <a:pt x="115157" y="57912"/>
                  </a:cubicBezTo>
                  <a:cubicBezTo>
                    <a:pt x="108490" y="57912"/>
                    <a:pt x="99346" y="60674"/>
                    <a:pt x="91631" y="64199"/>
                  </a:cubicBezTo>
                  <a:lnTo>
                    <a:pt x="67723" y="199739"/>
                  </a:lnTo>
                  <a:cubicBezTo>
                    <a:pt x="67056" y="203645"/>
                    <a:pt x="63532" y="207455"/>
                    <a:pt x="59341" y="207455"/>
                  </a:cubicBezTo>
                  <a:lnTo>
                    <a:pt x="6287" y="207455"/>
                  </a:lnTo>
                  <a:cubicBezTo>
                    <a:pt x="2381" y="207455"/>
                    <a:pt x="0" y="204311"/>
                    <a:pt x="0" y="200787"/>
                  </a:cubicBezTo>
                  <a:lnTo>
                    <a:pt x="0" y="199739"/>
                  </a:lnTo>
                  <a:lnTo>
                    <a:pt x="33719" y="10192"/>
                  </a:lnTo>
                  <a:cubicBezTo>
                    <a:pt x="34385" y="6286"/>
                    <a:pt x="37910" y="3143"/>
                    <a:pt x="41815" y="3143"/>
                  </a:cubicBezTo>
                  <a:lnTo>
                    <a:pt x="89249" y="3143"/>
                  </a:lnTo>
                  <a:cubicBezTo>
                    <a:pt x="93154" y="3143"/>
                    <a:pt x="95250" y="5620"/>
                    <a:pt x="95250" y="9144"/>
                  </a:cubicBezTo>
                  <a:lnTo>
                    <a:pt x="95250" y="10192"/>
                  </a:lnTo>
                  <a:lnTo>
                    <a:pt x="94202" y="19622"/>
                  </a:lnTo>
                  <a:cubicBezTo>
                    <a:pt x="110014" y="3143"/>
                    <a:pt x="127540" y="0"/>
                    <a:pt x="146209" y="0"/>
                  </a:cubicBezTo>
                  <a:cubicBezTo>
                    <a:pt x="163068" y="0"/>
                    <a:pt x="177832" y="7715"/>
                    <a:pt x="186214" y="18574"/>
                  </a:cubicBezTo>
                  <a:cubicBezTo>
                    <a:pt x="206597" y="4191"/>
                    <a:pt x="219170" y="0"/>
                    <a:pt x="238220" y="0"/>
                  </a:cubicBezTo>
                  <a:cubicBezTo>
                    <a:pt x="279273" y="0"/>
                    <a:pt x="301371" y="27051"/>
                    <a:pt x="301371" y="57626"/>
                  </a:cubicBezTo>
                  <a:cubicBezTo>
                    <a:pt x="301371" y="68199"/>
                    <a:pt x="299275" y="79058"/>
                    <a:pt x="297466" y="8924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C624061F-F0A2-42A7-A6F5-321ECF789820}"/>
                </a:ext>
              </a:extLst>
            </p:cNvPr>
            <p:cNvSpPr/>
            <p:nvPr/>
          </p:nvSpPr>
          <p:spPr>
            <a:xfrm>
              <a:off x="6206204" y="2912554"/>
              <a:ext cx="203263" cy="210692"/>
            </a:xfrm>
            <a:custGeom>
              <a:avLst/>
              <a:gdLst>
                <a:gd name="connsiteX0" fmla="*/ 202882 w 203263"/>
                <a:gd name="connsiteY0" fmla="*/ 20003 h 210692"/>
                <a:gd name="connsiteX1" fmla="*/ 171259 w 203263"/>
                <a:gd name="connsiteY1" fmla="*/ 200501 h 210692"/>
                <a:gd name="connsiteX2" fmla="*/ 163925 w 203263"/>
                <a:gd name="connsiteY2" fmla="*/ 207550 h 210692"/>
                <a:gd name="connsiteX3" fmla="*/ 120015 w 203263"/>
                <a:gd name="connsiteY3" fmla="*/ 207550 h 210692"/>
                <a:gd name="connsiteX4" fmla="*/ 113728 w 203263"/>
                <a:gd name="connsiteY4" fmla="*/ 201549 h 210692"/>
                <a:gd name="connsiteX5" fmla="*/ 113728 w 203263"/>
                <a:gd name="connsiteY5" fmla="*/ 200501 h 210692"/>
                <a:gd name="connsiteX6" fmla="*/ 115157 w 203263"/>
                <a:gd name="connsiteY6" fmla="*/ 189643 h 210692"/>
                <a:gd name="connsiteX7" fmla="*/ 61055 w 203263"/>
                <a:gd name="connsiteY7" fmla="*/ 210693 h 210692"/>
                <a:gd name="connsiteX8" fmla="*/ 0 w 203263"/>
                <a:gd name="connsiteY8" fmla="*/ 142208 h 210692"/>
                <a:gd name="connsiteX9" fmla="*/ 2095 w 203263"/>
                <a:gd name="connsiteY9" fmla="*/ 121825 h 210692"/>
                <a:gd name="connsiteX10" fmla="*/ 8096 w 203263"/>
                <a:gd name="connsiteY10" fmla="*/ 86392 h 210692"/>
                <a:gd name="connsiteX11" fmla="*/ 115538 w 203263"/>
                <a:gd name="connsiteY11" fmla="*/ 0 h 210692"/>
                <a:gd name="connsiteX12" fmla="*/ 192405 w 203263"/>
                <a:gd name="connsiteY12" fmla="*/ 8763 h 210692"/>
                <a:gd name="connsiteX13" fmla="*/ 203263 w 203263"/>
                <a:gd name="connsiteY13" fmla="*/ 17145 h 210692"/>
                <a:gd name="connsiteX14" fmla="*/ 202882 w 203263"/>
                <a:gd name="connsiteY14" fmla="*/ 19907 h 210692"/>
                <a:gd name="connsiteX15" fmla="*/ 107728 w 203263"/>
                <a:gd name="connsiteY15" fmla="*/ 55817 h 210692"/>
                <a:gd name="connsiteX16" fmla="*/ 74390 w 203263"/>
                <a:gd name="connsiteY16" fmla="*/ 91630 h 210692"/>
                <a:gd name="connsiteX17" fmla="*/ 67723 w 203263"/>
                <a:gd name="connsiteY17" fmla="*/ 129159 h 210692"/>
                <a:gd name="connsiteX18" fmla="*/ 67056 w 203263"/>
                <a:gd name="connsiteY18" fmla="*/ 137922 h 210692"/>
                <a:gd name="connsiteX19" fmla="*/ 83248 w 203263"/>
                <a:gd name="connsiteY19" fmla="*/ 154019 h 210692"/>
                <a:gd name="connsiteX20" fmla="*/ 113443 w 203263"/>
                <a:gd name="connsiteY20" fmla="*/ 144589 h 210692"/>
                <a:gd name="connsiteX21" fmla="*/ 128873 w 203263"/>
                <a:gd name="connsiteY21" fmla="*/ 57150 h 210692"/>
                <a:gd name="connsiteX22" fmla="*/ 107823 w 203263"/>
                <a:gd name="connsiteY22" fmla="*/ 55721 h 21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3263" h="210692">
                  <a:moveTo>
                    <a:pt x="202882" y="20003"/>
                  </a:moveTo>
                  <a:lnTo>
                    <a:pt x="171259" y="200501"/>
                  </a:lnTo>
                  <a:cubicBezTo>
                    <a:pt x="170593" y="204407"/>
                    <a:pt x="167735" y="207550"/>
                    <a:pt x="163925" y="207550"/>
                  </a:cubicBezTo>
                  <a:lnTo>
                    <a:pt x="120015" y="207550"/>
                  </a:lnTo>
                  <a:cubicBezTo>
                    <a:pt x="116110" y="207550"/>
                    <a:pt x="113728" y="205073"/>
                    <a:pt x="113728" y="201549"/>
                  </a:cubicBezTo>
                  <a:lnTo>
                    <a:pt x="113728" y="200501"/>
                  </a:lnTo>
                  <a:lnTo>
                    <a:pt x="115157" y="189643"/>
                  </a:lnTo>
                  <a:cubicBezTo>
                    <a:pt x="96583" y="204026"/>
                    <a:pt x="80772" y="210693"/>
                    <a:pt x="61055" y="210693"/>
                  </a:cubicBezTo>
                  <a:cubicBezTo>
                    <a:pt x="26956" y="210693"/>
                    <a:pt x="0" y="186119"/>
                    <a:pt x="0" y="142208"/>
                  </a:cubicBezTo>
                  <a:cubicBezTo>
                    <a:pt x="0" y="135922"/>
                    <a:pt x="1048" y="127826"/>
                    <a:pt x="2095" y="121825"/>
                  </a:cubicBezTo>
                  <a:lnTo>
                    <a:pt x="8096" y="86392"/>
                  </a:lnTo>
                  <a:cubicBezTo>
                    <a:pt x="19336" y="19336"/>
                    <a:pt x="61817" y="0"/>
                    <a:pt x="115538" y="0"/>
                  </a:cubicBezTo>
                  <a:cubicBezTo>
                    <a:pt x="140494" y="0"/>
                    <a:pt x="167545" y="3905"/>
                    <a:pt x="192405" y="8763"/>
                  </a:cubicBezTo>
                  <a:cubicBezTo>
                    <a:pt x="199072" y="10192"/>
                    <a:pt x="203263" y="11239"/>
                    <a:pt x="203263" y="17145"/>
                  </a:cubicBezTo>
                  <a:cubicBezTo>
                    <a:pt x="203263" y="17812"/>
                    <a:pt x="203263" y="18860"/>
                    <a:pt x="202882" y="19907"/>
                  </a:cubicBezTo>
                  <a:close/>
                  <a:moveTo>
                    <a:pt x="107728" y="55817"/>
                  </a:moveTo>
                  <a:cubicBezTo>
                    <a:pt x="88106" y="55817"/>
                    <a:pt x="79248" y="63532"/>
                    <a:pt x="74390" y="91630"/>
                  </a:cubicBezTo>
                  <a:lnTo>
                    <a:pt x="67723" y="129159"/>
                  </a:lnTo>
                  <a:cubicBezTo>
                    <a:pt x="67056" y="132302"/>
                    <a:pt x="67056" y="135446"/>
                    <a:pt x="67056" y="137922"/>
                  </a:cubicBezTo>
                  <a:cubicBezTo>
                    <a:pt x="67056" y="150590"/>
                    <a:pt x="73342" y="154019"/>
                    <a:pt x="83248" y="154019"/>
                  </a:cubicBezTo>
                  <a:cubicBezTo>
                    <a:pt x="93821" y="154019"/>
                    <a:pt x="106394" y="148781"/>
                    <a:pt x="113443" y="144589"/>
                  </a:cubicBezTo>
                  <a:lnTo>
                    <a:pt x="128873" y="57150"/>
                  </a:lnTo>
                  <a:cubicBezTo>
                    <a:pt x="122872" y="56483"/>
                    <a:pt x="114871" y="55721"/>
                    <a:pt x="107823" y="5572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61" name="Gráfico 4">
              <a:extLst>
                <a:ext uri="{FF2B5EF4-FFF2-40B4-BE49-F238E27FC236}">
                  <a16:creationId xmlns:a16="http://schemas.microsoft.com/office/drawing/2014/main" id="{906C5F74-CE8E-45CF-B1A2-3E102F4B0610}"/>
                </a:ext>
              </a:extLst>
            </p:cNvPr>
            <p:cNvGrpSpPr/>
            <p:nvPr/>
          </p:nvGrpSpPr>
          <p:grpSpPr>
            <a:xfrm>
              <a:off x="4915090" y="3864768"/>
              <a:ext cx="401822" cy="149352"/>
              <a:chOff x="4915090" y="3864768"/>
              <a:chExt cx="401822" cy="149352"/>
            </a:xfrm>
            <a:solidFill>
              <a:srgbClr val="FFFFFF"/>
            </a:solidFill>
          </p:grpSpPr>
          <p:sp>
            <p:nvSpPr>
              <p:cNvPr id="82" name="Forma Livre: Forma 81">
                <a:extLst>
                  <a:ext uri="{FF2B5EF4-FFF2-40B4-BE49-F238E27FC236}">
                    <a16:creationId xmlns:a16="http://schemas.microsoft.com/office/drawing/2014/main" id="{E44B31CC-D9D4-4E11-BE1E-C492755B16CE}"/>
                  </a:ext>
                </a:extLst>
              </p:cNvPr>
              <p:cNvSpPr/>
              <p:nvPr/>
            </p:nvSpPr>
            <p:spPr>
              <a:xfrm>
                <a:off x="4915090" y="3864768"/>
                <a:ext cx="118014" cy="149352"/>
              </a:xfrm>
              <a:custGeom>
                <a:avLst/>
                <a:gdLst>
                  <a:gd name="connsiteX0" fmla="*/ 117824 w 118014"/>
                  <a:gd name="connsiteY0" fmla="*/ 8668 h 149352"/>
                  <a:gd name="connsiteX1" fmla="*/ 113538 w 118014"/>
                  <a:gd name="connsiteY1" fmla="*/ 33147 h 149352"/>
                  <a:gd name="connsiteX2" fmla="*/ 109442 w 118014"/>
                  <a:gd name="connsiteY2" fmla="*/ 36862 h 149352"/>
                  <a:gd name="connsiteX3" fmla="*/ 109061 w 118014"/>
                  <a:gd name="connsiteY3" fmla="*/ 36862 h 149352"/>
                  <a:gd name="connsiteX4" fmla="*/ 64961 w 118014"/>
                  <a:gd name="connsiteY4" fmla="*/ 34290 h 149352"/>
                  <a:gd name="connsiteX5" fmla="*/ 53816 w 118014"/>
                  <a:gd name="connsiteY5" fmla="*/ 42481 h 149352"/>
                  <a:gd name="connsiteX6" fmla="*/ 62484 w 118014"/>
                  <a:gd name="connsiteY6" fmla="*/ 50959 h 149352"/>
                  <a:gd name="connsiteX7" fmla="*/ 86392 w 118014"/>
                  <a:gd name="connsiteY7" fmla="*/ 65056 h 149352"/>
                  <a:gd name="connsiteX8" fmla="*/ 106013 w 118014"/>
                  <a:gd name="connsiteY8" fmla="*/ 97822 h 149352"/>
                  <a:gd name="connsiteX9" fmla="*/ 41910 w 118014"/>
                  <a:gd name="connsiteY9" fmla="*/ 149352 h 149352"/>
                  <a:gd name="connsiteX10" fmla="*/ 3334 w 118014"/>
                  <a:gd name="connsiteY10" fmla="*/ 144304 h 149352"/>
                  <a:gd name="connsiteX11" fmla="*/ 0 w 118014"/>
                  <a:gd name="connsiteY11" fmla="*/ 140970 h 149352"/>
                  <a:gd name="connsiteX12" fmla="*/ 0 w 118014"/>
                  <a:gd name="connsiteY12" fmla="*/ 140398 h 149352"/>
                  <a:gd name="connsiteX13" fmla="*/ 4096 w 118014"/>
                  <a:gd name="connsiteY13" fmla="*/ 116300 h 149352"/>
                  <a:gd name="connsiteX14" fmla="*/ 8573 w 118014"/>
                  <a:gd name="connsiteY14" fmla="*/ 112395 h 149352"/>
                  <a:gd name="connsiteX15" fmla="*/ 8954 w 118014"/>
                  <a:gd name="connsiteY15" fmla="*/ 112395 h 149352"/>
                  <a:gd name="connsiteX16" fmla="*/ 48197 w 118014"/>
                  <a:gd name="connsiteY16" fmla="*/ 115348 h 149352"/>
                  <a:gd name="connsiteX17" fmla="*/ 62484 w 118014"/>
                  <a:gd name="connsiteY17" fmla="*/ 103823 h 149352"/>
                  <a:gd name="connsiteX18" fmla="*/ 54864 w 118014"/>
                  <a:gd name="connsiteY18" fmla="*/ 94964 h 149352"/>
                  <a:gd name="connsiteX19" fmla="*/ 29527 w 118014"/>
                  <a:gd name="connsiteY19" fmla="*/ 78296 h 149352"/>
                  <a:gd name="connsiteX20" fmla="*/ 12668 w 118014"/>
                  <a:gd name="connsiteY20" fmla="*/ 45910 h 149352"/>
                  <a:gd name="connsiteX21" fmla="*/ 71533 w 118014"/>
                  <a:gd name="connsiteY21" fmla="*/ 0 h 149352"/>
                  <a:gd name="connsiteX22" fmla="*/ 115062 w 118014"/>
                  <a:gd name="connsiteY22" fmla="*/ 4858 h 149352"/>
                  <a:gd name="connsiteX23" fmla="*/ 118015 w 118014"/>
                  <a:gd name="connsiteY23" fmla="*/ 8001 h 149352"/>
                  <a:gd name="connsiteX24" fmla="*/ 118015 w 118014"/>
                  <a:gd name="connsiteY24" fmla="*/ 8573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18014" h="149352">
                    <a:moveTo>
                      <a:pt x="117824" y="8668"/>
                    </a:moveTo>
                    <a:lnTo>
                      <a:pt x="113538" y="33147"/>
                    </a:lnTo>
                    <a:cubicBezTo>
                      <a:pt x="113157" y="35338"/>
                      <a:pt x="111538" y="36862"/>
                      <a:pt x="109442" y="36862"/>
                    </a:cubicBezTo>
                    <a:lnTo>
                      <a:pt x="109061" y="36862"/>
                    </a:lnTo>
                    <a:cubicBezTo>
                      <a:pt x="101251" y="36290"/>
                      <a:pt x="79058" y="34290"/>
                      <a:pt x="64961" y="34290"/>
                    </a:cubicBezTo>
                    <a:cubicBezTo>
                      <a:pt x="59436" y="34290"/>
                      <a:pt x="53816" y="36100"/>
                      <a:pt x="53816" y="42481"/>
                    </a:cubicBezTo>
                    <a:cubicBezTo>
                      <a:pt x="53816" y="45244"/>
                      <a:pt x="55817" y="46958"/>
                      <a:pt x="62484" y="50959"/>
                    </a:cubicBezTo>
                    <a:lnTo>
                      <a:pt x="86392" y="65056"/>
                    </a:lnTo>
                    <a:cubicBezTo>
                      <a:pt x="100489" y="73247"/>
                      <a:pt x="106013" y="84106"/>
                      <a:pt x="106013" y="97822"/>
                    </a:cubicBezTo>
                    <a:cubicBezTo>
                      <a:pt x="106013" y="134493"/>
                      <a:pt x="75248" y="149352"/>
                      <a:pt x="41910" y="149352"/>
                    </a:cubicBezTo>
                    <a:cubicBezTo>
                      <a:pt x="25813" y="149352"/>
                      <a:pt x="13240" y="147161"/>
                      <a:pt x="3334" y="144304"/>
                    </a:cubicBezTo>
                    <a:cubicBezTo>
                      <a:pt x="1524" y="143732"/>
                      <a:pt x="0" y="142685"/>
                      <a:pt x="0" y="140970"/>
                    </a:cubicBezTo>
                    <a:lnTo>
                      <a:pt x="0" y="140398"/>
                    </a:lnTo>
                    <a:lnTo>
                      <a:pt x="4096" y="116300"/>
                    </a:lnTo>
                    <a:cubicBezTo>
                      <a:pt x="4477" y="114110"/>
                      <a:pt x="6287" y="112395"/>
                      <a:pt x="8573" y="112395"/>
                    </a:cubicBezTo>
                    <a:lnTo>
                      <a:pt x="8954" y="112395"/>
                    </a:lnTo>
                    <a:cubicBezTo>
                      <a:pt x="16955" y="113157"/>
                      <a:pt x="37814" y="115348"/>
                      <a:pt x="48197" y="115348"/>
                    </a:cubicBezTo>
                    <a:cubicBezTo>
                      <a:pt x="56007" y="115348"/>
                      <a:pt x="62484" y="112586"/>
                      <a:pt x="62484" y="103823"/>
                    </a:cubicBezTo>
                    <a:cubicBezTo>
                      <a:pt x="62484" y="100870"/>
                      <a:pt x="60484" y="98679"/>
                      <a:pt x="54864" y="94964"/>
                    </a:cubicBezTo>
                    <a:lnTo>
                      <a:pt x="29527" y="78296"/>
                    </a:lnTo>
                    <a:cubicBezTo>
                      <a:pt x="18193" y="70866"/>
                      <a:pt x="12668" y="58102"/>
                      <a:pt x="12668" y="45910"/>
                    </a:cubicBezTo>
                    <a:cubicBezTo>
                      <a:pt x="12668" y="10573"/>
                      <a:pt x="40291" y="0"/>
                      <a:pt x="71533" y="0"/>
                    </a:cubicBezTo>
                    <a:cubicBezTo>
                      <a:pt x="87059" y="0"/>
                      <a:pt x="107442" y="2572"/>
                      <a:pt x="115062" y="4858"/>
                    </a:cubicBezTo>
                    <a:cubicBezTo>
                      <a:pt x="116586" y="5429"/>
                      <a:pt x="118015" y="6191"/>
                      <a:pt x="118015" y="8001"/>
                    </a:cubicBezTo>
                    <a:lnTo>
                      <a:pt x="118015" y="857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" name="Forma Livre: Forma 82">
                <a:extLst>
                  <a:ext uri="{FF2B5EF4-FFF2-40B4-BE49-F238E27FC236}">
                    <a16:creationId xmlns:a16="http://schemas.microsoft.com/office/drawing/2014/main" id="{D5A01F7F-CDAF-4005-8D9E-6F658D418468}"/>
                  </a:ext>
                </a:extLst>
              </p:cNvPr>
              <p:cNvSpPr/>
              <p:nvPr/>
            </p:nvSpPr>
            <p:spPr>
              <a:xfrm>
                <a:off x="5033486" y="3864768"/>
                <a:ext cx="111061" cy="149352"/>
              </a:xfrm>
              <a:custGeom>
                <a:avLst/>
                <a:gdLst>
                  <a:gd name="connsiteX0" fmla="*/ 110966 w 111061"/>
                  <a:gd name="connsiteY0" fmla="*/ 6287 h 149352"/>
                  <a:gd name="connsiteX1" fmla="*/ 106871 w 111061"/>
                  <a:gd name="connsiteY1" fmla="*/ 30194 h 149352"/>
                  <a:gd name="connsiteX2" fmla="*/ 102203 w 111061"/>
                  <a:gd name="connsiteY2" fmla="*/ 34100 h 149352"/>
                  <a:gd name="connsiteX3" fmla="*/ 62579 w 111061"/>
                  <a:gd name="connsiteY3" fmla="*/ 34100 h 149352"/>
                  <a:gd name="connsiteX4" fmla="*/ 51435 w 111061"/>
                  <a:gd name="connsiteY4" fmla="*/ 43910 h 149352"/>
                  <a:gd name="connsiteX5" fmla="*/ 48863 w 111061"/>
                  <a:gd name="connsiteY5" fmla="*/ 58198 h 149352"/>
                  <a:gd name="connsiteX6" fmla="*/ 97060 w 111061"/>
                  <a:gd name="connsiteY6" fmla="*/ 58198 h 149352"/>
                  <a:gd name="connsiteX7" fmla="*/ 100394 w 111061"/>
                  <a:gd name="connsiteY7" fmla="*/ 61531 h 149352"/>
                  <a:gd name="connsiteX8" fmla="*/ 100394 w 111061"/>
                  <a:gd name="connsiteY8" fmla="*/ 62103 h 149352"/>
                  <a:gd name="connsiteX9" fmla="*/ 96298 w 111061"/>
                  <a:gd name="connsiteY9" fmla="*/ 85249 h 149352"/>
                  <a:gd name="connsiteX10" fmla="*/ 91821 w 111061"/>
                  <a:gd name="connsiteY10" fmla="*/ 89154 h 149352"/>
                  <a:gd name="connsiteX11" fmla="*/ 43625 w 111061"/>
                  <a:gd name="connsiteY11" fmla="*/ 89154 h 149352"/>
                  <a:gd name="connsiteX12" fmla="*/ 40672 w 111061"/>
                  <a:gd name="connsiteY12" fmla="*/ 105442 h 149352"/>
                  <a:gd name="connsiteX13" fmla="*/ 40291 w 111061"/>
                  <a:gd name="connsiteY13" fmla="*/ 109347 h 149352"/>
                  <a:gd name="connsiteX14" fmla="*/ 48292 w 111061"/>
                  <a:gd name="connsiteY14" fmla="*/ 115252 h 149352"/>
                  <a:gd name="connsiteX15" fmla="*/ 87916 w 111061"/>
                  <a:gd name="connsiteY15" fmla="*/ 115252 h 149352"/>
                  <a:gd name="connsiteX16" fmla="*/ 91250 w 111061"/>
                  <a:gd name="connsiteY16" fmla="*/ 118586 h 149352"/>
                  <a:gd name="connsiteX17" fmla="*/ 91250 w 111061"/>
                  <a:gd name="connsiteY17" fmla="*/ 119158 h 149352"/>
                  <a:gd name="connsiteX18" fmla="*/ 86963 w 111061"/>
                  <a:gd name="connsiteY18" fmla="*/ 143065 h 149352"/>
                  <a:gd name="connsiteX19" fmla="*/ 82487 w 111061"/>
                  <a:gd name="connsiteY19" fmla="*/ 146971 h 149352"/>
                  <a:gd name="connsiteX20" fmla="*/ 43910 w 111061"/>
                  <a:gd name="connsiteY20" fmla="*/ 149352 h 149352"/>
                  <a:gd name="connsiteX21" fmla="*/ 0 w 111061"/>
                  <a:gd name="connsiteY21" fmla="*/ 115443 h 149352"/>
                  <a:gd name="connsiteX22" fmla="*/ 953 w 111061"/>
                  <a:gd name="connsiteY22" fmla="*/ 105442 h 149352"/>
                  <a:gd name="connsiteX23" fmla="*/ 11716 w 111061"/>
                  <a:gd name="connsiteY23" fmla="*/ 43910 h 149352"/>
                  <a:gd name="connsiteX24" fmla="*/ 69723 w 111061"/>
                  <a:gd name="connsiteY24" fmla="*/ 0 h 149352"/>
                  <a:gd name="connsiteX25" fmla="*/ 107918 w 111061"/>
                  <a:gd name="connsiteY25" fmla="*/ 2381 h 149352"/>
                  <a:gd name="connsiteX26" fmla="*/ 111062 w 111061"/>
                  <a:gd name="connsiteY26" fmla="*/ 5525 h 149352"/>
                  <a:gd name="connsiteX27" fmla="*/ 111062 w 111061"/>
                  <a:gd name="connsiteY27" fmla="*/ 6287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1061" h="149352">
                    <a:moveTo>
                      <a:pt x="110966" y="6287"/>
                    </a:moveTo>
                    <a:lnTo>
                      <a:pt x="106871" y="30194"/>
                    </a:lnTo>
                    <a:cubicBezTo>
                      <a:pt x="106489" y="32385"/>
                      <a:pt x="104299" y="34100"/>
                      <a:pt x="102203" y="34100"/>
                    </a:cubicBezTo>
                    <a:lnTo>
                      <a:pt x="62579" y="34100"/>
                    </a:lnTo>
                    <a:cubicBezTo>
                      <a:pt x="55531" y="34100"/>
                      <a:pt x="52769" y="36481"/>
                      <a:pt x="51435" y="43910"/>
                    </a:cubicBezTo>
                    <a:lnTo>
                      <a:pt x="48863" y="58198"/>
                    </a:lnTo>
                    <a:lnTo>
                      <a:pt x="97060" y="58198"/>
                    </a:lnTo>
                    <a:cubicBezTo>
                      <a:pt x="99060" y="58198"/>
                      <a:pt x="100394" y="59531"/>
                      <a:pt x="100394" y="61531"/>
                    </a:cubicBezTo>
                    <a:lnTo>
                      <a:pt x="100394" y="62103"/>
                    </a:lnTo>
                    <a:lnTo>
                      <a:pt x="96298" y="85249"/>
                    </a:lnTo>
                    <a:cubicBezTo>
                      <a:pt x="95917" y="87440"/>
                      <a:pt x="93917" y="89154"/>
                      <a:pt x="91821" y="89154"/>
                    </a:cubicBezTo>
                    <a:lnTo>
                      <a:pt x="43625" y="89154"/>
                    </a:lnTo>
                    <a:lnTo>
                      <a:pt x="40672" y="105442"/>
                    </a:lnTo>
                    <a:cubicBezTo>
                      <a:pt x="40481" y="106966"/>
                      <a:pt x="40291" y="108204"/>
                      <a:pt x="40291" y="109347"/>
                    </a:cubicBezTo>
                    <a:cubicBezTo>
                      <a:pt x="40291" y="113824"/>
                      <a:pt x="42672" y="115252"/>
                      <a:pt x="48292" y="115252"/>
                    </a:cubicBezTo>
                    <a:lnTo>
                      <a:pt x="87916" y="115252"/>
                    </a:lnTo>
                    <a:cubicBezTo>
                      <a:pt x="89916" y="115252"/>
                      <a:pt x="91250" y="116586"/>
                      <a:pt x="91250" y="118586"/>
                    </a:cubicBezTo>
                    <a:lnTo>
                      <a:pt x="91250" y="119158"/>
                    </a:lnTo>
                    <a:lnTo>
                      <a:pt x="86963" y="143065"/>
                    </a:lnTo>
                    <a:cubicBezTo>
                      <a:pt x="86582" y="145447"/>
                      <a:pt x="84963" y="146590"/>
                      <a:pt x="82487" y="146971"/>
                    </a:cubicBezTo>
                    <a:cubicBezTo>
                      <a:pt x="74867" y="147923"/>
                      <a:pt x="62865" y="149352"/>
                      <a:pt x="43910" y="149352"/>
                    </a:cubicBezTo>
                    <a:cubicBezTo>
                      <a:pt x="20955" y="149352"/>
                      <a:pt x="0" y="141161"/>
                      <a:pt x="0" y="115443"/>
                    </a:cubicBezTo>
                    <a:cubicBezTo>
                      <a:pt x="0" y="112300"/>
                      <a:pt x="381" y="108966"/>
                      <a:pt x="953" y="105442"/>
                    </a:cubicBezTo>
                    <a:lnTo>
                      <a:pt x="11716" y="43910"/>
                    </a:lnTo>
                    <a:cubicBezTo>
                      <a:pt x="18574" y="4286"/>
                      <a:pt x="42101" y="0"/>
                      <a:pt x="69723" y="0"/>
                    </a:cubicBezTo>
                    <a:cubicBezTo>
                      <a:pt x="88773" y="0"/>
                      <a:pt x="100679" y="1333"/>
                      <a:pt x="107918" y="2381"/>
                    </a:cubicBezTo>
                    <a:cubicBezTo>
                      <a:pt x="110109" y="2572"/>
                      <a:pt x="111062" y="3524"/>
                      <a:pt x="111062" y="5525"/>
                    </a:cubicBezTo>
                    <a:lnTo>
                      <a:pt x="111062" y="62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4" name="Forma Livre: Forma 83">
                <a:extLst>
                  <a:ext uri="{FF2B5EF4-FFF2-40B4-BE49-F238E27FC236}">
                    <a16:creationId xmlns:a16="http://schemas.microsoft.com/office/drawing/2014/main" id="{730CAC33-2256-4ADD-9DB2-5592430B0467}"/>
                  </a:ext>
                </a:extLst>
              </p:cNvPr>
              <p:cNvSpPr/>
              <p:nvPr/>
            </p:nvSpPr>
            <p:spPr>
              <a:xfrm>
                <a:off x="5138832" y="3864768"/>
                <a:ext cx="118014" cy="149352"/>
              </a:xfrm>
              <a:custGeom>
                <a:avLst/>
                <a:gdLst>
                  <a:gd name="connsiteX0" fmla="*/ 117824 w 118014"/>
                  <a:gd name="connsiteY0" fmla="*/ 8668 h 149352"/>
                  <a:gd name="connsiteX1" fmla="*/ 113538 w 118014"/>
                  <a:gd name="connsiteY1" fmla="*/ 33147 h 149352"/>
                  <a:gd name="connsiteX2" fmla="*/ 109442 w 118014"/>
                  <a:gd name="connsiteY2" fmla="*/ 36862 h 149352"/>
                  <a:gd name="connsiteX3" fmla="*/ 109061 w 118014"/>
                  <a:gd name="connsiteY3" fmla="*/ 36862 h 149352"/>
                  <a:gd name="connsiteX4" fmla="*/ 64960 w 118014"/>
                  <a:gd name="connsiteY4" fmla="*/ 34290 h 149352"/>
                  <a:gd name="connsiteX5" fmla="*/ 53816 w 118014"/>
                  <a:gd name="connsiteY5" fmla="*/ 42481 h 149352"/>
                  <a:gd name="connsiteX6" fmla="*/ 62484 w 118014"/>
                  <a:gd name="connsiteY6" fmla="*/ 50959 h 149352"/>
                  <a:gd name="connsiteX7" fmla="*/ 86392 w 118014"/>
                  <a:gd name="connsiteY7" fmla="*/ 65056 h 149352"/>
                  <a:gd name="connsiteX8" fmla="*/ 106013 w 118014"/>
                  <a:gd name="connsiteY8" fmla="*/ 97822 h 149352"/>
                  <a:gd name="connsiteX9" fmla="*/ 41910 w 118014"/>
                  <a:gd name="connsiteY9" fmla="*/ 149352 h 149352"/>
                  <a:gd name="connsiteX10" fmla="*/ 3334 w 118014"/>
                  <a:gd name="connsiteY10" fmla="*/ 144304 h 149352"/>
                  <a:gd name="connsiteX11" fmla="*/ 0 w 118014"/>
                  <a:gd name="connsiteY11" fmla="*/ 140970 h 149352"/>
                  <a:gd name="connsiteX12" fmla="*/ 0 w 118014"/>
                  <a:gd name="connsiteY12" fmla="*/ 140398 h 149352"/>
                  <a:gd name="connsiteX13" fmla="*/ 4096 w 118014"/>
                  <a:gd name="connsiteY13" fmla="*/ 116300 h 149352"/>
                  <a:gd name="connsiteX14" fmla="*/ 8572 w 118014"/>
                  <a:gd name="connsiteY14" fmla="*/ 112395 h 149352"/>
                  <a:gd name="connsiteX15" fmla="*/ 8954 w 118014"/>
                  <a:gd name="connsiteY15" fmla="*/ 112395 h 149352"/>
                  <a:gd name="connsiteX16" fmla="*/ 48196 w 118014"/>
                  <a:gd name="connsiteY16" fmla="*/ 115348 h 149352"/>
                  <a:gd name="connsiteX17" fmla="*/ 62484 w 118014"/>
                  <a:gd name="connsiteY17" fmla="*/ 103823 h 149352"/>
                  <a:gd name="connsiteX18" fmla="*/ 54864 w 118014"/>
                  <a:gd name="connsiteY18" fmla="*/ 94964 h 149352"/>
                  <a:gd name="connsiteX19" fmla="*/ 29528 w 118014"/>
                  <a:gd name="connsiteY19" fmla="*/ 78296 h 149352"/>
                  <a:gd name="connsiteX20" fmla="*/ 12668 w 118014"/>
                  <a:gd name="connsiteY20" fmla="*/ 45910 h 149352"/>
                  <a:gd name="connsiteX21" fmla="*/ 71533 w 118014"/>
                  <a:gd name="connsiteY21" fmla="*/ 0 h 149352"/>
                  <a:gd name="connsiteX22" fmla="*/ 115062 w 118014"/>
                  <a:gd name="connsiteY22" fmla="*/ 4858 h 149352"/>
                  <a:gd name="connsiteX23" fmla="*/ 118015 w 118014"/>
                  <a:gd name="connsiteY23" fmla="*/ 8001 h 149352"/>
                  <a:gd name="connsiteX24" fmla="*/ 118015 w 118014"/>
                  <a:gd name="connsiteY24" fmla="*/ 8573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18014" h="149352">
                    <a:moveTo>
                      <a:pt x="117824" y="8668"/>
                    </a:moveTo>
                    <a:lnTo>
                      <a:pt x="113538" y="33147"/>
                    </a:lnTo>
                    <a:cubicBezTo>
                      <a:pt x="113157" y="35338"/>
                      <a:pt x="111538" y="36862"/>
                      <a:pt x="109442" y="36862"/>
                    </a:cubicBezTo>
                    <a:lnTo>
                      <a:pt x="109061" y="36862"/>
                    </a:lnTo>
                    <a:cubicBezTo>
                      <a:pt x="101251" y="36290"/>
                      <a:pt x="79057" y="34290"/>
                      <a:pt x="64960" y="34290"/>
                    </a:cubicBezTo>
                    <a:cubicBezTo>
                      <a:pt x="59436" y="34290"/>
                      <a:pt x="53816" y="36100"/>
                      <a:pt x="53816" y="42481"/>
                    </a:cubicBezTo>
                    <a:cubicBezTo>
                      <a:pt x="53816" y="45244"/>
                      <a:pt x="55817" y="46958"/>
                      <a:pt x="62484" y="50959"/>
                    </a:cubicBezTo>
                    <a:lnTo>
                      <a:pt x="86392" y="65056"/>
                    </a:lnTo>
                    <a:cubicBezTo>
                      <a:pt x="100489" y="73247"/>
                      <a:pt x="106013" y="84106"/>
                      <a:pt x="106013" y="97822"/>
                    </a:cubicBezTo>
                    <a:cubicBezTo>
                      <a:pt x="106013" y="134493"/>
                      <a:pt x="75248" y="149352"/>
                      <a:pt x="41910" y="149352"/>
                    </a:cubicBezTo>
                    <a:cubicBezTo>
                      <a:pt x="25813" y="149352"/>
                      <a:pt x="13240" y="147161"/>
                      <a:pt x="3334" y="144304"/>
                    </a:cubicBezTo>
                    <a:cubicBezTo>
                      <a:pt x="1524" y="143732"/>
                      <a:pt x="0" y="142685"/>
                      <a:pt x="0" y="140970"/>
                    </a:cubicBezTo>
                    <a:lnTo>
                      <a:pt x="0" y="140398"/>
                    </a:lnTo>
                    <a:lnTo>
                      <a:pt x="4096" y="116300"/>
                    </a:lnTo>
                    <a:cubicBezTo>
                      <a:pt x="4477" y="114110"/>
                      <a:pt x="6286" y="112395"/>
                      <a:pt x="8572" y="112395"/>
                    </a:cubicBezTo>
                    <a:lnTo>
                      <a:pt x="8954" y="112395"/>
                    </a:lnTo>
                    <a:cubicBezTo>
                      <a:pt x="16955" y="113157"/>
                      <a:pt x="37814" y="115348"/>
                      <a:pt x="48196" y="115348"/>
                    </a:cubicBezTo>
                    <a:cubicBezTo>
                      <a:pt x="56007" y="115348"/>
                      <a:pt x="62484" y="112586"/>
                      <a:pt x="62484" y="103823"/>
                    </a:cubicBezTo>
                    <a:cubicBezTo>
                      <a:pt x="62484" y="100870"/>
                      <a:pt x="60484" y="98679"/>
                      <a:pt x="54864" y="94964"/>
                    </a:cubicBezTo>
                    <a:lnTo>
                      <a:pt x="29528" y="78296"/>
                    </a:lnTo>
                    <a:cubicBezTo>
                      <a:pt x="18193" y="70866"/>
                      <a:pt x="12668" y="58102"/>
                      <a:pt x="12668" y="45910"/>
                    </a:cubicBezTo>
                    <a:cubicBezTo>
                      <a:pt x="12668" y="10573"/>
                      <a:pt x="40291" y="0"/>
                      <a:pt x="71533" y="0"/>
                    </a:cubicBezTo>
                    <a:cubicBezTo>
                      <a:pt x="87059" y="0"/>
                      <a:pt x="107442" y="2572"/>
                      <a:pt x="115062" y="4858"/>
                    </a:cubicBezTo>
                    <a:cubicBezTo>
                      <a:pt x="116586" y="5429"/>
                      <a:pt x="118015" y="6191"/>
                      <a:pt x="118015" y="8001"/>
                    </a:cubicBezTo>
                    <a:lnTo>
                      <a:pt x="118015" y="857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5" name="Forma Livre: Forma 84">
                <a:extLst>
                  <a:ext uri="{FF2B5EF4-FFF2-40B4-BE49-F238E27FC236}">
                    <a16:creationId xmlns:a16="http://schemas.microsoft.com/office/drawing/2014/main" id="{3385C883-3796-4A63-9957-339FC8E59492}"/>
                  </a:ext>
                </a:extLst>
              </p:cNvPr>
              <p:cNvSpPr/>
              <p:nvPr/>
            </p:nvSpPr>
            <p:spPr>
              <a:xfrm>
                <a:off x="5252489" y="3866768"/>
                <a:ext cx="64424" cy="145637"/>
              </a:xfrm>
              <a:custGeom>
                <a:avLst/>
                <a:gdLst>
                  <a:gd name="connsiteX0" fmla="*/ 64366 w 64424"/>
                  <a:gd name="connsiteY0" fmla="*/ 3715 h 145637"/>
                  <a:gd name="connsiteX1" fmla="*/ 40077 w 64424"/>
                  <a:gd name="connsiteY1" fmla="*/ 141732 h 145637"/>
                  <a:gd name="connsiteX2" fmla="*/ 35410 w 64424"/>
                  <a:gd name="connsiteY2" fmla="*/ 145637 h 145637"/>
                  <a:gd name="connsiteX3" fmla="*/ 3215 w 64424"/>
                  <a:gd name="connsiteY3" fmla="*/ 145637 h 145637"/>
                  <a:gd name="connsiteX4" fmla="*/ 72 w 64424"/>
                  <a:gd name="connsiteY4" fmla="*/ 141732 h 145637"/>
                  <a:gd name="connsiteX5" fmla="*/ 24361 w 64424"/>
                  <a:gd name="connsiteY5" fmla="*/ 3715 h 145637"/>
                  <a:gd name="connsiteX6" fmla="*/ 28838 w 64424"/>
                  <a:gd name="connsiteY6" fmla="*/ 0 h 145637"/>
                  <a:gd name="connsiteX7" fmla="*/ 61032 w 64424"/>
                  <a:gd name="connsiteY7" fmla="*/ 0 h 145637"/>
                  <a:gd name="connsiteX8" fmla="*/ 64366 w 64424"/>
                  <a:gd name="connsiteY8" fmla="*/ 3715 h 145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424" h="145637">
                    <a:moveTo>
                      <a:pt x="64366" y="3715"/>
                    </a:moveTo>
                    <a:lnTo>
                      <a:pt x="40077" y="141732"/>
                    </a:lnTo>
                    <a:cubicBezTo>
                      <a:pt x="39696" y="143923"/>
                      <a:pt x="38267" y="145637"/>
                      <a:pt x="35410" y="145637"/>
                    </a:cubicBezTo>
                    <a:lnTo>
                      <a:pt x="3215" y="145637"/>
                    </a:lnTo>
                    <a:cubicBezTo>
                      <a:pt x="834" y="145637"/>
                      <a:pt x="-309" y="143637"/>
                      <a:pt x="72" y="141732"/>
                    </a:cubicBezTo>
                    <a:lnTo>
                      <a:pt x="24361" y="3715"/>
                    </a:lnTo>
                    <a:cubicBezTo>
                      <a:pt x="24742" y="1524"/>
                      <a:pt x="26742" y="0"/>
                      <a:pt x="28838" y="0"/>
                    </a:cubicBezTo>
                    <a:lnTo>
                      <a:pt x="61032" y="0"/>
                    </a:lnTo>
                    <a:cubicBezTo>
                      <a:pt x="63223" y="0"/>
                      <a:pt x="64747" y="1143"/>
                      <a:pt x="64366" y="37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43BB2946-804E-498D-BCEB-72BEEE153636}"/>
                </a:ext>
              </a:extLst>
            </p:cNvPr>
            <p:cNvSpPr/>
            <p:nvPr/>
          </p:nvSpPr>
          <p:spPr>
            <a:xfrm>
              <a:off x="5359145" y="3866768"/>
              <a:ext cx="33146" cy="145637"/>
            </a:xfrm>
            <a:custGeom>
              <a:avLst/>
              <a:gdLst>
                <a:gd name="connsiteX0" fmla="*/ 33147 w 33146"/>
                <a:gd name="connsiteY0" fmla="*/ 3715 h 145637"/>
                <a:gd name="connsiteX1" fmla="*/ 8668 w 33146"/>
                <a:gd name="connsiteY1" fmla="*/ 141923 h 145637"/>
                <a:gd name="connsiteX2" fmla="*/ 4763 w 33146"/>
                <a:gd name="connsiteY2" fmla="*/ 145637 h 145637"/>
                <a:gd name="connsiteX3" fmla="*/ 2762 w 33146"/>
                <a:gd name="connsiteY3" fmla="*/ 145637 h 145637"/>
                <a:gd name="connsiteX4" fmla="*/ 0 w 33146"/>
                <a:gd name="connsiteY4" fmla="*/ 142685 h 145637"/>
                <a:gd name="connsiteX5" fmla="*/ 0 w 33146"/>
                <a:gd name="connsiteY5" fmla="*/ 141923 h 145637"/>
                <a:gd name="connsiteX6" fmla="*/ 24479 w 33146"/>
                <a:gd name="connsiteY6" fmla="*/ 3715 h 145637"/>
                <a:gd name="connsiteX7" fmla="*/ 28384 w 33146"/>
                <a:gd name="connsiteY7" fmla="*/ 0 h 145637"/>
                <a:gd name="connsiteX8" fmla="*/ 30385 w 33146"/>
                <a:gd name="connsiteY8" fmla="*/ 0 h 145637"/>
                <a:gd name="connsiteX9" fmla="*/ 33147 w 33146"/>
                <a:gd name="connsiteY9" fmla="*/ 2953 h 145637"/>
                <a:gd name="connsiteX10" fmla="*/ 33147 w 33146"/>
                <a:gd name="connsiteY10" fmla="*/ 3715 h 145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46" h="145637">
                  <a:moveTo>
                    <a:pt x="33147" y="3715"/>
                  </a:moveTo>
                  <a:lnTo>
                    <a:pt x="8668" y="141923"/>
                  </a:lnTo>
                  <a:cubicBezTo>
                    <a:pt x="8287" y="143923"/>
                    <a:pt x="6668" y="145637"/>
                    <a:pt x="4763" y="145637"/>
                  </a:cubicBezTo>
                  <a:lnTo>
                    <a:pt x="2762" y="145637"/>
                  </a:lnTo>
                  <a:cubicBezTo>
                    <a:pt x="953" y="145637"/>
                    <a:pt x="0" y="144304"/>
                    <a:pt x="0" y="142685"/>
                  </a:cubicBezTo>
                  <a:lnTo>
                    <a:pt x="0" y="141923"/>
                  </a:lnTo>
                  <a:lnTo>
                    <a:pt x="24479" y="3715"/>
                  </a:lnTo>
                  <a:cubicBezTo>
                    <a:pt x="24860" y="1715"/>
                    <a:pt x="26479" y="0"/>
                    <a:pt x="28384" y="0"/>
                  </a:cubicBezTo>
                  <a:lnTo>
                    <a:pt x="30385" y="0"/>
                  </a:lnTo>
                  <a:cubicBezTo>
                    <a:pt x="32195" y="0"/>
                    <a:pt x="33147" y="1333"/>
                    <a:pt x="33147" y="2953"/>
                  </a:cubicBezTo>
                  <a:lnTo>
                    <a:pt x="33147" y="371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63" name="Gráfico 4">
              <a:extLst>
                <a:ext uri="{FF2B5EF4-FFF2-40B4-BE49-F238E27FC236}">
                  <a16:creationId xmlns:a16="http://schemas.microsoft.com/office/drawing/2014/main" id="{925F6985-6A57-4F0B-95ED-541F59CF9DB7}"/>
                </a:ext>
              </a:extLst>
            </p:cNvPr>
            <p:cNvGrpSpPr/>
            <p:nvPr/>
          </p:nvGrpSpPr>
          <p:grpSpPr>
            <a:xfrm>
              <a:off x="5435631" y="3864768"/>
              <a:ext cx="560223" cy="149352"/>
              <a:chOff x="5435631" y="3864768"/>
              <a:chExt cx="560223" cy="149352"/>
            </a:xfrm>
            <a:solidFill>
              <a:srgbClr val="FFFFFF"/>
            </a:solidFill>
          </p:grpSpPr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5E58A5F5-69C1-452B-8AD5-870262CA9E4E}"/>
                  </a:ext>
                </a:extLst>
              </p:cNvPr>
              <p:cNvSpPr/>
              <p:nvPr/>
            </p:nvSpPr>
            <p:spPr>
              <a:xfrm>
                <a:off x="5435631" y="3864768"/>
                <a:ext cx="118014" cy="149352"/>
              </a:xfrm>
              <a:custGeom>
                <a:avLst/>
                <a:gdLst>
                  <a:gd name="connsiteX0" fmla="*/ 117824 w 118014"/>
                  <a:gd name="connsiteY0" fmla="*/ 8668 h 149352"/>
                  <a:gd name="connsiteX1" fmla="*/ 113538 w 118014"/>
                  <a:gd name="connsiteY1" fmla="*/ 33147 h 149352"/>
                  <a:gd name="connsiteX2" fmla="*/ 109442 w 118014"/>
                  <a:gd name="connsiteY2" fmla="*/ 36862 h 149352"/>
                  <a:gd name="connsiteX3" fmla="*/ 109061 w 118014"/>
                  <a:gd name="connsiteY3" fmla="*/ 36862 h 149352"/>
                  <a:gd name="connsiteX4" fmla="*/ 64961 w 118014"/>
                  <a:gd name="connsiteY4" fmla="*/ 34290 h 149352"/>
                  <a:gd name="connsiteX5" fmla="*/ 53816 w 118014"/>
                  <a:gd name="connsiteY5" fmla="*/ 42481 h 149352"/>
                  <a:gd name="connsiteX6" fmla="*/ 62484 w 118014"/>
                  <a:gd name="connsiteY6" fmla="*/ 50959 h 149352"/>
                  <a:gd name="connsiteX7" fmla="*/ 86392 w 118014"/>
                  <a:gd name="connsiteY7" fmla="*/ 65056 h 149352"/>
                  <a:gd name="connsiteX8" fmla="*/ 106013 w 118014"/>
                  <a:gd name="connsiteY8" fmla="*/ 97822 h 149352"/>
                  <a:gd name="connsiteX9" fmla="*/ 41910 w 118014"/>
                  <a:gd name="connsiteY9" fmla="*/ 149352 h 149352"/>
                  <a:gd name="connsiteX10" fmla="*/ 3334 w 118014"/>
                  <a:gd name="connsiteY10" fmla="*/ 144304 h 149352"/>
                  <a:gd name="connsiteX11" fmla="*/ 0 w 118014"/>
                  <a:gd name="connsiteY11" fmla="*/ 140970 h 149352"/>
                  <a:gd name="connsiteX12" fmla="*/ 0 w 118014"/>
                  <a:gd name="connsiteY12" fmla="*/ 140398 h 149352"/>
                  <a:gd name="connsiteX13" fmla="*/ 4096 w 118014"/>
                  <a:gd name="connsiteY13" fmla="*/ 116300 h 149352"/>
                  <a:gd name="connsiteX14" fmla="*/ 8573 w 118014"/>
                  <a:gd name="connsiteY14" fmla="*/ 112395 h 149352"/>
                  <a:gd name="connsiteX15" fmla="*/ 8954 w 118014"/>
                  <a:gd name="connsiteY15" fmla="*/ 112395 h 149352"/>
                  <a:gd name="connsiteX16" fmla="*/ 48197 w 118014"/>
                  <a:gd name="connsiteY16" fmla="*/ 115348 h 149352"/>
                  <a:gd name="connsiteX17" fmla="*/ 62484 w 118014"/>
                  <a:gd name="connsiteY17" fmla="*/ 103823 h 149352"/>
                  <a:gd name="connsiteX18" fmla="*/ 54864 w 118014"/>
                  <a:gd name="connsiteY18" fmla="*/ 94964 h 149352"/>
                  <a:gd name="connsiteX19" fmla="*/ 29528 w 118014"/>
                  <a:gd name="connsiteY19" fmla="*/ 78296 h 149352"/>
                  <a:gd name="connsiteX20" fmla="*/ 12668 w 118014"/>
                  <a:gd name="connsiteY20" fmla="*/ 45910 h 149352"/>
                  <a:gd name="connsiteX21" fmla="*/ 71533 w 118014"/>
                  <a:gd name="connsiteY21" fmla="*/ 0 h 149352"/>
                  <a:gd name="connsiteX22" fmla="*/ 115062 w 118014"/>
                  <a:gd name="connsiteY22" fmla="*/ 4858 h 149352"/>
                  <a:gd name="connsiteX23" fmla="*/ 118015 w 118014"/>
                  <a:gd name="connsiteY23" fmla="*/ 8001 h 149352"/>
                  <a:gd name="connsiteX24" fmla="*/ 118015 w 118014"/>
                  <a:gd name="connsiteY24" fmla="*/ 8573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18014" h="149352">
                    <a:moveTo>
                      <a:pt x="117824" y="8668"/>
                    </a:moveTo>
                    <a:lnTo>
                      <a:pt x="113538" y="33147"/>
                    </a:lnTo>
                    <a:cubicBezTo>
                      <a:pt x="113157" y="35338"/>
                      <a:pt x="111538" y="36862"/>
                      <a:pt x="109442" y="36862"/>
                    </a:cubicBezTo>
                    <a:lnTo>
                      <a:pt x="109061" y="36862"/>
                    </a:lnTo>
                    <a:cubicBezTo>
                      <a:pt x="101251" y="36290"/>
                      <a:pt x="79058" y="34290"/>
                      <a:pt x="64961" y="34290"/>
                    </a:cubicBezTo>
                    <a:cubicBezTo>
                      <a:pt x="59436" y="34290"/>
                      <a:pt x="53816" y="36100"/>
                      <a:pt x="53816" y="42481"/>
                    </a:cubicBezTo>
                    <a:cubicBezTo>
                      <a:pt x="53816" y="45244"/>
                      <a:pt x="55817" y="46958"/>
                      <a:pt x="62484" y="50959"/>
                    </a:cubicBezTo>
                    <a:lnTo>
                      <a:pt x="86392" y="65056"/>
                    </a:lnTo>
                    <a:cubicBezTo>
                      <a:pt x="100489" y="73247"/>
                      <a:pt x="106013" y="84106"/>
                      <a:pt x="106013" y="97822"/>
                    </a:cubicBezTo>
                    <a:cubicBezTo>
                      <a:pt x="106013" y="134493"/>
                      <a:pt x="75248" y="149352"/>
                      <a:pt x="41910" y="149352"/>
                    </a:cubicBezTo>
                    <a:cubicBezTo>
                      <a:pt x="25813" y="149352"/>
                      <a:pt x="13240" y="147161"/>
                      <a:pt x="3334" y="144304"/>
                    </a:cubicBezTo>
                    <a:cubicBezTo>
                      <a:pt x="1524" y="143732"/>
                      <a:pt x="0" y="142685"/>
                      <a:pt x="0" y="140970"/>
                    </a:cubicBezTo>
                    <a:lnTo>
                      <a:pt x="0" y="140398"/>
                    </a:lnTo>
                    <a:lnTo>
                      <a:pt x="4096" y="116300"/>
                    </a:lnTo>
                    <a:cubicBezTo>
                      <a:pt x="4477" y="114110"/>
                      <a:pt x="6287" y="112395"/>
                      <a:pt x="8573" y="112395"/>
                    </a:cubicBezTo>
                    <a:lnTo>
                      <a:pt x="8954" y="112395"/>
                    </a:lnTo>
                    <a:cubicBezTo>
                      <a:pt x="16955" y="113157"/>
                      <a:pt x="37814" y="115348"/>
                      <a:pt x="48197" y="115348"/>
                    </a:cubicBezTo>
                    <a:cubicBezTo>
                      <a:pt x="56007" y="115348"/>
                      <a:pt x="62484" y="112586"/>
                      <a:pt x="62484" y="103823"/>
                    </a:cubicBezTo>
                    <a:cubicBezTo>
                      <a:pt x="62484" y="100870"/>
                      <a:pt x="60484" y="98679"/>
                      <a:pt x="54864" y="94964"/>
                    </a:cubicBezTo>
                    <a:lnTo>
                      <a:pt x="29528" y="78296"/>
                    </a:lnTo>
                    <a:cubicBezTo>
                      <a:pt x="18193" y="70866"/>
                      <a:pt x="12668" y="58102"/>
                      <a:pt x="12668" y="45910"/>
                    </a:cubicBezTo>
                    <a:cubicBezTo>
                      <a:pt x="12668" y="10573"/>
                      <a:pt x="40291" y="0"/>
                      <a:pt x="71533" y="0"/>
                    </a:cubicBezTo>
                    <a:cubicBezTo>
                      <a:pt x="87059" y="0"/>
                      <a:pt x="107442" y="2572"/>
                      <a:pt x="115062" y="4858"/>
                    </a:cubicBezTo>
                    <a:cubicBezTo>
                      <a:pt x="116586" y="5429"/>
                      <a:pt x="118015" y="6191"/>
                      <a:pt x="118015" y="8001"/>
                    </a:cubicBezTo>
                    <a:lnTo>
                      <a:pt x="118015" y="857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5B93B1A2-B82E-4EB0-9056-B45F0601D6DA}"/>
                  </a:ext>
                </a:extLst>
              </p:cNvPr>
              <p:cNvSpPr/>
              <p:nvPr/>
            </p:nvSpPr>
            <p:spPr>
              <a:xfrm>
                <a:off x="5554027" y="3864768"/>
                <a:ext cx="111061" cy="149352"/>
              </a:xfrm>
              <a:custGeom>
                <a:avLst/>
                <a:gdLst>
                  <a:gd name="connsiteX0" fmla="*/ 110966 w 111061"/>
                  <a:gd name="connsiteY0" fmla="*/ 6287 h 149352"/>
                  <a:gd name="connsiteX1" fmla="*/ 106871 w 111061"/>
                  <a:gd name="connsiteY1" fmla="*/ 30194 h 149352"/>
                  <a:gd name="connsiteX2" fmla="*/ 102203 w 111061"/>
                  <a:gd name="connsiteY2" fmla="*/ 34100 h 149352"/>
                  <a:gd name="connsiteX3" fmla="*/ 62579 w 111061"/>
                  <a:gd name="connsiteY3" fmla="*/ 34100 h 149352"/>
                  <a:gd name="connsiteX4" fmla="*/ 51435 w 111061"/>
                  <a:gd name="connsiteY4" fmla="*/ 43910 h 149352"/>
                  <a:gd name="connsiteX5" fmla="*/ 48863 w 111061"/>
                  <a:gd name="connsiteY5" fmla="*/ 58198 h 149352"/>
                  <a:gd name="connsiteX6" fmla="*/ 97060 w 111061"/>
                  <a:gd name="connsiteY6" fmla="*/ 58198 h 149352"/>
                  <a:gd name="connsiteX7" fmla="*/ 100394 w 111061"/>
                  <a:gd name="connsiteY7" fmla="*/ 61531 h 149352"/>
                  <a:gd name="connsiteX8" fmla="*/ 100394 w 111061"/>
                  <a:gd name="connsiteY8" fmla="*/ 62103 h 149352"/>
                  <a:gd name="connsiteX9" fmla="*/ 96298 w 111061"/>
                  <a:gd name="connsiteY9" fmla="*/ 85249 h 149352"/>
                  <a:gd name="connsiteX10" fmla="*/ 91821 w 111061"/>
                  <a:gd name="connsiteY10" fmla="*/ 89154 h 149352"/>
                  <a:gd name="connsiteX11" fmla="*/ 43625 w 111061"/>
                  <a:gd name="connsiteY11" fmla="*/ 89154 h 149352"/>
                  <a:gd name="connsiteX12" fmla="*/ 40672 w 111061"/>
                  <a:gd name="connsiteY12" fmla="*/ 105442 h 149352"/>
                  <a:gd name="connsiteX13" fmla="*/ 40291 w 111061"/>
                  <a:gd name="connsiteY13" fmla="*/ 109347 h 149352"/>
                  <a:gd name="connsiteX14" fmla="*/ 48292 w 111061"/>
                  <a:gd name="connsiteY14" fmla="*/ 115252 h 149352"/>
                  <a:gd name="connsiteX15" fmla="*/ 87916 w 111061"/>
                  <a:gd name="connsiteY15" fmla="*/ 115252 h 149352"/>
                  <a:gd name="connsiteX16" fmla="*/ 91250 w 111061"/>
                  <a:gd name="connsiteY16" fmla="*/ 118586 h 149352"/>
                  <a:gd name="connsiteX17" fmla="*/ 91250 w 111061"/>
                  <a:gd name="connsiteY17" fmla="*/ 119158 h 149352"/>
                  <a:gd name="connsiteX18" fmla="*/ 86963 w 111061"/>
                  <a:gd name="connsiteY18" fmla="*/ 143065 h 149352"/>
                  <a:gd name="connsiteX19" fmla="*/ 82487 w 111061"/>
                  <a:gd name="connsiteY19" fmla="*/ 146971 h 149352"/>
                  <a:gd name="connsiteX20" fmla="*/ 43910 w 111061"/>
                  <a:gd name="connsiteY20" fmla="*/ 149352 h 149352"/>
                  <a:gd name="connsiteX21" fmla="*/ 0 w 111061"/>
                  <a:gd name="connsiteY21" fmla="*/ 115443 h 149352"/>
                  <a:gd name="connsiteX22" fmla="*/ 952 w 111061"/>
                  <a:gd name="connsiteY22" fmla="*/ 105442 h 149352"/>
                  <a:gd name="connsiteX23" fmla="*/ 11716 w 111061"/>
                  <a:gd name="connsiteY23" fmla="*/ 43910 h 149352"/>
                  <a:gd name="connsiteX24" fmla="*/ 69723 w 111061"/>
                  <a:gd name="connsiteY24" fmla="*/ 0 h 149352"/>
                  <a:gd name="connsiteX25" fmla="*/ 107918 w 111061"/>
                  <a:gd name="connsiteY25" fmla="*/ 2381 h 149352"/>
                  <a:gd name="connsiteX26" fmla="*/ 111062 w 111061"/>
                  <a:gd name="connsiteY26" fmla="*/ 5525 h 149352"/>
                  <a:gd name="connsiteX27" fmla="*/ 111062 w 111061"/>
                  <a:gd name="connsiteY27" fmla="*/ 6287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1061" h="149352">
                    <a:moveTo>
                      <a:pt x="110966" y="6287"/>
                    </a:moveTo>
                    <a:lnTo>
                      <a:pt x="106871" y="30194"/>
                    </a:lnTo>
                    <a:cubicBezTo>
                      <a:pt x="106490" y="32385"/>
                      <a:pt x="104299" y="34100"/>
                      <a:pt x="102203" y="34100"/>
                    </a:cubicBezTo>
                    <a:lnTo>
                      <a:pt x="62579" y="34100"/>
                    </a:lnTo>
                    <a:cubicBezTo>
                      <a:pt x="55531" y="34100"/>
                      <a:pt x="52769" y="36481"/>
                      <a:pt x="51435" y="43910"/>
                    </a:cubicBezTo>
                    <a:lnTo>
                      <a:pt x="48863" y="58198"/>
                    </a:lnTo>
                    <a:lnTo>
                      <a:pt x="97060" y="58198"/>
                    </a:lnTo>
                    <a:cubicBezTo>
                      <a:pt x="99060" y="58198"/>
                      <a:pt x="100394" y="59531"/>
                      <a:pt x="100394" y="61531"/>
                    </a:cubicBezTo>
                    <a:lnTo>
                      <a:pt x="100394" y="62103"/>
                    </a:lnTo>
                    <a:lnTo>
                      <a:pt x="96298" y="85249"/>
                    </a:lnTo>
                    <a:cubicBezTo>
                      <a:pt x="95917" y="87440"/>
                      <a:pt x="93917" y="89154"/>
                      <a:pt x="91821" y="89154"/>
                    </a:cubicBezTo>
                    <a:lnTo>
                      <a:pt x="43625" y="89154"/>
                    </a:lnTo>
                    <a:lnTo>
                      <a:pt x="40672" y="105442"/>
                    </a:lnTo>
                    <a:cubicBezTo>
                      <a:pt x="40481" y="106966"/>
                      <a:pt x="40291" y="108204"/>
                      <a:pt x="40291" y="109347"/>
                    </a:cubicBezTo>
                    <a:cubicBezTo>
                      <a:pt x="40291" y="113824"/>
                      <a:pt x="42672" y="115252"/>
                      <a:pt x="48292" y="115252"/>
                    </a:cubicBezTo>
                    <a:lnTo>
                      <a:pt x="87916" y="115252"/>
                    </a:lnTo>
                    <a:cubicBezTo>
                      <a:pt x="89916" y="115252"/>
                      <a:pt x="91250" y="116586"/>
                      <a:pt x="91250" y="118586"/>
                    </a:cubicBezTo>
                    <a:lnTo>
                      <a:pt x="91250" y="119158"/>
                    </a:lnTo>
                    <a:lnTo>
                      <a:pt x="86963" y="143065"/>
                    </a:lnTo>
                    <a:cubicBezTo>
                      <a:pt x="86582" y="145447"/>
                      <a:pt x="84963" y="146590"/>
                      <a:pt x="82487" y="146971"/>
                    </a:cubicBezTo>
                    <a:cubicBezTo>
                      <a:pt x="74867" y="147923"/>
                      <a:pt x="62865" y="149352"/>
                      <a:pt x="43910" y="149352"/>
                    </a:cubicBezTo>
                    <a:cubicBezTo>
                      <a:pt x="20955" y="149352"/>
                      <a:pt x="0" y="141161"/>
                      <a:pt x="0" y="115443"/>
                    </a:cubicBezTo>
                    <a:cubicBezTo>
                      <a:pt x="0" y="112300"/>
                      <a:pt x="381" y="108966"/>
                      <a:pt x="952" y="105442"/>
                    </a:cubicBezTo>
                    <a:lnTo>
                      <a:pt x="11716" y="43910"/>
                    </a:lnTo>
                    <a:cubicBezTo>
                      <a:pt x="18574" y="4286"/>
                      <a:pt x="42100" y="0"/>
                      <a:pt x="69723" y="0"/>
                    </a:cubicBezTo>
                    <a:cubicBezTo>
                      <a:pt x="88773" y="0"/>
                      <a:pt x="100679" y="1333"/>
                      <a:pt x="107918" y="2381"/>
                    </a:cubicBezTo>
                    <a:cubicBezTo>
                      <a:pt x="110109" y="2572"/>
                      <a:pt x="111062" y="3524"/>
                      <a:pt x="111062" y="5525"/>
                    </a:cubicBezTo>
                    <a:lnTo>
                      <a:pt x="111062" y="62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9" name="Forma Livre: Forma 78">
                <a:extLst>
                  <a:ext uri="{FF2B5EF4-FFF2-40B4-BE49-F238E27FC236}">
                    <a16:creationId xmlns:a16="http://schemas.microsoft.com/office/drawing/2014/main" id="{CB7A7989-DC58-42C4-A44A-0D078312152E}"/>
                  </a:ext>
                </a:extLst>
              </p:cNvPr>
              <p:cNvSpPr/>
              <p:nvPr/>
            </p:nvSpPr>
            <p:spPr>
              <a:xfrm>
                <a:off x="5659278" y="3866673"/>
                <a:ext cx="144970" cy="145732"/>
              </a:xfrm>
              <a:custGeom>
                <a:avLst/>
                <a:gdLst>
                  <a:gd name="connsiteX0" fmla="*/ 144971 w 144970"/>
                  <a:gd name="connsiteY0" fmla="*/ 4001 h 145732"/>
                  <a:gd name="connsiteX1" fmla="*/ 121444 w 144970"/>
                  <a:gd name="connsiteY1" fmla="*/ 138494 h 145732"/>
                  <a:gd name="connsiteX2" fmla="*/ 112776 w 144970"/>
                  <a:gd name="connsiteY2" fmla="*/ 145733 h 145732"/>
                  <a:gd name="connsiteX3" fmla="*/ 88487 w 144970"/>
                  <a:gd name="connsiteY3" fmla="*/ 145733 h 145732"/>
                  <a:gd name="connsiteX4" fmla="*/ 81248 w 144970"/>
                  <a:gd name="connsiteY4" fmla="*/ 140399 h 145732"/>
                  <a:gd name="connsiteX5" fmla="*/ 52197 w 144970"/>
                  <a:gd name="connsiteY5" fmla="*/ 74676 h 145732"/>
                  <a:gd name="connsiteX6" fmla="*/ 50387 w 144970"/>
                  <a:gd name="connsiteY6" fmla="*/ 73057 h 145732"/>
                  <a:gd name="connsiteX7" fmla="*/ 49244 w 144970"/>
                  <a:gd name="connsiteY7" fmla="*/ 74867 h 145732"/>
                  <a:gd name="connsiteX8" fmla="*/ 37433 w 144970"/>
                  <a:gd name="connsiteY8" fmla="*/ 141732 h 145732"/>
                  <a:gd name="connsiteX9" fmla="*/ 32766 w 144970"/>
                  <a:gd name="connsiteY9" fmla="*/ 145637 h 145732"/>
                  <a:gd name="connsiteX10" fmla="*/ 3334 w 144970"/>
                  <a:gd name="connsiteY10" fmla="*/ 145637 h 145732"/>
                  <a:gd name="connsiteX11" fmla="*/ 0 w 144970"/>
                  <a:gd name="connsiteY11" fmla="*/ 142304 h 145732"/>
                  <a:gd name="connsiteX12" fmla="*/ 0 w 144970"/>
                  <a:gd name="connsiteY12" fmla="*/ 141732 h 145732"/>
                  <a:gd name="connsiteX13" fmla="*/ 23527 w 144970"/>
                  <a:gd name="connsiteY13" fmla="*/ 7239 h 145732"/>
                  <a:gd name="connsiteX14" fmla="*/ 32194 w 144970"/>
                  <a:gd name="connsiteY14" fmla="*/ 0 h 145732"/>
                  <a:gd name="connsiteX15" fmla="*/ 56102 w 144970"/>
                  <a:gd name="connsiteY15" fmla="*/ 0 h 145732"/>
                  <a:gd name="connsiteX16" fmla="*/ 62960 w 144970"/>
                  <a:gd name="connsiteY16" fmla="*/ 5715 h 145732"/>
                  <a:gd name="connsiteX17" fmla="*/ 92773 w 144970"/>
                  <a:gd name="connsiteY17" fmla="*/ 73343 h 145732"/>
                  <a:gd name="connsiteX18" fmla="*/ 94107 w 144970"/>
                  <a:gd name="connsiteY18" fmla="*/ 75152 h 145732"/>
                  <a:gd name="connsiteX19" fmla="*/ 95440 w 144970"/>
                  <a:gd name="connsiteY19" fmla="*/ 73343 h 145732"/>
                  <a:gd name="connsiteX20" fmla="*/ 107632 w 144970"/>
                  <a:gd name="connsiteY20" fmla="*/ 3905 h 145732"/>
                  <a:gd name="connsiteX21" fmla="*/ 112300 w 144970"/>
                  <a:gd name="connsiteY21" fmla="*/ 0 h 145732"/>
                  <a:gd name="connsiteX22" fmla="*/ 141732 w 144970"/>
                  <a:gd name="connsiteY22" fmla="*/ 0 h 145732"/>
                  <a:gd name="connsiteX23" fmla="*/ 144875 w 144970"/>
                  <a:gd name="connsiteY23" fmla="*/ 3143 h 145732"/>
                  <a:gd name="connsiteX24" fmla="*/ 144875 w 144970"/>
                  <a:gd name="connsiteY24" fmla="*/ 3905 h 145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4970" h="145732">
                    <a:moveTo>
                      <a:pt x="144971" y="4001"/>
                    </a:moveTo>
                    <a:lnTo>
                      <a:pt x="121444" y="138494"/>
                    </a:lnTo>
                    <a:cubicBezTo>
                      <a:pt x="120682" y="142399"/>
                      <a:pt x="116777" y="145733"/>
                      <a:pt x="112776" y="145733"/>
                    </a:cubicBezTo>
                    <a:lnTo>
                      <a:pt x="88487" y="145733"/>
                    </a:lnTo>
                    <a:cubicBezTo>
                      <a:pt x="84963" y="145733"/>
                      <a:pt x="82772" y="144209"/>
                      <a:pt x="81248" y="140399"/>
                    </a:cubicBezTo>
                    <a:lnTo>
                      <a:pt x="52197" y="74676"/>
                    </a:lnTo>
                    <a:cubicBezTo>
                      <a:pt x="51625" y="73343"/>
                      <a:pt x="51054" y="73057"/>
                      <a:pt x="50387" y="73057"/>
                    </a:cubicBezTo>
                    <a:cubicBezTo>
                      <a:pt x="49721" y="73057"/>
                      <a:pt x="49435" y="73438"/>
                      <a:pt x="49244" y="74867"/>
                    </a:cubicBezTo>
                    <a:lnTo>
                      <a:pt x="37433" y="141732"/>
                    </a:lnTo>
                    <a:cubicBezTo>
                      <a:pt x="37052" y="143923"/>
                      <a:pt x="34861" y="145637"/>
                      <a:pt x="32766" y="145637"/>
                    </a:cubicBezTo>
                    <a:lnTo>
                      <a:pt x="3334" y="145637"/>
                    </a:lnTo>
                    <a:cubicBezTo>
                      <a:pt x="1333" y="145637"/>
                      <a:pt x="0" y="144304"/>
                      <a:pt x="0" y="142304"/>
                    </a:cubicBezTo>
                    <a:lnTo>
                      <a:pt x="0" y="141732"/>
                    </a:lnTo>
                    <a:lnTo>
                      <a:pt x="23527" y="7239"/>
                    </a:lnTo>
                    <a:cubicBezTo>
                      <a:pt x="24289" y="3334"/>
                      <a:pt x="28194" y="0"/>
                      <a:pt x="32194" y="0"/>
                    </a:cubicBezTo>
                    <a:lnTo>
                      <a:pt x="56102" y="0"/>
                    </a:lnTo>
                    <a:cubicBezTo>
                      <a:pt x="59817" y="0"/>
                      <a:pt x="61436" y="2381"/>
                      <a:pt x="62960" y="5715"/>
                    </a:cubicBezTo>
                    <a:lnTo>
                      <a:pt x="92773" y="73343"/>
                    </a:lnTo>
                    <a:cubicBezTo>
                      <a:pt x="93345" y="74676"/>
                      <a:pt x="93536" y="75152"/>
                      <a:pt x="94107" y="75152"/>
                    </a:cubicBezTo>
                    <a:cubicBezTo>
                      <a:pt x="94678" y="75152"/>
                      <a:pt x="95250" y="74962"/>
                      <a:pt x="95440" y="73343"/>
                    </a:cubicBezTo>
                    <a:lnTo>
                      <a:pt x="107632" y="3905"/>
                    </a:lnTo>
                    <a:cubicBezTo>
                      <a:pt x="108013" y="1715"/>
                      <a:pt x="110204" y="0"/>
                      <a:pt x="112300" y="0"/>
                    </a:cubicBezTo>
                    <a:lnTo>
                      <a:pt x="141732" y="0"/>
                    </a:lnTo>
                    <a:cubicBezTo>
                      <a:pt x="143732" y="0"/>
                      <a:pt x="144875" y="1333"/>
                      <a:pt x="144875" y="3143"/>
                    </a:cubicBezTo>
                    <a:lnTo>
                      <a:pt x="144875" y="390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0" name="Forma Livre: Forma 79">
                <a:extLst>
                  <a:ext uri="{FF2B5EF4-FFF2-40B4-BE49-F238E27FC236}">
                    <a16:creationId xmlns:a16="http://schemas.microsoft.com/office/drawing/2014/main" id="{E6177C4F-B8F7-4DA4-B428-1B867A410FEC}"/>
                  </a:ext>
                </a:extLst>
              </p:cNvPr>
              <p:cNvSpPr/>
              <p:nvPr/>
            </p:nvSpPr>
            <p:spPr>
              <a:xfrm>
                <a:off x="5791581" y="3864959"/>
                <a:ext cx="128111" cy="147447"/>
              </a:xfrm>
              <a:custGeom>
                <a:avLst/>
                <a:gdLst>
                  <a:gd name="connsiteX0" fmla="*/ 124396 w 128111"/>
                  <a:gd name="connsiteY0" fmla="*/ 147447 h 147447"/>
                  <a:gd name="connsiteX1" fmla="*/ 91059 w 128111"/>
                  <a:gd name="connsiteY1" fmla="*/ 147447 h 147447"/>
                  <a:gd name="connsiteX2" fmla="*/ 87725 w 128111"/>
                  <a:gd name="connsiteY2" fmla="*/ 143732 h 147447"/>
                  <a:gd name="connsiteX3" fmla="*/ 87154 w 128111"/>
                  <a:gd name="connsiteY3" fmla="*/ 116491 h 147447"/>
                  <a:gd name="connsiteX4" fmla="*/ 52292 w 128111"/>
                  <a:gd name="connsiteY4" fmla="*/ 116491 h 147447"/>
                  <a:gd name="connsiteX5" fmla="*/ 41910 w 128111"/>
                  <a:gd name="connsiteY5" fmla="*/ 143732 h 147447"/>
                  <a:gd name="connsiteX6" fmla="*/ 37433 w 128111"/>
                  <a:gd name="connsiteY6" fmla="*/ 147447 h 147447"/>
                  <a:gd name="connsiteX7" fmla="*/ 2762 w 128111"/>
                  <a:gd name="connsiteY7" fmla="*/ 147447 h 147447"/>
                  <a:gd name="connsiteX8" fmla="*/ 0 w 128111"/>
                  <a:gd name="connsiteY8" fmla="*/ 144875 h 147447"/>
                  <a:gd name="connsiteX9" fmla="*/ 381 w 128111"/>
                  <a:gd name="connsiteY9" fmla="*/ 143351 h 147447"/>
                  <a:gd name="connsiteX10" fmla="*/ 47815 w 128111"/>
                  <a:gd name="connsiteY10" fmla="*/ 23336 h 147447"/>
                  <a:gd name="connsiteX11" fmla="*/ 89535 w 128111"/>
                  <a:gd name="connsiteY11" fmla="*/ 0 h 147447"/>
                  <a:gd name="connsiteX12" fmla="*/ 123063 w 128111"/>
                  <a:gd name="connsiteY12" fmla="*/ 23336 h 147447"/>
                  <a:gd name="connsiteX13" fmla="*/ 128111 w 128111"/>
                  <a:gd name="connsiteY13" fmla="*/ 143351 h 147447"/>
                  <a:gd name="connsiteX14" fmla="*/ 128111 w 128111"/>
                  <a:gd name="connsiteY14" fmla="*/ 143542 h 147447"/>
                  <a:gd name="connsiteX15" fmla="*/ 124396 w 128111"/>
                  <a:gd name="connsiteY15" fmla="*/ 147447 h 147447"/>
                  <a:gd name="connsiteX16" fmla="*/ 86201 w 128111"/>
                  <a:gd name="connsiteY16" fmla="*/ 35338 h 147447"/>
                  <a:gd name="connsiteX17" fmla="*/ 84392 w 128111"/>
                  <a:gd name="connsiteY17" fmla="*/ 32576 h 147447"/>
                  <a:gd name="connsiteX18" fmla="*/ 81820 w 128111"/>
                  <a:gd name="connsiteY18" fmla="*/ 35338 h 147447"/>
                  <a:gd name="connsiteX19" fmla="*/ 63341 w 128111"/>
                  <a:gd name="connsiteY19" fmla="*/ 85154 h 147447"/>
                  <a:gd name="connsiteX20" fmla="*/ 86868 w 128111"/>
                  <a:gd name="connsiteY20" fmla="*/ 85154 h 147447"/>
                  <a:gd name="connsiteX21" fmla="*/ 86106 w 128111"/>
                  <a:gd name="connsiteY21" fmla="*/ 35338 h 147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8111" h="147447">
                    <a:moveTo>
                      <a:pt x="124396" y="147447"/>
                    </a:moveTo>
                    <a:lnTo>
                      <a:pt x="91059" y="147447"/>
                    </a:lnTo>
                    <a:cubicBezTo>
                      <a:pt x="89059" y="147447"/>
                      <a:pt x="87725" y="145637"/>
                      <a:pt x="87725" y="143732"/>
                    </a:cubicBezTo>
                    <a:lnTo>
                      <a:pt x="87154" y="116491"/>
                    </a:lnTo>
                    <a:lnTo>
                      <a:pt x="52292" y="116491"/>
                    </a:lnTo>
                    <a:lnTo>
                      <a:pt x="41910" y="143732"/>
                    </a:lnTo>
                    <a:cubicBezTo>
                      <a:pt x="41148" y="145733"/>
                      <a:pt x="39338" y="147447"/>
                      <a:pt x="37433" y="147447"/>
                    </a:cubicBezTo>
                    <a:lnTo>
                      <a:pt x="2762" y="147447"/>
                    </a:lnTo>
                    <a:cubicBezTo>
                      <a:pt x="952" y="147447"/>
                      <a:pt x="0" y="146495"/>
                      <a:pt x="0" y="144875"/>
                    </a:cubicBezTo>
                    <a:cubicBezTo>
                      <a:pt x="0" y="144494"/>
                      <a:pt x="190" y="143923"/>
                      <a:pt x="381" y="143351"/>
                    </a:cubicBezTo>
                    <a:lnTo>
                      <a:pt x="47815" y="23336"/>
                    </a:lnTo>
                    <a:cubicBezTo>
                      <a:pt x="55435" y="3905"/>
                      <a:pt x="70961" y="0"/>
                      <a:pt x="89535" y="0"/>
                    </a:cubicBezTo>
                    <a:cubicBezTo>
                      <a:pt x="108109" y="0"/>
                      <a:pt x="122301" y="3905"/>
                      <a:pt x="123063" y="23336"/>
                    </a:cubicBezTo>
                    <a:lnTo>
                      <a:pt x="128111" y="143351"/>
                    </a:lnTo>
                    <a:lnTo>
                      <a:pt x="128111" y="143542"/>
                    </a:lnTo>
                    <a:cubicBezTo>
                      <a:pt x="128111" y="145733"/>
                      <a:pt x="126587" y="147447"/>
                      <a:pt x="124396" y="147447"/>
                    </a:cubicBezTo>
                    <a:close/>
                    <a:moveTo>
                      <a:pt x="86201" y="35338"/>
                    </a:moveTo>
                    <a:cubicBezTo>
                      <a:pt x="86201" y="33528"/>
                      <a:pt x="86201" y="32576"/>
                      <a:pt x="84392" y="32576"/>
                    </a:cubicBezTo>
                    <a:cubicBezTo>
                      <a:pt x="82582" y="32576"/>
                      <a:pt x="82391" y="33528"/>
                      <a:pt x="81820" y="35338"/>
                    </a:cubicBezTo>
                    <a:lnTo>
                      <a:pt x="63341" y="85154"/>
                    </a:lnTo>
                    <a:lnTo>
                      <a:pt x="86868" y="85154"/>
                    </a:lnTo>
                    <a:lnTo>
                      <a:pt x="86106" y="35338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1" name="Forma Livre: Forma 80">
                <a:extLst>
                  <a:ext uri="{FF2B5EF4-FFF2-40B4-BE49-F238E27FC236}">
                    <a16:creationId xmlns:a16="http://schemas.microsoft.com/office/drawing/2014/main" id="{E4540E83-3118-4518-8349-0E5C9FC7DF83}"/>
                  </a:ext>
                </a:extLst>
              </p:cNvPr>
              <p:cNvSpPr/>
              <p:nvPr/>
            </p:nvSpPr>
            <p:spPr>
              <a:xfrm>
                <a:off x="5931431" y="3866768"/>
                <a:ext cx="64424" cy="145637"/>
              </a:xfrm>
              <a:custGeom>
                <a:avLst/>
                <a:gdLst>
                  <a:gd name="connsiteX0" fmla="*/ 64366 w 64424"/>
                  <a:gd name="connsiteY0" fmla="*/ 3715 h 145637"/>
                  <a:gd name="connsiteX1" fmla="*/ 40077 w 64424"/>
                  <a:gd name="connsiteY1" fmla="*/ 141732 h 145637"/>
                  <a:gd name="connsiteX2" fmla="*/ 35410 w 64424"/>
                  <a:gd name="connsiteY2" fmla="*/ 145637 h 145637"/>
                  <a:gd name="connsiteX3" fmla="*/ 3215 w 64424"/>
                  <a:gd name="connsiteY3" fmla="*/ 145637 h 145637"/>
                  <a:gd name="connsiteX4" fmla="*/ 72 w 64424"/>
                  <a:gd name="connsiteY4" fmla="*/ 141732 h 145637"/>
                  <a:gd name="connsiteX5" fmla="*/ 24361 w 64424"/>
                  <a:gd name="connsiteY5" fmla="*/ 3715 h 145637"/>
                  <a:gd name="connsiteX6" fmla="*/ 28837 w 64424"/>
                  <a:gd name="connsiteY6" fmla="*/ 0 h 145637"/>
                  <a:gd name="connsiteX7" fmla="*/ 61032 w 64424"/>
                  <a:gd name="connsiteY7" fmla="*/ 0 h 145637"/>
                  <a:gd name="connsiteX8" fmla="*/ 64366 w 64424"/>
                  <a:gd name="connsiteY8" fmla="*/ 3715 h 145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424" h="145637">
                    <a:moveTo>
                      <a:pt x="64366" y="3715"/>
                    </a:moveTo>
                    <a:lnTo>
                      <a:pt x="40077" y="141732"/>
                    </a:lnTo>
                    <a:cubicBezTo>
                      <a:pt x="39696" y="143923"/>
                      <a:pt x="38267" y="145637"/>
                      <a:pt x="35410" y="145637"/>
                    </a:cubicBezTo>
                    <a:lnTo>
                      <a:pt x="3215" y="145637"/>
                    </a:lnTo>
                    <a:cubicBezTo>
                      <a:pt x="834" y="145637"/>
                      <a:pt x="-309" y="143637"/>
                      <a:pt x="72" y="141732"/>
                    </a:cubicBezTo>
                    <a:lnTo>
                      <a:pt x="24361" y="3715"/>
                    </a:lnTo>
                    <a:cubicBezTo>
                      <a:pt x="24742" y="1524"/>
                      <a:pt x="26742" y="0"/>
                      <a:pt x="28837" y="0"/>
                    </a:cubicBezTo>
                    <a:lnTo>
                      <a:pt x="61032" y="0"/>
                    </a:lnTo>
                    <a:cubicBezTo>
                      <a:pt x="63223" y="0"/>
                      <a:pt x="64747" y="1143"/>
                      <a:pt x="64366" y="37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FAA58578-826D-442D-8E34-21BD6C0EB4F4}"/>
                </a:ext>
              </a:extLst>
            </p:cNvPr>
            <p:cNvSpPr/>
            <p:nvPr/>
          </p:nvSpPr>
          <p:spPr>
            <a:xfrm>
              <a:off x="6037611" y="3866768"/>
              <a:ext cx="33146" cy="145637"/>
            </a:xfrm>
            <a:custGeom>
              <a:avLst/>
              <a:gdLst>
                <a:gd name="connsiteX0" fmla="*/ 33147 w 33146"/>
                <a:gd name="connsiteY0" fmla="*/ 3715 h 145637"/>
                <a:gd name="connsiteX1" fmla="*/ 8668 w 33146"/>
                <a:gd name="connsiteY1" fmla="*/ 141923 h 145637"/>
                <a:gd name="connsiteX2" fmla="*/ 4763 w 33146"/>
                <a:gd name="connsiteY2" fmla="*/ 145637 h 145637"/>
                <a:gd name="connsiteX3" fmla="*/ 2762 w 33146"/>
                <a:gd name="connsiteY3" fmla="*/ 145637 h 145637"/>
                <a:gd name="connsiteX4" fmla="*/ 0 w 33146"/>
                <a:gd name="connsiteY4" fmla="*/ 142685 h 145637"/>
                <a:gd name="connsiteX5" fmla="*/ 0 w 33146"/>
                <a:gd name="connsiteY5" fmla="*/ 141923 h 145637"/>
                <a:gd name="connsiteX6" fmla="*/ 24479 w 33146"/>
                <a:gd name="connsiteY6" fmla="*/ 3715 h 145637"/>
                <a:gd name="connsiteX7" fmla="*/ 28384 w 33146"/>
                <a:gd name="connsiteY7" fmla="*/ 0 h 145637"/>
                <a:gd name="connsiteX8" fmla="*/ 30385 w 33146"/>
                <a:gd name="connsiteY8" fmla="*/ 0 h 145637"/>
                <a:gd name="connsiteX9" fmla="*/ 33147 w 33146"/>
                <a:gd name="connsiteY9" fmla="*/ 2953 h 145637"/>
                <a:gd name="connsiteX10" fmla="*/ 33147 w 33146"/>
                <a:gd name="connsiteY10" fmla="*/ 3715 h 145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46" h="145637">
                  <a:moveTo>
                    <a:pt x="33147" y="3715"/>
                  </a:moveTo>
                  <a:lnTo>
                    <a:pt x="8668" y="141923"/>
                  </a:lnTo>
                  <a:cubicBezTo>
                    <a:pt x="8287" y="143923"/>
                    <a:pt x="6667" y="145637"/>
                    <a:pt x="4763" y="145637"/>
                  </a:cubicBezTo>
                  <a:lnTo>
                    <a:pt x="2762" y="145637"/>
                  </a:lnTo>
                  <a:cubicBezTo>
                    <a:pt x="952" y="145637"/>
                    <a:pt x="0" y="144304"/>
                    <a:pt x="0" y="142685"/>
                  </a:cubicBezTo>
                  <a:lnTo>
                    <a:pt x="0" y="141923"/>
                  </a:lnTo>
                  <a:lnTo>
                    <a:pt x="24479" y="3715"/>
                  </a:lnTo>
                  <a:cubicBezTo>
                    <a:pt x="24860" y="1715"/>
                    <a:pt x="26479" y="0"/>
                    <a:pt x="28384" y="0"/>
                  </a:cubicBezTo>
                  <a:lnTo>
                    <a:pt x="30385" y="0"/>
                  </a:lnTo>
                  <a:cubicBezTo>
                    <a:pt x="32194" y="0"/>
                    <a:pt x="33147" y="1333"/>
                    <a:pt x="33147" y="2953"/>
                  </a:cubicBezTo>
                  <a:lnTo>
                    <a:pt x="33147" y="371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65" name="Gráfico 4">
              <a:extLst>
                <a:ext uri="{FF2B5EF4-FFF2-40B4-BE49-F238E27FC236}">
                  <a16:creationId xmlns:a16="http://schemas.microsoft.com/office/drawing/2014/main" id="{7159DE8D-3533-40A9-B48F-CECD1B6D60C5}"/>
                </a:ext>
              </a:extLst>
            </p:cNvPr>
            <p:cNvGrpSpPr/>
            <p:nvPr/>
          </p:nvGrpSpPr>
          <p:grpSpPr>
            <a:xfrm>
              <a:off x="6113739" y="3864768"/>
              <a:ext cx="259723" cy="149447"/>
              <a:chOff x="6113739" y="3864768"/>
              <a:chExt cx="259723" cy="149447"/>
            </a:xfrm>
            <a:solidFill>
              <a:srgbClr val="FFFFFF"/>
            </a:solidFill>
          </p:grpSpPr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FFAC0CD1-3FDA-4C69-AE07-1F033DE2BEF4}"/>
                  </a:ext>
                </a:extLst>
              </p:cNvPr>
              <p:cNvSpPr/>
              <p:nvPr/>
            </p:nvSpPr>
            <p:spPr>
              <a:xfrm>
                <a:off x="6113739" y="3866768"/>
                <a:ext cx="64424" cy="145637"/>
              </a:xfrm>
              <a:custGeom>
                <a:avLst/>
                <a:gdLst>
                  <a:gd name="connsiteX0" fmla="*/ 64366 w 64424"/>
                  <a:gd name="connsiteY0" fmla="*/ 3715 h 145637"/>
                  <a:gd name="connsiteX1" fmla="*/ 40077 w 64424"/>
                  <a:gd name="connsiteY1" fmla="*/ 141732 h 145637"/>
                  <a:gd name="connsiteX2" fmla="*/ 35410 w 64424"/>
                  <a:gd name="connsiteY2" fmla="*/ 145637 h 145637"/>
                  <a:gd name="connsiteX3" fmla="*/ 3215 w 64424"/>
                  <a:gd name="connsiteY3" fmla="*/ 145637 h 145637"/>
                  <a:gd name="connsiteX4" fmla="*/ 72 w 64424"/>
                  <a:gd name="connsiteY4" fmla="*/ 141732 h 145637"/>
                  <a:gd name="connsiteX5" fmla="*/ 24361 w 64424"/>
                  <a:gd name="connsiteY5" fmla="*/ 3715 h 145637"/>
                  <a:gd name="connsiteX6" fmla="*/ 28837 w 64424"/>
                  <a:gd name="connsiteY6" fmla="*/ 0 h 145637"/>
                  <a:gd name="connsiteX7" fmla="*/ 61032 w 64424"/>
                  <a:gd name="connsiteY7" fmla="*/ 0 h 145637"/>
                  <a:gd name="connsiteX8" fmla="*/ 64366 w 64424"/>
                  <a:gd name="connsiteY8" fmla="*/ 3715 h 145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424" h="145637">
                    <a:moveTo>
                      <a:pt x="64366" y="3715"/>
                    </a:moveTo>
                    <a:lnTo>
                      <a:pt x="40077" y="141732"/>
                    </a:lnTo>
                    <a:cubicBezTo>
                      <a:pt x="39696" y="143923"/>
                      <a:pt x="38267" y="145637"/>
                      <a:pt x="35410" y="145637"/>
                    </a:cubicBezTo>
                    <a:lnTo>
                      <a:pt x="3215" y="145637"/>
                    </a:lnTo>
                    <a:cubicBezTo>
                      <a:pt x="834" y="145637"/>
                      <a:pt x="-309" y="143637"/>
                      <a:pt x="72" y="141732"/>
                    </a:cubicBezTo>
                    <a:lnTo>
                      <a:pt x="24361" y="3715"/>
                    </a:lnTo>
                    <a:cubicBezTo>
                      <a:pt x="24742" y="1524"/>
                      <a:pt x="26742" y="0"/>
                      <a:pt x="28837" y="0"/>
                    </a:cubicBezTo>
                    <a:lnTo>
                      <a:pt x="61032" y="0"/>
                    </a:lnTo>
                    <a:cubicBezTo>
                      <a:pt x="63223" y="0"/>
                      <a:pt x="64747" y="1143"/>
                      <a:pt x="64366" y="37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44F87585-D6C9-4804-B531-647B52F4951A}"/>
                  </a:ext>
                </a:extLst>
              </p:cNvPr>
              <p:cNvSpPr/>
              <p:nvPr/>
            </p:nvSpPr>
            <p:spPr>
              <a:xfrm>
                <a:off x="6178867" y="3864768"/>
                <a:ext cx="111061" cy="149352"/>
              </a:xfrm>
              <a:custGeom>
                <a:avLst/>
                <a:gdLst>
                  <a:gd name="connsiteX0" fmla="*/ 111062 w 111061"/>
                  <a:gd name="connsiteY0" fmla="*/ 6287 h 149352"/>
                  <a:gd name="connsiteX1" fmla="*/ 106966 w 111061"/>
                  <a:gd name="connsiteY1" fmla="*/ 30194 h 149352"/>
                  <a:gd name="connsiteX2" fmla="*/ 102299 w 111061"/>
                  <a:gd name="connsiteY2" fmla="*/ 34100 h 149352"/>
                  <a:gd name="connsiteX3" fmla="*/ 62675 w 111061"/>
                  <a:gd name="connsiteY3" fmla="*/ 34100 h 149352"/>
                  <a:gd name="connsiteX4" fmla="*/ 51530 w 111061"/>
                  <a:gd name="connsiteY4" fmla="*/ 43910 h 149352"/>
                  <a:gd name="connsiteX5" fmla="*/ 48958 w 111061"/>
                  <a:gd name="connsiteY5" fmla="*/ 58198 h 149352"/>
                  <a:gd name="connsiteX6" fmla="*/ 97155 w 111061"/>
                  <a:gd name="connsiteY6" fmla="*/ 58198 h 149352"/>
                  <a:gd name="connsiteX7" fmla="*/ 100489 w 111061"/>
                  <a:gd name="connsiteY7" fmla="*/ 61531 h 149352"/>
                  <a:gd name="connsiteX8" fmla="*/ 100489 w 111061"/>
                  <a:gd name="connsiteY8" fmla="*/ 62103 h 149352"/>
                  <a:gd name="connsiteX9" fmla="*/ 96393 w 111061"/>
                  <a:gd name="connsiteY9" fmla="*/ 85249 h 149352"/>
                  <a:gd name="connsiteX10" fmla="*/ 91916 w 111061"/>
                  <a:gd name="connsiteY10" fmla="*/ 89154 h 149352"/>
                  <a:gd name="connsiteX11" fmla="*/ 43720 w 111061"/>
                  <a:gd name="connsiteY11" fmla="*/ 89154 h 149352"/>
                  <a:gd name="connsiteX12" fmla="*/ 40767 w 111061"/>
                  <a:gd name="connsiteY12" fmla="*/ 105442 h 149352"/>
                  <a:gd name="connsiteX13" fmla="*/ 40386 w 111061"/>
                  <a:gd name="connsiteY13" fmla="*/ 109347 h 149352"/>
                  <a:gd name="connsiteX14" fmla="*/ 48387 w 111061"/>
                  <a:gd name="connsiteY14" fmla="*/ 115252 h 149352"/>
                  <a:gd name="connsiteX15" fmla="*/ 88011 w 111061"/>
                  <a:gd name="connsiteY15" fmla="*/ 115252 h 149352"/>
                  <a:gd name="connsiteX16" fmla="*/ 91345 w 111061"/>
                  <a:gd name="connsiteY16" fmla="*/ 118586 h 149352"/>
                  <a:gd name="connsiteX17" fmla="*/ 91345 w 111061"/>
                  <a:gd name="connsiteY17" fmla="*/ 119158 h 149352"/>
                  <a:gd name="connsiteX18" fmla="*/ 87058 w 111061"/>
                  <a:gd name="connsiteY18" fmla="*/ 143065 h 149352"/>
                  <a:gd name="connsiteX19" fmla="*/ 82582 w 111061"/>
                  <a:gd name="connsiteY19" fmla="*/ 146971 h 149352"/>
                  <a:gd name="connsiteX20" fmla="*/ 43910 w 111061"/>
                  <a:gd name="connsiteY20" fmla="*/ 149352 h 149352"/>
                  <a:gd name="connsiteX21" fmla="*/ 0 w 111061"/>
                  <a:gd name="connsiteY21" fmla="*/ 115443 h 149352"/>
                  <a:gd name="connsiteX22" fmla="*/ 953 w 111061"/>
                  <a:gd name="connsiteY22" fmla="*/ 105442 h 149352"/>
                  <a:gd name="connsiteX23" fmla="*/ 11716 w 111061"/>
                  <a:gd name="connsiteY23" fmla="*/ 43910 h 149352"/>
                  <a:gd name="connsiteX24" fmla="*/ 69723 w 111061"/>
                  <a:gd name="connsiteY24" fmla="*/ 0 h 149352"/>
                  <a:gd name="connsiteX25" fmla="*/ 107918 w 111061"/>
                  <a:gd name="connsiteY25" fmla="*/ 2381 h 149352"/>
                  <a:gd name="connsiteX26" fmla="*/ 111062 w 111061"/>
                  <a:gd name="connsiteY26" fmla="*/ 5525 h 149352"/>
                  <a:gd name="connsiteX27" fmla="*/ 111062 w 111061"/>
                  <a:gd name="connsiteY27" fmla="*/ 6287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1061" h="149352">
                    <a:moveTo>
                      <a:pt x="111062" y="6287"/>
                    </a:moveTo>
                    <a:lnTo>
                      <a:pt x="106966" y="30194"/>
                    </a:lnTo>
                    <a:cubicBezTo>
                      <a:pt x="106585" y="32385"/>
                      <a:pt x="104394" y="34100"/>
                      <a:pt x="102299" y="34100"/>
                    </a:cubicBezTo>
                    <a:lnTo>
                      <a:pt x="62675" y="34100"/>
                    </a:lnTo>
                    <a:cubicBezTo>
                      <a:pt x="55626" y="34100"/>
                      <a:pt x="52864" y="36481"/>
                      <a:pt x="51530" y="43910"/>
                    </a:cubicBezTo>
                    <a:lnTo>
                      <a:pt x="48958" y="58198"/>
                    </a:lnTo>
                    <a:lnTo>
                      <a:pt x="97155" y="58198"/>
                    </a:lnTo>
                    <a:cubicBezTo>
                      <a:pt x="99155" y="58198"/>
                      <a:pt x="100489" y="59531"/>
                      <a:pt x="100489" y="61531"/>
                    </a:cubicBezTo>
                    <a:lnTo>
                      <a:pt x="100489" y="62103"/>
                    </a:lnTo>
                    <a:lnTo>
                      <a:pt x="96393" y="85249"/>
                    </a:lnTo>
                    <a:cubicBezTo>
                      <a:pt x="96012" y="87440"/>
                      <a:pt x="94012" y="89154"/>
                      <a:pt x="91916" y="89154"/>
                    </a:cubicBezTo>
                    <a:lnTo>
                      <a:pt x="43720" y="89154"/>
                    </a:lnTo>
                    <a:lnTo>
                      <a:pt x="40767" y="105442"/>
                    </a:lnTo>
                    <a:cubicBezTo>
                      <a:pt x="40577" y="106966"/>
                      <a:pt x="40386" y="108204"/>
                      <a:pt x="40386" y="109347"/>
                    </a:cubicBezTo>
                    <a:cubicBezTo>
                      <a:pt x="40386" y="113824"/>
                      <a:pt x="42767" y="115252"/>
                      <a:pt x="48387" y="115252"/>
                    </a:cubicBezTo>
                    <a:lnTo>
                      <a:pt x="88011" y="115252"/>
                    </a:lnTo>
                    <a:cubicBezTo>
                      <a:pt x="90011" y="115252"/>
                      <a:pt x="91345" y="116586"/>
                      <a:pt x="91345" y="118586"/>
                    </a:cubicBezTo>
                    <a:lnTo>
                      <a:pt x="91345" y="119158"/>
                    </a:lnTo>
                    <a:lnTo>
                      <a:pt x="87058" y="143065"/>
                    </a:lnTo>
                    <a:cubicBezTo>
                      <a:pt x="86678" y="145447"/>
                      <a:pt x="85058" y="146590"/>
                      <a:pt x="82582" y="146971"/>
                    </a:cubicBezTo>
                    <a:cubicBezTo>
                      <a:pt x="74962" y="147923"/>
                      <a:pt x="62960" y="149352"/>
                      <a:pt x="43910" y="149352"/>
                    </a:cubicBezTo>
                    <a:cubicBezTo>
                      <a:pt x="20955" y="149352"/>
                      <a:pt x="0" y="141161"/>
                      <a:pt x="0" y="115443"/>
                    </a:cubicBezTo>
                    <a:cubicBezTo>
                      <a:pt x="0" y="112300"/>
                      <a:pt x="381" y="108966"/>
                      <a:pt x="953" y="105442"/>
                    </a:cubicBezTo>
                    <a:lnTo>
                      <a:pt x="11716" y="43910"/>
                    </a:lnTo>
                    <a:cubicBezTo>
                      <a:pt x="18574" y="4286"/>
                      <a:pt x="42100" y="0"/>
                      <a:pt x="69723" y="0"/>
                    </a:cubicBezTo>
                    <a:cubicBezTo>
                      <a:pt x="88773" y="0"/>
                      <a:pt x="100679" y="1333"/>
                      <a:pt x="107918" y="2381"/>
                    </a:cubicBezTo>
                    <a:cubicBezTo>
                      <a:pt x="110109" y="2572"/>
                      <a:pt x="111062" y="3524"/>
                      <a:pt x="111062" y="5525"/>
                    </a:cubicBezTo>
                    <a:lnTo>
                      <a:pt x="111062" y="62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259283F9-BD3A-4D0C-9D32-9C9BA24A0C66}"/>
                  </a:ext>
                </a:extLst>
              </p:cNvPr>
              <p:cNvSpPr/>
              <p:nvPr/>
            </p:nvSpPr>
            <p:spPr>
              <a:xfrm>
                <a:off x="6289833" y="3866768"/>
                <a:ext cx="83629" cy="147447"/>
              </a:xfrm>
              <a:custGeom>
                <a:avLst/>
                <a:gdLst>
                  <a:gd name="connsiteX0" fmla="*/ 83629 w 83629"/>
                  <a:gd name="connsiteY0" fmla="*/ 117253 h 147447"/>
                  <a:gd name="connsiteX1" fmla="*/ 79343 w 83629"/>
                  <a:gd name="connsiteY1" fmla="*/ 141161 h 147447"/>
                  <a:gd name="connsiteX2" fmla="*/ 74867 w 83629"/>
                  <a:gd name="connsiteY2" fmla="*/ 145066 h 147447"/>
                  <a:gd name="connsiteX3" fmla="*/ 43910 w 83629"/>
                  <a:gd name="connsiteY3" fmla="*/ 147447 h 147447"/>
                  <a:gd name="connsiteX4" fmla="*/ 0 w 83629"/>
                  <a:gd name="connsiteY4" fmla="*/ 113729 h 147447"/>
                  <a:gd name="connsiteX5" fmla="*/ 952 w 83629"/>
                  <a:gd name="connsiteY5" fmla="*/ 103537 h 147447"/>
                  <a:gd name="connsiteX6" fmla="*/ 18383 w 83629"/>
                  <a:gd name="connsiteY6" fmla="*/ 3905 h 147447"/>
                  <a:gd name="connsiteX7" fmla="*/ 23241 w 83629"/>
                  <a:gd name="connsiteY7" fmla="*/ 0 h 147447"/>
                  <a:gd name="connsiteX8" fmla="*/ 55150 w 83629"/>
                  <a:gd name="connsiteY8" fmla="*/ 0 h 147447"/>
                  <a:gd name="connsiteX9" fmla="*/ 58293 w 83629"/>
                  <a:gd name="connsiteY9" fmla="*/ 3143 h 147447"/>
                  <a:gd name="connsiteX10" fmla="*/ 58293 w 83629"/>
                  <a:gd name="connsiteY10" fmla="*/ 3905 h 147447"/>
                  <a:gd name="connsiteX11" fmla="*/ 40862 w 83629"/>
                  <a:gd name="connsiteY11" fmla="*/ 103537 h 147447"/>
                  <a:gd name="connsiteX12" fmla="*/ 40481 w 83629"/>
                  <a:gd name="connsiteY12" fmla="*/ 107252 h 147447"/>
                  <a:gd name="connsiteX13" fmla="*/ 48482 w 83629"/>
                  <a:gd name="connsiteY13" fmla="*/ 113348 h 147447"/>
                  <a:gd name="connsiteX14" fmla="*/ 80200 w 83629"/>
                  <a:gd name="connsiteY14" fmla="*/ 113348 h 147447"/>
                  <a:gd name="connsiteX15" fmla="*/ 83534 w 83629"/>
                  <a:gd name="connsiteY15" fmla="*/ 116681 h 147447"/>
                  <a:gd name="connsiteX16" fmla="*/ 83534 w 83629"/>
                  <a:gd name="connsiteY16" fmla="*/ 117253 h 147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3629" h="147447">
                    <a:moveTo>
                      <a:pt x="83629" y="117253"/>
                    </a:moveTo>
                    <a:lnTo>
                      <a:pt x="79343" y="141161"/>
                    </a:lnTo>
                    <a:cubicBezTo>
                      <a:pt x="78962" y="143542"/>
                      <a:pt x="77343" y="144685"/>
                      <a:pt x="74867" y="145066"/>
                    </a:cubicBezTo>
                    <a:cubicBezTo>
                      <a:pt x="67437" y="146399"/>
                      <a:pt x="54292" y="147447"/>
                      <a:pt x="43910" y="147447"/>
                    </a:cubicBezTo>
                    <a:cubicBezTo>
                      <a:pt x="21717" y="147447"/>
                      <a:pt x="0" y="140208"/>
                      <a:pt x="0" y="113729"/>
                    </a:cubicBezTo>
                    <a:cubicBezTo>
                      <a:pt x="0" y="110585"/>
                      <a:pt x="381" y="107252"/>
                      <a:pt x="952" y="103537"/>
                    </a:cubicBezTo>
                    <a:lnTo>
                      <a:pt x="18383" y="3905"/>
                    </a:lnTo>
                    <a:cubicBezTo>
                      <a:pt x="18764" y="1715"/>
                      <a:pt x="21146" y="0"/>
                      <a:pt x="23241" y="0"/>
                    </a:cubicBezTo>
                    <a:lnTo>
                      <a:pt x="55150" y="0"/>
                    </a:lnTo>
                    <a:cubicBezTo>
                      <a:pt x="57150" y="0"/>
                      <a:pt x="58293" y="1333"/>
                      <a:pt x="58293" y="3143"/>
                    </a:cubicBezTo>
                    <a:lnTo>
                      <a:pt x="58293" y="3905"/>
                    </a:lnTo>
                    <a:lnTo>
                      <a:pt x="40862" y="103537"/>
                    </a:lnTo>
                    <a:cubicBezTo>
                      <a:pt x="40672" y="104870"/>
                      <a:pt x="40481" y="106108"/>
                      <a:pt x="40481" y="107252"/>
                    </a:cubicBezTo>
                    <a:cubicBezTo>
                      <a:pt x="40481" y="111728"/>
                      <a:pt x="42863" y="113348"/>
                      <a:pt x="48482" y="113348"/>
                    </a:cubicBezTo>
                    <a:lnTo>
                      <a:pt x="80200" y="113348"/>
                    </a:lnTo>
                    <a:cubicBezTo>
                      <a:pt x="82201" y="113348"/>
                      <a:pt x="83534" y="114681"/>
                      <a:pt x="83534" y="116681"/>
                    </a:cubicBezTo>
                    <a:lnTo>
                      <a:pt x="83534" y="11725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2B9083F8-753C-4703-BFE1-CDE3F612FED6}"/>
                </a:ext>
              </a:extLst>
            </p:cNvPr>
            <p:cNvSpPr/>
            <p:nvPr/>
          </p:nvSpPr>
          <p:spPr>
            <a:xfrm>
              <a:off x="6427088" y="3866768"/>
              <a:ext cx="33147" cy="145637"/>
            </a:xfrm>
            <a:custGeom>
              <a:avLst/>
              <a:gdLst>
                <a:gd name="connsiteX0" fmla="*/ 33147 w 33147"/>
                <a:gd name="connsiteY0" fmla="*/ 3715 h 145637"/>
                <a:gd name="connsiteX1" fmla="*/ 8668 w 33147"/>
                <a:gd name="connsiteY1" fmla="*/ 141923 h 145637"/>
                <a:gd name="connsiteX2" fmla="*/ 4763 w 33147"/>
                <a:gd name="connsiteY2" fmla="*/ 145637 h 145637"/>
                <a:gd name="connsiteX3" fmla="*/ 2762 w 33147"/>
                <a:gd name="connsiteY3" fmla="*/ 145637 h 145637"/>
                <a:gd name="connsiteX4" fmla="*/ 0 w 33147"/>
                <a:gd name="connsiteY4" fmla="*/ 142685 h 145637"/>
                <a:gd name="connsiteX5" fmla="*/ 0 w 33147"/>
                <a:gd name="connsiteY5" fmla="*/ 141923 h 145637"/>
                <a:gd name="connsiteX6" fmla="*/ 24479 w 33147"/>
                <a:gd name="connsiteY6" fmla="*/ 3715 h 145637"/>
                <a:gd name="connsiteX7" fmla="*/ 28385 w 33147"/>
                <a:gd name="connsiteY7" fmla="*/ 0 h 145637"/>
                <a:gd name="connsiteX8" fmla="*/ 30385 w 33147"/>
                <a:gd name="connsiteY8" fmla="*/ 0 h 145637"/>
                <a:gd name="connsiteX9" fmla="*/ 33147 w 33147"/>
                <a:gd name="connsiteY9" fmla="*/ 2953 h 145637"/>
                <a:gd name="connsiteX10" fmla="*/ 33147 w 33147"/>
                <a:gd name="connsiteY10" fmla="*/ 3715 h 145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47" h="145637">
                  <a:moveTo>
                    <a:pt x="33147" y="3715"/>
                  </a:moveTo>
                  <a:lnTo>
                    <a:pt x="8668" y="141923"/>
                  </a:lnTo>
                  <a:cubicBezTo>
                    <a:pt x="8287" y="143923"/>
                    <a:pt x="6668" y="145637"/>
                    <a:pt x="4763" y="145637"/>
                  </a:cubicBezTo>
                  <a:lnTo>
                    <a:pt x="2762" y="145637"/>
                  </a:lnTo>
                  <a:cubicBezTo>
                    <a:pt x="953" y="145637"/>
                    <a:pt x="0" y="144304"/>
                    <a:pt x="0" y="142685"/>
                  </a:cubicBezTo>
                  <a:lnTo>
                    <a:pt x="0" y="141923"/>
                  </a:lnTo>
                  <a:lnTo>
                    <a:pt x="24479" y="3715"/>
                  </a:lnTo>
                  <a:cubicBezTo>
                    <a:pt x="24860" y="1715"/>
                    <a:pt x="26479" y="0"/>
                    <a:pt x="28385" y="0"/>
                  </a:cubicBezTo>
                  <a:lnTo>
                    <a:pt x="30385" y="0"/>
                  </a:lnTo>
                  <a:cubicBezTo>
                    <a:pt x="32195" y="0"/>
                    <a:pt x="33147" y="1333"/>
                    <a:pt x="33147" y="2953"/>
                  </a:cubicBezTo>
                  <a:lnTo>
                    <a:pt x="33147" y="371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67" name="Gráfico 4">
              <a:extLst>
                <a:ext uri="{FF2B5EF4-FFF2-40B4-BE49-F238E27FC236}">
                  <a16:creationId xmlns:a16="http://schemas.microsoft.com/office/drawing/2014/main" id="{5F3CA61B-C5AF-410F-8B89-770C15F3DAEA}"/>
                </a:ext>
              </a:extLst>
            </p:cNvPr>
            <p:cNvGrpSpPr/>
            <p:nvPr/>
          </p:nvGrpSpPr>
          <p:grpSpPr>
            <a:xfrm>
              <a:off x="6508623" y="3864578"/>
              <a:ext cx="644366" cy="149542"/>
              <a:chOff x="6508623" y="3864578"/>
              <a:chExt cx="644366" cy="149542"/>
            </a:xfrm>
            <a:solidFill>
              <a:srgbClr val="FFFFFF"/>
            </a:solidFill>
          </p:grpSpPr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2840B96C-2B4D-4297-8C0F-294688D7B35A}"/>
                  </a:ext>
                </a:extLst>
              </p:cNvPr>
              <p:cNvSpPr/>
              <p:nvPr/>
            </p:nvSpPr>
            <p:spPr>
              <a:xfrm>
                <a:off x="6508623" y="3864578"/>
                <a:ext cx="107346" cy="149447"/>
              </a:xfrm>
              <a:custGeom>
                <a:avLst/>
                <a:gdLst>
                  <a:gd name="connsiteX0" fmla="*/ 107251 w 107346"/>
                  <a:gd name="connsiteY0" fmla="*/ 8287 h 149447"/>
                  <a:gd name="connsiteX1" fmla="*/ 102775 w 107346"/>
                  <a:gd name="connsiteY1" fmla="*/ 33338 h 149447"/>
                  <a:gd name="connsiteX2" fmla="*/ 98679 w 107346"/>
                  <a:gd name="connsiteY2" fmla="*/ 37052 h 149447"/>
                  <a:gd name="connsiteX3" fmla="*/ 98107 w 107346"/>
                  <a:gd name="connsiteY3" fmla="*/ 37052 h 149447"/>
                  <a:gd name="connsiteX4" fmla="*/ 70866 w 107346"/>
                  <a:gd name="connsiteY4" fmla="*/ 35242 h 149447"/>
                  <a:gd name="connsiteX5" fmla="*/ 45529 w 107346"/>
                  <a:gd name="connsiteY5" fmla="*/ 64865 h 149447"/>
                  <a:gd name="connsiteX6" fmla="*/ 41815 w 107346"/>
                  <a:gd name="connsiteY6" fmla="*/ 85058 h 149447"/>
                  <a:gd name="connsiteX7" fmla="*/ 40672 w 107346"/>
                  <a:gd name="connsiteY7" fmla="*/ 97060 h 149447"/>
                  <a:gd name="connsiteX8" fmla="*/ 56959 w 107346"/>
                  <a:gd name="connsiteY8" fmla="*/ 114681 h 149447"/>
                  <a:gd name="connsiteX9" fmla="*/ 84582 w 107346"/>
                  <a:gd name="connsiteY9" fmla="*/ 112871 h 149447"/>
                  <a:gd name="connsiteX10" fmla="*/ 85153 w 107346"/>
                  <a:gd name="connsiteY10" fmla="*/ 112871 h 149447"/>
                  <a:gd name="connsiteX11" fmla="*/ 88106 w 107346"/>
                  <a:gd name="connsiteY11" fmla="*/ 115633 h 149447"/>
                  <a:gd name="connsiteX12" fmla="*/ 88106 w 107346"/>
                  <a:gd name="connsiteY12" fmla="*/ 116586 h 149447"/>
                  <a:gd name="connsiteX13" fmla="*/ 83629 w 107346"/>
                  <a:gd name="connsiteY13" fmla="*/ 141637 h 149447"/>
                  <a:gd name="connsiteX14" fmla="*/ 78772 w 107346"/>
                  <a:gd name="connsiteY14" fmla="*/ 145923 h 149447"/>
                  <a:gd name="connsiteX15" fmla="*/ 50959 w 107346"/>
                  <a:gd name="connsiteY15" fmla="*/ 149447 h 149447"/>
                  <a:gd name="connsiteX16" fmla="*/ 0 w 107346"/>
                  <a:gd name="connsiteY16" fmla="*/ 100774 h 149447"/>
                  <a:gd name="connsiteX17" fmla="*/ 1524 w 107346"/>
                  <a:gd name="connsiteY17" fmla="*/ 84868 h 149447"/>
                  <a:gd name="connsiteX18" fmla="*/ 5239 w 107346"/>
                  <a:gd name="connsiteY18" fmla="*/ 64675 h 149447"/>
                  <a:gd name="connsiteX19" fmla="*/ 76581 w 107346"/>
                  <a:gd name="connsiteY19" fmla="*/ 0 h 149447"/>
                  <a:gd name="connsiteX20" fmla="*/ 103632 w 107346"/>
                  <a:gd name="connsiteY20" fmla="*/ 3715 h 149447"/>
                  <a:gd name="connsiteX21" fmla="*/ 107347 w 107346"/>
                  <a:gd name="connsiteY21" fmla="*/ 7048 h 149447"/>
                  <a:gd name="connsiteX22" fmla="*/ 107347 w 107346"/>
                  <a:gd name="connsiteY22" fmla="*/ 8001 h 149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7346" h="149447">
                    <a:moveTo>
                      <a:pt x="107251" y="8287"/>
                    </a:moveTo>
                    <a:lnTo>
                      <a:pt x="102775" y="33338"/>
                    </a:lnTo>
                    <a:cubicBezTo>
                      <a:pt x="102394" y="35719"/>
                      <a:pt x="100965" y="37052"/>
                      <a:pt x="98679" y="37052"/>
                    </a:cubicBezTo>
                    <a:lnTo>
                      <a:pt x="98107" y="37052"/>
                    </a:lnTo>
                    <a:cubicBezTo>
                      <a:pt x="90297" y="36290"/>
                      <a:pt x="82010" y="35242"/>
                      <a:pt x="70866" y="35242"/>
                    </a:cubicBezTo>
                    <a:cubicBezTo>
                      <a:pt x="60293" y="35242"/>
                      <a:pt x="50292" y="38957"/>
                      <a:pt x="45529" y="64865"/>
                    </a:cubicBezTo>
                    <a:lnTo>
                      <a:pt x="41815" y="85058"/>
                    </a:lnTo>
                    <a:cubicBezTo>
                      <a:pt x="41053" y="89725"/>
                      <a:pt x="40672" y="93726"/>
                      <a:pt x="40672" y="97060"/>
                    </a:cubicBezTo>
                    <a:cubicBezTo>
                      <a:pt x="40672" y="111728"/>
                      <a:pt x="48292" y="114681"/>
                      <a:pt x="56959" y="114681"/>
                    </a:cubicBezTo>
                    <a:cubicBezTo>
                      <a:pt x="68104" y="114681"/>
                      <a:pt x="76581" y="113728"/>
                      <a:pt x="84582" y="112871"/>
                    </a:cubicBezTo>
                    <a:lnTo>
                      <a:pt x="85153" y="112871"/>
                    </a:lnTo>
                    <a:cubicBezTo>
                      <a:pt x="87154" y="112871"/>
                      <a:pt x="88106" y="113633"/>
                      <a:pt x="88106" y="115633"/>
                    </a:cubicBezTo>
                    <a:lnTo>
                      <a:pt x="88106" y="116586"/>
                    </a:lnTo>
                    <a:lnTo>
                      <a:pt x="83629" y="141637"/>
                    </a:lnTo>
                    <a:cubicBezTo>
                      <a:pt x="83248" y="144209"/>
                      <a:pt x="82010" y="144970"/>
                      <a:pt x="78772" y="145923"/>
                    </a:cubicBezTo>
                    <a:cubicBezTo>
                      <a:pt x="73247" y="147733"/>
                      <a:pt x="63246" y="149447"/>
                      <a:pt x="50959" y="149447"/>
                    </a:cubicBezTo>
                    <a:cubicBezTo>
                      <a:pt x="21717" y="149447"/>
                      <a:pt x="0" y="133159"/>
                      <a:pt x="0" y="100774"/>
                    </a:cubicBezTo>
                    <a:cubicBezTo>
                      <a:pt x="0" y="95917"/>
                      <a:pt x="571" y="90583"/>
                      <a:pt x="1524" y="84868"/>
                    </a:cubicBezTo>
                    <a:lnTo>
                      <a:pt x="5239" y="64675"/>
                    </a:lnTo>
                    <a:cubicBezTo>
                      <a:pt x="14288" y="15240"/>
                      <a:pt x="39529" y="0"/>
                      <a:pt x="76581" y="0"/>
                    </a:cubicBezTo>
                    <a:cubicBezTo>
                      <a:pt x="88773" y="0"/>
                      <a:pt x="98774" y="2000"/>
                      <a:pt x="103632" y="3715"/>
                    </a:cubicBezTo>
                    <a:cubicBezTo>
                      <a:pt x="105823" y="4477"/>
                      <a:pt x="107347" y="5048"/>
                      <a:pt x="107347" y="7048"/>
                    </a:cubicBezTo>
                    <a:lnTo>
                      <a:pt x="107347" y="8001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1DFB267F-D0BD-499A-9F4F-620F2693B8EB}"/>
                  </a:ext>
                </a:extLst>
              </p:cNvPr>
              <p:cNvSpPr/>
              <p:nvPr/>
            </p:nvSpPr>
            <p:spPr>
              <a:xfrm>
                <a:off x="6606944" y="3866768"/>
                <a:ext cx="64424" cy="145637"/>
              </a:xfrm>
              <a:custGeom>
                <a:avLst/>
                <a:gdLst>
                  <a:gd name="connsiteX0" fmla="*/ 64366 w 64424"/>
                  <a:gd name="connsiteY0" fmla="*/ 3715 h 145637"/>
                  <a:gd name="connsiteX1" fmla="*/ 40077 w 64424"/>
                  <a:gd name="connsiteY1" fmla="*/ 141732 h 145637"/>
                  <a:gd name="connsiteX2" fmla="*/ 35410 w 64424"/>
                  <a:gd name="connsiteY2" fmla="*/ 145637 h 145637"/>
                  <a:gd name="connsiteX3" fmla="*/ 3215 w 64424"/>
                  <a:gd name="connsiteY3" fmla="*/ 145637 h 145637"/>
                  <a:gd name="connsiteX4" fmla="*/ 72 w 64424"/>
                  <a:gd name="connsiteY4" fmla="*/ 141732 h 145637"/>
                  <a:gd name="connsiteX5" fmla="*/ 24361 w 64424"/>
                  <a:gd name="connsiteY5" fmla="*/ 3715 h 145637"/>
                  <a:gd name="connsiteX6" fmla="*/ 28838 w 64424"/>
                  <a:gd name="connsiteY6" fmla="*/ 0 h 145637"/>
                  <a:gd name="connsiteX7" fmla="*/ 61032 w 64424"/>
                  <a:gd name="connsiteY7" fmla="*/ 0 h 145637"/>
                  <a:gd name="connsiteX8" fmla="*/ 64366 w 64424"/>
                  <a:gd name="connsiteY8" fmla="*/ 3715 h 145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424" h="145637">
                    <a:moveTo>
                      <a:pt x="64366" y="3715"/>
                    </a:moveTo>
                    <a:lnTo>
                      <a:pt x="40077" y="141732"/>
                    </a:lnTo>
                    <a:cubicBezTo>
                      <a:pt x="39696" y="143923"/>
                      <a:pt x="38267" y="145637"/>
                      <a:pt x="35410" y="145637"/>
                    </a:cubicBezTo>
                    <a:lnTo>
                      <a:pt x="3215" y="145637"/>
                    </a:lnTo>
                    <a:cubicBezTo>
                      <a:pt x="834" y="145637"/>
                      <a:pt x="-309" y="143637"/>
                      <a:pt x="72" y="141732"/>
                    </a:cubicBezTo>
                    <a:lnTo>
                      <a:pt x="24361" y="3715"/>
                    </a:lnTo>
                    <a:cubicBezTo>
                      <a:pt x="24742" y="1524"/>
                      <a:pt x="26742" y="0"/>
                      <a:pt x="28838" y="0"/>
                    </a:cubicBezTo>
                    <a:lnTo>
                      <a:pt x="61032" y="0"/>
                    </a:lnTo>
                    <a:cubicBezTo>
                      <a:pt x="63223" y="0"/>
                      <a:pt x="64747" y="1143"/>
                      <a:pt x="64366" y="37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03A9234B-1B9E-4C74-80FF-ADA24B7CF35C}"/>
                  </a:ext>
                </a:extLst>
              </p:cNvPr>
              <p:cNvSpPr/>
              <p:nvPr/>
            </p:nvSpPr>
            <p:spPr>
              <a:xfrm>
                <a:off x="6672071" y="3864768"/>
                <a:ext cx="111061" cy="149352"/>
              </a:xfrm>
              <a:custGeom>
                <a:avLst/>
                <a:gdLst>
                  <a:gd name="connsiteX0" fmla="*/ 111062 w 111061"/>
                  <a:gd name="connsiteY0" fmla="*/ 6287 h 149352"/>
                  <a:gd name="connsiteX1" fmla="*/ 106966 w 111061"/>
                  <a:gd name="connsiteY1" fmla="*/ 30194 h 149352"/>
                  <a:gd name="connsiteX2" fmla="*/ 102299 w 111061"/>
                  <a:gd name="connsiteY2" fmla="*/ 34100 h 149352"/>
                  <a:gd name="connsiteX3" fmla="*/ 62675 w 111061"/>
                  <a:gd name="connsiteY3" fmla="*/ 34100 h 149352"/>
                  <a:gd name="connsiteX4" fmla="*/ 51530 w 111061"/>
                  <a:gd name="connsiteY4" fmla="*/ 43910 h 149352"/>
                  <a:gd name="connsiteX5" fmla="*/ 48958 w 111061"/>
                  <a:gd name="connsiteY5" fmla="*/ 58198 h 149352"/>
                  <a:gd name="connsiteX6" fmla="*/ 97155 w 111061"/>
                  <a:gd name="connsiteY6" fmla="*/ 58198 h 149352"/>
                  <a:gd name="connsiteX7" fmla="*/ 100489 w 111061"/>
                  <a:gd name="connsiteY7" fmla="*/ 61531 h 149352"/>
                  <a:gd name="connsiteX8" fmla="*/ 100489 w 111061"/>
                  <a:gd name="connsiteY8" fmla="*/ 62103 h 149352"/>
                  <a:gd name="connsiteX9" fmla="*/ 96393 w 111061"/>
                  <a:gd name="connsiteY9" fmla="*/ 85249 h 149352"/>
                  <a:gd name="connsiteX10" fmla="*/ 91916 w 111061"/>
                  <a:gd name="connsiteY10" fmla="*/ 89154 h 149352"/>
                  <a:gd name="connsiteX11" fmla="*/ 43720 w 111061"/>
                  <a:gd name="connsiteY11" fmla="*/ 89154 h 149352"/>
                  <a:gd name="connsiteX12" fmla="*/ 40767 w 111061"/>
                  <a:gd name="connsiteY12" fmla="*/ 105442 h 149352"/>
                  <a:gd name="connsiteX13" fmla="*/ 40386 w 111061"/>
                  <a:gd name="connsiteY13" fmla="*/ 109347 h 149352"/>
                  <a:gd name="connsiteX14" fmla="*/ 48387 w 111061"/>
                  <a:gd name="connsiteY14" fmla="*/ 115252 h 149352"/>
                  <a:gd name="connsiteX15" fmla="*/ 88011 w 111061"/>
                  <a:gd name="connsiteY15" fmla="*/ 115252 h 149352"/>
                  <a:gd name="connsiteX16" fmla="*/ 91345 w 111061"/>
                  <a:gd name="connsiteY16" fmla="*/ 118586 h 149352"/>
                  <a:gd name="connsiteX17" fmla="*/ 91345 w 111061"/>
                  <a:gd name="connsiteY17" fmla="*/ 119158 h 149352"/>
                  <a:gd name="connsiteX18" fmla="*/ 87058 w 111061"/>
                  <a:gd name="connsiteY18" fmla="*/ 143065 h 149352"/>
                  <a:gd name="connsiteX19" fmla="*/ 82582 w 111061"/>
                  <a:gd name="connsiteY19" fmla="*/ 146971 h 149352"/>
                  <a:gd name="connsiteX20" fmla="*/ 43910 w 111061"/>
                  <a:gd name="connsiteY20" fmla="*/ 149352 h 149352"/>
                  <a:gd name="connsiteX21" fmla="*/ 0 w 111061"/>
                  <a:gd name="connsiteY21" fmla="*/ 115443 h 149352"/>
                  <a:gd name="connsiteX22" fmla="*/ 953 w 111061"/>
                  <a:gd name="connsiteY22" fmla="*/ 105442 h 149352"/>
                  <a:gd name="connsiteX23" fmla="*/ 11716 w 111061"/>
                  <a:gd name="connsiteY23" fmla="*/ 43910 h 149352"/>
                  <a:gd name="connsiteX24" fmla="*/ 69723 w 111061"/>
                  <a:gd name="connsiteY24" fmla="*/ 0 h 149352"/>
                  <a:gd name="connsiteX25" fmla="*/ 107918 w 111061"/>
                  <a:gd name="connsiteY25" fmla="*/ 2381 h 149352"/>
                  <a:gd name="connsiteX26" fmla="*/ 111062 w 111061"/>
                  <a:gd name="connsiteY26" fmla="*/ 5525 h 149352"/>
                  <a:gd name="connsiteX27" fmla="*/ 111062 w 111061"/>
                  <a:gd name="connsiteY27" fmla="*/ 6287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1061" h="149352">
                    <a:moveTo>
                      <a:pt x="111062" y="6287"/>
                    </a:moveTo>
                    <a:lnTo>
                      <a:pt x="106966" y="30194"/>
                    </a:lnTo>
                    <a:cubicBezTo>
                      <a:pt x="106585" y="32385"/>
                      <a:pt x="104394" y="34100"/>
                      <a:pt x="102299" y="34100"/>
                    </a:cubicBezTo>
                    <a:lnTo>
                      <a:pt x="62675" y="34100"/>
                    </a:lnTo>
                    <a:cubicBezTo>
                      <a:pt x="55626" y="34100"/>
                      <a:pt x="52864" y="36481"/>
                      <a:pt x="51530" y="43910"/>
                    </a:cubicBezTo>
                    <a:lnTo>
                      <a:pt x="48958" y="58198"/>
                    </a:lnTo>
                    <a:lnTo>
                      <a:pt x="97155" y="58198"/>
                    </a:lnTo>
                    <a:cubicBezTo>
                      <a:pt x="99155" y="58198"/>
                      <a:pt x="100489" y="59531"/>
                      <a:pt x="100489" y="61531"/>
                    </a:cubicBezTo>
                    <a:lnTo>
                      <a:pt x="100489" y="62103"/>
                    </a:lnTo>
                    <a:lnTo>
                      <a:pt x="96393" y="85249"/>
                    </a:lnTo>
                    <a:cubicBezTo>
                      <a:pt x="96012" y="87440"/>
                      <a:pt x="94012" y="89154"/>
                      <a:pt x="91916" y="89154"/>
                    </a:cubicBezTo>
                    <a:lnTo>
                      <a:pt x="43720" y="89154"/>
                    </a:lnTo>
                    <a:lnTo>
                      <a:pt x="40767" y="105442"/>
                    </a:lnTo>
                    <a:cubicBezTo>
                      <a:pt x="40577" y="106966"/>
                      <a:pt x="40386" y="108204"/>
                      <a:pt x="40386" y="109347"/>
                    </a:cubicBezTo>
                    <a:cubicBezTo>
                      <a:pt x="40386" y="113824"/>
                      <a:pt x="42767" y="115252"/>
                      <a:pt x="48387" y="115252"/>
                    </a:cubicBezTo>
                    <a:lnTo>
                      <a:pt x="88011" y="115252"/>
                    </a:lnTo>
                    <a:cubicBezTo>
                      <a:pt x="90011" y="115252"/>
                      <a:pt x="91345" y="116586"/>
                      <a:pt x="91345" y="118586"/>
                    </a:cubicBezTo>
                    <a:lnTo>
                      <a:pt x="91345" y="119158"/>
                    </a:lnTo>
                    <a:lnTo>
                      <a:pt x="87058" y="143065"/>
                    </a:lnTo>
                    <a:cubicBezTo>
                      <a:pt x="86678" y="145447"/>
                      <a:pt x="85058" y="146590"/>
                      <a:pt x="82582" y="146971"/>
                    </a:cubicBezTo>
                    <a:cubicBezTo>
                      <a:pt x="74962" y="147923"/>
                      <a:pt x="62960" y="149352"/>
                      <a:pt x="43910" y="149352"/>
                    </a:cubicBezTo>
                    <a:cubicBezTo>
                      <a:pt x="20955" y="149352"/>
                      <a:pt x="0" y="141161"/>
                      <a:pt x="0" y="115443"/>
                    </a:cubicBezTo>
                    <a:cubicBezTo>
                      <a:pt x="0" y="112300"/>
                      <a:pt x="381" y="108966"/>
                      <a:pt x="953" y="105442"/>
                    </a:cubicBezTo>
                    <a:lnTo>
                      <a:pt x="11716" y="43910"/>
                    </a:lnTo>
                    <a:cubicBezTo>
                      <a:pt x="18574" y="4286"/>
                      <a:pt x="42100" y="0"/>
                      <a:pt x="69723" y="0"/>
                    </a:cubicBezTo>
                    <a:cubicBezTo>
                      <a:pt x="88773" y="0"/>
                      <a:pt x="100679" y="1333"/>
                      <a:pt x="107918" y="2381"/>
                    </a:cubicBezTo>
                    <a:cubicBezTo>
                      <a:pt x="110109" y="2572"/>
                      <a:pt x="111062" y="3524"/>
                      <a:pt x="111062" y="5525"/>
                    </a:cubicBezTo>
                    <a:lnTo>
                      <a:pt x="111062" y="62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63326D49-AAB3-4B2C-AC6B-309913BE3F77}"/>
                  </a:ext>
                </a:extLst>
              </p:cNvPr>
              <p:cNvSpPr/>
              <p:nvPr/>
            </p:nvSpPr>
            <p:spPr>
              <a:xfrm>
                <a:off x="6777323" y="3864768"/>
                <a:ext cx="131921" cy="147637"/>
              </a:xfrm>
              <a:custGeom>
                <a:avLst/>
                <a:gdLst>
                  <a:gd name="connsiteX0" fmla="*/ 99727 w 131921"/>
                  <a:gd name="connsiteY0" fmla="*/ 89249 h 147637"/>
                  <a:gd name="connsiteX1" fmla="*/ 118777 w 131921"/>
                  <a:gd name="connsiteY1" fmla="*/ 142589 h 147637"/>
                  <a:gd name="connsiteX2" fmla="*/ 118967 w 131921"/>
                  <a:gd name="connsiteY2" fmla="*/ 143923 h 147637"/>
                  <a:gd name="connsiteX3" fmla="*/ 115062 w 131921"/>
                  <a:gd name="connsiteY3" fmla="*/ 147638 h 147637"/>
                  <a:gd name="connsiteX4" fmla="*/ 80582 w 131921"/>
                  <a:gd name="connsiteY4" fmla="*/ 147638 h 147637"/>
                  <a:gd name="connsiteX5" fmla="*/ 77438 w 131921"/>
                  <a:gd name="connsiteY5" fmla="*/ 143732 h 147637"/>
                  <a:gd name="connsiteX6" fmla="*/ 60960 w 131921"/>
                  <a:gd name="connsiteY6" fmla="*/ 95917 h 147637"/>
                  <a:gd name="connsiteX7" fmla="*/ 48196 w 131921"/>
                  <a:gd name="connsiteY7" fmla="*/ 95536 h 147637"/>
                  <a:gd name="connsiteX8" fmla="*/ 39719 w 131921"/>
                  <a:gd name="connsiteY8" fmla="*/ 143732 h 147637"/>
                  <a:gd name="connsiteX9" fmla="*/ 35052 w 131921"/>
                  <a:gd name="connsiteY9" fmla="*/ 147638 h 147637"/>
                  <a:gd name="connsiteX10" fmla="*/ 3334 w 131921"/>
                  <a:gd name="connsiteY10" fmla="*/ 147638 h 147637"/>
                  <a:gd name="connsiteX11" fmla="*/ 0 w 131921"/>
                  <a:gd name="connsiteY11" fmla="*/ 144304 h 147637"/>
                  <a:gd name="connsiteX12" fmla="*/ 0 w 131921"/>
                  <a:gd name="connsiteY12" fmla="*/ 143732 h 147637"/>
                  <a:gd name="connsiteX13" fmla="*/ 22574 w 131921"/>
                  <a:gd name="connsiteY13" fmla="*/ 15526 h 147637"/>
                  <a:gd name="connsiteX14" fmla="*/ 36100 w 131921"/>
                  <a:gd name="connsiteY14" fmla="*/ 2572 h 147637"/>
                  <a:gd name="connsiteX15" fmla="*/ 77248 w 131921"/>
                  <a:gd name="connsiteY15" fmla="*/ 0 h 147637"/>
                  <a:gd name="connsiteX16" fmla="*/ 131921 w 131921"/>
                  <a:gd name="connsiteY16" fmla="*/ 38195 h 147637"/>
                  <a:gd name="connsiteX17" fmla="*/ 99727 w 131921"/>
                  <a:gd name="connsiteY17" fmla="*/ 89154 h 147637"/>
                  <a:gd name="connsiteX18" fmla="*/ 74200 w 131921"/>
                  <a:gd name="connsiteY18" fmla="*/ 33528 h 147637"/>
                  <a:gd name="connsiteX19" fmla="*/ 58865 w 131921"/>
                  <a:gd name="connsiteY19" fmla="*/ 33909 h 147637"/>
                  <a:gd name="connsiteX20" fmla="*/ 53340 w 131921"/>
                  <a:gd name="connsiteY20" fmla="*/ 65056 h 147637"/>
                  <a:gd name="connsiteX21" fmla="*/ 60198 w 131921"/>
                  <a:gd name="connsiteY21" fmla="*/ 65246 h 147637"/>
                  <a:gd name="connsiteX22" fmla="*/ 67628 w 131921"/>
                  <a:gd name="connsiteY22" fmla="*/ 65246 h 147637"/>
                  <a:gd name="connsiteX23" fmla="*/ 91535 w 131921"/>
                  <a:gd name="connsiteY23" fmla="*/ 43910 h 147637"/>
                  <a:gd name="connsiteX24" fmla="*/ 74104 w 131921"/>
                  <a:gd name="connsiteY24" fmla="*/ 33528 h 147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1921" h="147637">
                    <a:moveTo>
                      <a:pt x="99727" y="89249"/>
                    </a:moveTo>
                    <a:lnTo>
                      <a:pt x="118777" y="142589"/>
                    </a:lnTo>
                    <a:cubicBezTo>
                      <a:pt x="118777" y="142589"/>
                      <a:pt x="118967" y="143542"/>
                      <a:pt x="118967" y="143923"/>
                    </a:cubicBezTo>
                    <a:cubicBezTo>
                      <a:pt x="118967" y="146113"/>
                      <a:pt x="117443" y="147638"/>
                      <a:pt x="115062" y="147638"/>
                    </a:cubicBezTo>
                    <a:lnTo>
                      <a:pt x="80582" y="147638"/>
                    </a:lnTo>
                    <a:cubicBezTo>
                      <a:pt x="78391" y="147638"/>
                      <a:pt x="78010" y="145637"/>
                      <a:pt x="77438" y="143732"/>
                    </a:cubicBezTo>
                    <a:lnTo>
                      <a:pt x="60960" y="95917"/>
                    </a:lnTo>
                    <a:cubicBezTo>
                      <a:pt x="56674" y="95917"/>
                      <a:pt x="52483" y="95917"/>
                      <a:pt x="48196" y="95536"/>
                    </a:cubicBezTo>
                    <a:lnTo>
                      <a:pt x="39719" y="143732"/>
                    </a:lnTo>
                    <a:cubicBezTo>
                      <a:pt x="39338" y="145923"/>
                      <a:pt x="37147" y="147638"/>
                      <a:pt x="35052" y="147638"/>
                    </a:cubicBezTo>
                    <a:lnTo>
                      <a:pt x="3334" y="147638"/>
                    </a:lnTo>
                    <a:cubicBezTo>
                      <a:pt x="1333" y="147638"/>
                      <a:pt x="0" y="146304"/>
                      <a:pt x="0" y="144304"/>
                    </a:cubicBezTo>
                    <a:lnTo>
                      <a:pt x="0" y="143732"/>
                    </a:lnTo>
                    <a:lnTo>
                      <a:pt x="22574" y="15526"/>
                    </a:lnTo>
                    <a:cubicBezTo>
                      <a:pt x="24098" y="6096"/>
                      <a:pt x="27432" y="4000"/>
                      <a:pt x="36100" y="2572"/>
                    </a:cubicBezTo>
                    <a:cubicBezTo>
                      <a:pt x="44101" y="1429"/>
                      <a:pt x="59817" y="0"/>
                      <a:pt x="77248" y="0"/>
                    </a:cubicBezTo>
                    <a:cubicBezTo>
                      <a:pt x="108395" y="0"/>
                      <a:pt x="131921" y="11144"/>
                      <a:pt x="131921" y="38195"/>
                    </a:cubicBezTo>
                    <a:cubicBezTo>
                      <a:pt x="131921" y="60769"/>
                      <a:pt x="121729" y="80581"/>
                      <a:pt x="99727" y="89154"/>
                    </a:cubicBezTo>
                    <a:close/>
                    <a:moveTo>
                      <a:pt x="74200" y="33528"/>
                    </a:moveTo>
                    <a:cubicBezTo>
                      <a:pt x="68866" y="33528"/>
                      <a:pt x="62198" y="33719"/>
                      <a:pt x="58865" y="33909"/>
                    </a:cubicBezTo>
                    <a:lnTo>
                      <a:pt x="53340" y="65056"/>
                    </a:lnTo>
                    <a:cubicBezTo>
                      <a:pt x="55531" y="65246"/>
                      <a:pt x="57817" y="65246"/>
                      <a:pt x="60198" y="65246"/>
                    </a:cubicBezTo>
                    <a:lnTo>
                      <a:pt x="67628" y="65246"/>
                    </a:lnTo>
                    <a:cubicBezTo>
                      <a:pt x="83153" y="65246"/>
                      <a:pt x="91535" y="59341"/>
                      <a:pt x="91535" y="43910"/>
                    </a:cubicBezTo>
                    <a:cubicBezTo>
                      <a:pt x="91535" y="36671"/>
                      <a:pt x="86392" y="33528"/>
                      <a:pt x="74104" y="335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4FD06C7E-EACF-47FC-98CB-381FFC01595A}"/>
                  </a:ext>
                </a:extLst>
              </p:cNvPr>
              <p:cNvSpPr/>
              <p:nvPr/>
            </p:nvSpPr>
            <p:spPr>
              <a:xfrm>
                <a:off x="6915816" y="3864673"/>
                <a:ext cx="123729" cy="149447"/>
              </a:xfrm>
              <a:custGeom>
                <a:avLst/>
                <a:gdLst>
                  <a:gd name="connsiteX0" fmla="*/ 123539 w 123729"/>
                  <a:gd name="connsiteY0" fmla="*/ 9144 h 149447"/>
                  <a:gd name="connsiteX1" fmla="*/ 119063 w 123729"/>
                  <a:gd name="connsiteY1" fmla="*/ 33814 h 149447"/>
                  <a:gd name="connsiteX2" fmla="*/ 115919 w 123729"/>
                  <a:gd name="connsiteY2" fmla="*/ 36957 h 149447"/>
                  <a:gd name="connsiteX3" fmla="*/ 115348 w 123729"/>
                  <a:gd name="connsiteY3" fmla="*/ 36957 h 149447"/>
                  <a:gd name="connsiteX4" fmla="*/ 77724 w 123729"/>
                  <a:gd name="connsiteY4" fmla="*/ 35147 h 149447"/>
                  <a:gd name="connsiteX5" fmla="*/ 45529 w 123729"/>
                  <a:gd name="connsiteY5" fmla="*/ 64579 h 149447"/>
                  <a:gd name="connsiteX6" fmla="*/ 41815 w 123729"/>
                  <a:gd name="connsiteY6" fmla="*/ 85344 h 149447"/>
                  <a:gd name="connsiteX7" fmla="*/ 40672 w 123729"/>
                  <a:gd name="connsiteY7" fmla="*/ 97727 h 149447"/>
                  <a:gd name="connsiteX8" fmla="*/ 55340 w 123729"/>
                  <a:gd name="connsiteY8" fmla="*/ 115348 h 149447"/>
                  <a:gd name="connsiteX9" fmla="*/ 66294 w 123729"/>
                  <a:gd name="connsiteY9" fmla="*/ 114776 h 149447"/>
                  <a:gd name="connsiteX10" fmla="*/ 73342 w 123729"/>
                  <a:gd name="connsiteY10" fmla="*/ 74581 h 149447"/>
                  <a:gd name="connsiteX11" fmla="*/ 77629 w 123729"/>
                  <a:gd name="connsiteY11" fmla="*/ 70676 h 149447"/>
                  <a:gd name="connsiteX12" fmla="*/ 108585 w 123729"/>
                  <a:gd name="connsiteY12" fmla="*/ 70676 h 149447"/>
                  <a:gd name="connsiteX13" fmla="*/ 111919 w 123729"/>
                  <a:gd name="connsiteY13" fmla="*/ 74009 h 149447"/>
                  <a:gd name="connsiteX14" fmla="*/ 111919 w 123729"/>
                  <a:gd name="connsiteY14" fmla="*/ 74581 h 149447"/>
                  <a:gd name="connsiteX15" fmla="*/ 100393 w 123729"/>
                  <a:gd name="connsiteY15" fmla="*/ 140303 h 149447"/>
                  <a:gd name="connsiteX16" fmla="*/ 95536 w 123729"/>
                  <a:gd name="connsiteY16" fmla="*/ 144780 h 149447"/>
                  <a:gd name="connsiteX17" fmla="*/ 49244 w 123729"/>
                  <a:gd name="connsiteY17" fmla="*/ 149447 h 149447"/>
                  <a:gd name="connsiteX18" fmla="*/ 0 w 123729"/>
                  <a:gd name="connsiteY18" fmla="*/ 100584 h 149447"/>
                  <a:gd name="connsiteX19" fmla="*/ 1333 w 123729"/>
                  <a:gd name="connsiteY19" fmla="*/ 85058 h 149447"/>
                  <a:gd name="connsiteX20" fmla="*/ 5048 w 123729"/>
                  <a:gd name="connsiteY20" fmla="*/ 64484 h 149447"/>
                  <a:gd name="connsiteX21" fmla="*/ 78391 w 123729"/>
                  <a:gd name="connsiteY21" fmla="*/ 0 h 149447"/>
                  <a:gd name="connsiteX22" fmla="*/ 120396 w 123729"/>
                  <a:gd name="connsiteY22" fmla="*/ 5334 h 149447"/>
                  <a:gd name="connsiteX23" fmla="*/ 123730 w 123729"/>
                  <a:gd name="connsiteY23" fmla="*/ 8096 h 149447"/>
                  <a:gd name="connsiteX24" fmla="*/ 123539 w 123729"/>
                  <a:gd name="connsiteY24" fmla="*/ 9049 h 149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23729" h="149447">
                    <a:moveTo>
                      <a:pt x="123539" y="9144"/>
                    </a:moveTo>
                    <a:lnTo>
                      <a:pt x="119063" y="33814"/>
                    </a:lnTo>
                    <a:cubicBezTo>
                      <a:pt x="118681" y="36195"/>
                      <a:pt x="117919" y="36957"/>
                      <a:pt x="115919" y="36957"/>
                    </a:cubicBezTo>
                    <a:lnTo>
                      <a:pt x="115348" y="36957"/>
                    </a:lnTo>
                    <a:cubicBezTo>
                      <a:pt x="107918" y="36576"/>
                      <a:pt x="92202" y="35147"/>
                      <a:pt x="77724" y="35147"/>
                    </a:cubicBezTo>
                    <a:cubicBezTo>
                      <a:pt x="58102" y="35147"/>
                      <a:pt x="49911" y="41053"/>
                      <a:pt x="45529" y="64579"/>
                    </a:cubicBezTo>
                    <a:lnTo>
                      <a:pt x="41815" y="85344"/>
                    </a:lnTo>
                    <a:cubicBezTo>
                      <a:pt x="41053" y="90202"/>
                      <a:pt x="40672" y="94202"/>
                      <a:pt x="40672" y="97727"/>
                    </a:cubicBezTo>
                    <a:cubicBezTo>
                      <a:pt x="40672" y="112776"/>
                      <a:pt x="48101" y="115348"/>
                      <a:pt x="55340" y="115348"/>
                    </a:cubicBezTo>
                    <a:cubicBezTo>
                      <a:pt x="59055" y="115348"/>
                      <a:pt x="62960" y="115157"/>
                      <a:pt x="66294" y="114776"/>
                    </a:cubicBezTo>
                    <a:lnTo>
                      <a:pt x="73342" y="74581"/>
                    </a:lnTo>
                    <a:cubicBezTo>
                      <a:pt x="73723" y="72390"/>
                      <a:pt x="75533" y="70676"/>
                      <a:pt x="77629" y="70676"/>
                    </a:cubicBezTo>
                    <a:lnTo>
                      <a:pt x="108585" y="70676"/>
                    </a:lnTo>
                    <a:cubicBezTo>
                      <a:pt x="110585" y="70676"/>
                      <a:pt x="111919" y="72009"/>
                      <a:pt x="111919" y="74009"/>
                    </a:cubicBezTo>
                    <a:lnTo>
                      <a:pt x="111919" y="74581"/>
                    </a:lnTo>
                    <a:lnTo>
                      <a:pt x="100393" y="140303"/>
                    </a:lnTo>
                    <a:cubicBezTo>
                      <a:pt x="99822" y="143256"/>
                      <a:pt x="98869" y="144209"/>
                      <a:pt x="95536" y="144780"/>
                    </a:cubicBezTo>
                    <a:cubicBezTo>
                      <a:pt x="83820" y="147161"/>
                      <a:pt x="68294" y="149447"/>
                      <a:pt x="49244" y="149447"/>
                    </a:cubicBezTo>
                    <a:cubicBezTo>
                      <a:pt x="27241" y="149447"/>
                      <a:pt x="0" y="136684"/>
                      <a:pt x="0" y="100584"/>
                    </a:cubicBezTo>
                    <a:cubicBezTo>
                      <a:pt x="0" y="95917"/>
                      <a:pt x="381" y="90583"/>
                      <a:pt x="1333" y="85058"/>
                    </a:cubicBezTo>
                    <a:lnTo>
                      <a:pt x="5048" y="64484"/>
                    </a:lnTo>
                    <a:cubicBezTo>
                      <a:pt x="15430" y="7429"/>
                      <a:pt x="49530" y="0"/>
                      <a:pt x="78391" y="0"/>
                    </a:cubicBezTo>
                    <a:cubicBezTo>
                      <a:pt x="98774" y="0"/>
                      <a:pt x="112681" y="3143"/>
                      <a:pt x="120396" y="5334"/>
                    </a:cubicBezTo>
                    <a:cubicBezTo>
                      <a:pt x="122396" y="5906"/>
                      <a:pt x="123730" y="6287"/>
                      <a:pt x="123730" y="8096"/>
                    </a:cubicBezTo>
                    <a:cubicBezTo>
                      <a:pt x="123730" y="8287"/>
                      <a:pt x="123539" y="8668"/>
                      <a:pt x="123539" y="90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78230DAC-11FE-4943-8412-381888444CB9}"/>
                  </a:ext>
                </a:extLst>
              </p:cNvPr>
              <p:cNvSpPr/>
              <p:nvPr/>
            </p:nvSpPr>
            <p:spPr>
              <a:xfrm>
                <a:off x="7034879" y="3864768"/>
                <a:ext cx="118109" cy="149352"/>
              </a:xfrm>
              <a:custGeom>
                <a:avLst/>
                <a:gdLst>
                  <a:gd name="connsiteX0" fmla="*/ 117824 w 118109"/>
                  <a:gd name="connsiteY0" fmla="*/ 8668 h 149352"/>
                  <a:gd name="connsiteX1" fmla="*/ 113538 w 118109"/>
                  <a:gd name="connsiteY1" fmla="*/ 33147 h 149352"/>
                  <a:gd name="connsiteX2" fmla="*/ 109442 w 118109"/>
                  <a:gd name="connsiteY2" fmla="*/ 36862 h 149352"/>
                  <a:gd name="connsiteX3" fmla="*/ 109061 w 118109"/>
                  <a:gd name="connsiteY3" fmla="*/ 36862 h 149352"/>
                  <a:gd name="connsiteX4" fmla="*/ 64960 w 118109"/>
                  <a:gd name="connsiteY4" fmla="*/ 34290 h 149352"/>
                  <a:gd name="connsiteX5" fmla="*/ 53816 w 118109"/>
                  <a:gd name="connsiteY5" fmla="*/ 42481 h 149352"/>
                  <a:gd name="connsiteX6" fmla="*/ 62484 w 118109"/>
                  <a:gd name="connsiteY6" fmla="*/ 50959 h 149352"/>
                  <a:gd name="connsiteX7" fmla="*/ 86392 w 118109"/>
                  <a:gd name="connsiteY7" fmla="*/ 65056 h 149352"/>
                  <a:gd name="connsiteX8" fmla="*/ 106013 w 118109"/>
                  <a:gd name="connsiteY8" fmla="*/ 97822 h 149352"/>
                  <a:gd name="connsiteX9" fmla="*/ 41910 w 118109"/>
                  <a:gd name="connsiteY9" fmla="*/ 149352 h 149352"/>
                  <a:gd name="connsiteX10" fmla="*/ 3334 w 118109"/>
                  <a:gd name="connsiteY10" fmla="*/ 144304 h 149352"/>
                  <a:gd name="connsiteX11" fmla="*/ 0 w 118109"/>
                  <a:gd name="connsiteY11" fmla="*/ 140970 h 149352"/>
                  <a:gd name="connsiteX12" fmla="*/ 0 w 118109"/>
                  <a:gd name="connsiteY12" fmla="*/ 140398 h 149352"/>
                  <a:gd name="connsiteX13" fmla="*/ 4096 w 118109"/>
                  <a:gd name="connsiteY13" fmla="*/ 116300 h 149352"/>
                  <a:gd name="connsiteX14" fmla="*/ 8572 w 118109"/>
                  <a:gd name="connsiteY14" fmla="*/ 112395 h 149352"/>
                  <a:gd name="connsiteX15" fmla="*/ 8953 w 118109"/>
                  <a:gd name="connsiteY15" fmla="*/ 112395 h 149352"/>
                  <a:gd name="connsiteX16" fmla="*/ 48196 w 118109"/>
                  <a:gd name="connsiteY16" fmla="*/ 115348 h 149352"/>
                  <a:gd name="connsiteX17" fmla="*/ 62484 w 118109"/>
                  <a:gd name="connsiteY17" fmla="*/ 103823 h 149352"/>
                  <a:gd name="connsiteX18" fmla="*/ 54864 w 118109"/>
                  <a:gd name="connsiteY18" fmla="*/ 94964 h 149352"/>
                  <a:gd name="connsiteX19" fmla="*/ 29623 w 118109"/>
                  <a:gd name="connsiteY19" fmla="*/ 78296 h 149352"/>
                  <a:gd name="connsiteX20" fmla="*/ 12763 w 118109"/>
                  <a:gd name="connsiteY20" fmla="*/ 45910 h 149352"/>
                  <a:gd name="connsiteX21" fmla="*/ 71628 w 118109"/>
                  <a:gd name="connsiteY21" fmla="*/ 0 h 149352"/>
                  <a:gd name="connsiteX22" fmla="*/ 115157 w 118109"/>
                  <a:gd name="connsiteY22" fmla="*/ 4858 h 149352"/>
                  <a:gd name="connsiteX23" fmla="*/ 118110 w 118109"/>
                  <a:gd name="connsiteY23" fmla="*/ 8001 h 149352"/>
                  <a:gd name="connsiteX24" fmla="*/ 118110 w 118109"/>
                  <a:gd name="connsiteY24" fmla="*/ 8573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18109" h="149352">
                    <a:moveTo>
                      <a:pt x="117824" y="8668"/>
                    </a:moveTo>
                    <a:lnTo>
                      <a:pt x="113538" y="33147"/>
                    </a:lnTo>
                    <a:cubicBezTo>
                      <a:pt x="113157" y="35338"/>
                      <a:pt x="111538" y="36862"/>
                      <a:pt x="109442" y="36862"/>
                    </a:cubicBezTo>
                    <a:lnTo>
                      <a:pt x="109061" y="36862"/>
                    </a:lnTo>
                    <a:cubicBezTo>
                      <a:pt x="101251" y="36290"/>
                      <a:pt x="79057" y="34290"/>
                      <a:pt x="64960" y="34290"/>
                    </a:cubicBezTo>
                    <a:cubicBezTo>
                      <a:pt x="59436" y="34290"/>
                      <a:pt x="53816" y="36100"/>
                      <a:pt x="53816" y="42481"/>
                    </a:cubicBezTo>
                    <a:cubicBezTo>
                      <a:pt x="53816" y="45244"/>
                      <a:pt x="55816" y="46958"/>
                      <a:pt x="62484" y="50959"/>
                    </a:cubicBezTo>
                    <a:lnTo>
                      <a:pt x="86392" y="65056"/>
                    </a:lnTo>
                    <a:cubicBezTo>
                      <a:pt x="100489" y="73247"/>
                      <a:pt x="106013" y="84106"/>
                      <a:pt x="106013" y="97822"/>
                    </a:cubicBezTo>
                    <a:cubicBezTo>
                      <a:pt x="106013" y="134493"/>
                      <a:pt x="75247" y="149352"/>
                      <a:pt x="41910" y="149352"/>
                    </a:cubicBezTo>
                    <a:cubicBezTo>
                      <a:pt x="25813" y="149352"/>
                      <a:pt x="13240" y="147161"/>
                      <a:pt x="3334" y="144304"/>
                    </a:cubicBezTo>
                    <a:cubicBezTo>
                      <a:pt x="1524" y="143732"/>
                      <a:pt x="0" y="142685"/>
                      <a:pt x="0" y="140970"/>
                    </a:cubicBezTo>
                    <a:lnTo>
                      <a:pt x="0" y="140398"/>
                    </a:lnTo>
                    <a:lnTo>
                      <a:pt x="4096" y="116300"/>
                    </a:lnTo>
                    <a:cubicBezTo>
                      <a:pt x="4477" y="114110"/>
                      <a:pt x="6286" y="112395"/>
                      <a:pt x="8572" y="112395"/>
                    </a:cubicBezTo>
                    <a:lnTo>
                      <a:pt x="8953" y="112395"/>
                    </a:lnTo>
                    <a:cubicBezTo>
                      <a:pt x="16954" y="113157"/>
                      <a:pt x="37814" y="115348"/>
                      <a:pt x="48196" y="115348"/>
                    </a:cubicBezTo>
                    <a:cubicBezTo>
                      <a:pt x="56007" y="115348"/>
                      <a:pt x="62484" y="112586"/>
                      <a:pt x="62484" y="103823"/>
                    </a:cubicBezTo>
                    <a:cubicBezTo>
                      <a:pt x="62484" y="100870"/>
                      <a:pt x="60484" y="98679"/>
                      <a:pt x="54864" y="94964"/>
                    </a:cubicBezTo>
                    <a:lnTo>
                      <a:pt x="29623" y="78296"/>
                    </a:lnTo>
                    <a:cubicBezTo>
                      <a:pt x="18288" y="70866"/>
                      <a:pt x="12763" y="58102"/>
                      <a:pt x="12763" y="45910"/>
                    </a:cubicBezTo>
                    <a:cubicBezTo>
                      <a:pt x="12763" y="10573"/>
                      <a:pt x="40386" y="0"/>
                      <a:pt x="71628" y="0"/>
                    </a:cubicBezTo>
                    <a:cubicBezTo>
                      <a:pt x="87154" y="0"/>
                      <a:pt x="107537" y="2572"/>
                      <a:pt x="115157" y="4858"/>
                    </a:cubicBezTo>
                    <a:cubicBezTo>
                      <a:pt x="116681" y="5429"/>
                      <a:pt x="118110" y="6191"/>
                      <a:pt x="118110" y="8001"/>
                    </a:cubicBezTo>
                    <a:lnTo>
                      <a:pt x="118110" y="857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5875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laro - F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EA353B62-7E42-4A99-8038-4A52909E9B2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38147" y="1355725"/>
            <a:ext cx="5256213" cy="4611688"/>
          </a:xfrm>
          <a:prstGeom prst="roundRect">
            <a:avLst>
              <a:gd name="adj" fmla="val 4827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Insira imagem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57850" y="1479550"/>
            <a:ext cx="4756150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7850" y="2170821"/>
            <a:ext cx="4756150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2824035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Claro - F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14">
            <a:extLst>
              <a:ext uri="{FF2B5EF4-FFF2-40B4-BE49-F238E27FC236}">
                <a16:creationId xmlns:a16="http://schemas.microsoft.com/office/drawing/2014/main" id="{599ECDCC-A5D3-4BFD-AA9B-79D737A257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7547" y="1497184"/>
            <a:ext cx="4756150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6" name="Espaço Reservado para Texto 12">
            <a:extLst>
              <a:ext uri="{FF2B5EF4-FFF2-40B4-BE49-F238E27FC236}">
                <a16:creationId xmlns:a16="http://schemas.microsoft.com/office/drawing/2014/main" id="{6CFD4F93-F1CE-4EEB-81E3-66A3735C8F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7547" y="917689"/>
            <a:ext cx="4756150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</p:spTree>
    <p:extLst>
      <p:ext uri="{BB962C8B-B14F-4D97-AF65-F5344CB8AC3E}">
        <p14:creationId xmlns:p14="http://schemas.microsoft.com/office/powerpoint/2010/main" val="2548116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Claro - F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7547" y="1497184"/>
            <a:ext cx="4756150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5" name="Espaço Reservado para Texto 12">
            <a:extLst>
              <a:ext uri="{FF2B5EF4-FFF2-40B4-BE49-F238E27FC236}">
                <a16:creationId xmlns:a16="http://schemas.microsoft.com/office/drawing/2014/main" id="{FC24BFDE-164F-4015-9DAA-FD242A9C77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7547" y="917689"/>
            <a:ext cx="4756150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</p:spTree>
    <p:extLst>
      <p:ext uri="{BB962C8B-B14F-4D97-AF65-F5344CB8AC3E}">
        <p14:creationId xmlns:p14="http://schemas.microsoft.com/office/powerpoint/2010/main" val="2253300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zul - F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EA353B62-7E42-4A99-8038-4A52909E9B2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38147" y="1355725"/>
            <a:ext cx="5256213" cy="4611688"/>
          </a:xfrm>
          <a:prstGeom prst="roundRect">
            <a:avLst>
              <a:gd name="adj" fmla="val 4827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Insira imagem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57850" y="1479550"/>
            <a:ext cx="4756150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57850" y="2170821"/>
            <a:ext cx="4756150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387676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laro -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9701" y="1479550"/>
            <a:ext cx="7564768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9701" y="2170821"/>
            <a:ext cx="7564768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356568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zul -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9701" y="1479550"/>
            <a:ext cx="7564768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9701" y="2170821"/>
            <a:ext cx="7564768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4044831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laro - 2 tex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13448" y="1479550"/>
            <a:ext cx="4380814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3448" y="2170821"/>
            <a:ext cx="4380814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90904193-4578-46B1-8291-6575C4D858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1270" y="1479550"/>
            <a:ext cx="4380814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5" name="Espaço Reservado para Texto 14">
            <a:extLst>
              <a:ext uri="{FF2B5EF4-FFF2-40B4-BE49-F238E27FC236}">
                <a16:creationId xmlns:a16="http://schemas.microsoft.com/office/drawing/2014/main" id="{A627A786-3902-48A6-BFE0-6A02CC0BC8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270" y="2170821"/>
            <a:ext cx="4380814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3587059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zul  - 2 tex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9FA592D6-04D5-4455-82AD-4101776B3D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13448" y="1479550"/>
            <a:ext cx="4380814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2E56821-DAB4-4240-BD01-17BBCF3FF8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3448" y="2170821"/>
            <a:ext cx="4380814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4" name="Espaço Reservado para Texto 12">
            <a:extLst>
              <a:ext uri="{FF2B5EF4-FFF2-40B4-BE49-F238E27FC236}">
                <a16:creationId xmlns:a16="http://schemas.microsoft.com/office/drawing/2014/main" id="{90904193-4578-46B1-8291-6575C4D858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1270" y="1479550"/>
            <a:ext cx="4380814" cy="57949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5" name="Espaço Reservado para Texto 14">
            <a:extLst>
              <a:ext uri="{FF2B5EF4-FFF2-40B4-BE49-F238E27FC236}">
                <a16:creationId xmlns:a16="http://schemas.microsoft.com/office/drawing/2014/main" id="{A627A786-3902-48A6-BFE0-6A02CC0BC8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270" y="2170821"/>
            <a:ext cx="4380814" cy="36116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1046812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z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17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az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590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azul - ite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E37765-E8AA-437A-AB91-BA359DE9ECD8}"/>
              </a:ext>
            </a:extLst>
          </p:cNvPr>
          <p:cNvSpPr>
            <a:spLocks noChangeAspect="1"/>
          </p:cNvSpPr>
          <p:nvPr userDrawn="1"/>
        </p:nvSpPr>
        <p:spPr>
          <a:xfrm>
            <a:off x="6120665" y="1821180"/>
            <a:ext cx="2576013" cy="3517574"/>
          </a:xfrm>
          <a:prstGeom prst="roundRect">
            <a:avLst>
              <a:gd name="adj" fmla="val 6898"/>
            </a:avLst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schemeClr val="bg2">
                <a:lumMod val="1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375CA9F-113D-410C-9E46-40388EDBBC19}"/>
              </a:ext>
            </a:extLst>
          </p:cNvPr>
          <p:cNvSpPr>
            <a:spLocks noChangeAspect="1"/>
          </p:cNvSpPr>
          <p:nvPr userDrawn="1"/>
        </p:nvSpPr>
        <p:spPr>
          <a:xfrm>
            <a:off x="570654" y="1821180"/>
            <a:ext cx="2576013" cy="3517574"/>
          </a:xfrm>
          <a:prstGeom prst="roundRect">
            <a:avLst>
              <a:gd name="adj" fmla="val 6898"/>
            </a:avLst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schemeClr val="bg2">
                <a:lumMod val="1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DFD0370-7C65-4259-A272-E1741E5437D6}"/>
              </a:ext>
            </a:extLst>
          </p:cNvPr>
          <p:cNvSpPr>
            <a:spLocks noChangeAspect="1"/>
          </p:cNvSpPr>
          <p:nvPr userDrawn="1"/>
        </p:nvSpPr>
        <p:spPr>
          <a:xfrm>
            <a:off x="3321348" y="1821180"/>
            <a:ext cx="2576013" cy="3517574"/>
          </a:xfrm>
          <a:prstGeom prst="roundRect">
            <a:avLst>
              <a:gd name="adj" fmla="val 6898"/>
            </a:avLst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schemeClr val="bg2">
                <a:lumMod val="1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 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DFDBF0F-7657-499F-9612-72FED47B8A37}"/>
              </a:ext>
            </a:extLst>
          </p:cNvPr>
          <p:cNvSpPr>
            <a:spLocks noChangeAspect="1"/>
          </p:cNvSpPr>
          <p:nvPr userDrawn="1"/>
        </p:nvSpPr>
        <p:spPr>
          <a:xfrm>
            <a:off x="8917658" y="1821180"/>
            <a:ext cx="2576013" cy="3517574"/>
          </a:xfrm>
          <a:prstGeom prst="roundRect">
            <a:avLst>
              <a:gd name="adj" fmla="val 6898"/>
            </a:avLst>
          </a:pr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schemeClr val="bg2">
                <a:lumMod val="1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A1702B52-F5F6-499D-B5FF-443DB03445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8329" y="2078187"/>
            <a:ext cx="1788313" cy="24399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3" name="Espaço Reservado para Texto 14">
            <a:extLst>
              <a:ext uri="{FF2B5EF4-FFF2-40B4-BE49-F238E27FC236}">
                <a16:creationId xmlns:a16="http://schemas.microsoft.com/office/drawing/2014/main" id="{48951E8D-3538-4FF5-A8FB-A8F211927C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8329" y="2473935"/>
            <a:ext cx="2281694" cy="253881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91D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ED10EFA1-3EE1-44AD-8664-2BBC3FE2CA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42626" y="2078187"/>
            <a:ext cx="1788313" cy="24399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597923C7-9903-4BE6-93FE-D1CAFC9842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42626" y="2473935"/>
            <a:ext cx="2281694" cy="253881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91D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14B393A8-9307-41EB-BB27-A2132A9CA1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5863" y="2078187"/>
            <a:ext cx="1788313" cy="24399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40EE2A12-713B-4BE3-B172-768ACF4E8C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5863" y="2473935"/>
            <a:ext cx="2281694" cy="253881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91D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8" name="Espaço Reservado para Texto 12">
            <a:extLst>
              <a:ext uri="{FF2B5EF4-FFF2-40B4-BE49-F238E27FC236}">
                <a16:creationId xmlns:a16="http://schemas.microsoft.com/office/drawing/2014/main" id="{5FFC8295-378E-44A4-A979-D8CAA64ABB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82522" y="2078187"/>
            <a:ext cx="1788313" cy="24399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9" name="Espaço Reservado para Texto 14">
            <a:extLst>
              <a:ext uri="{FF2B5EF4-FFF2-40B4-BE49-F238E27FC236}">
                <a16:creationId xmlns:a16="http://schemas.microsoft.com/office/drawing/2014/main" id="{578EFBBA-301F-4872-A225-2E2A51C9199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82522" y="2473935"/>
            <a:ext cx="2281694" cy="253881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91D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3798166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35EE251C-EA26-4805-B478-BD01C3FAD28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89181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12" name="Espaço Reservado para Conteúdo 10">
            <a:extLst>
              <a:ext uri="{FF2B5EF4-FFF2-40B4-BE49-F238E27FC236}">
                <a16:creationId xmlns:a16="http://schemas.microsoft.com/office/drawing/2014/main" id="{D1FBBF6B-7E36-4E39-9577-B65E4EF2E2E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18149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13" name="Espaço Reservado para Conteúdo 10">
            <a:extLst>
              <a:ext uri="{FF2B5EF4-FFF2-40B4-BE49-F238E27FC236}">
                <a16:creationId xmlns:a16="http://schemas.microsoft.com/office/drawing/2014/main" id="{83790910-ECD5-4E88-A773-A3C7F179948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47117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14" name="Espaço Reservado para Texto 12">
            <a:extLst>
              <a:ext uri="{FF2B5EF4-FFF2-40B4-BE49-F238E27FC236}">
                <a16:creationId xmlns:a16="http://schemas.microsoft.com/office/drawing/2014/main" id="{92787206-45FA-4414-93BB-39DEE3F9AF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63388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B6AFF79F-A55A-4724-8B09-BAE1988446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63388" y="4002373"/>
            <a:ext cx="2407288" cy="1359037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6" name="Espaço Reservado para Texto 12">
            <a:extLst>
              <a:ext uri="{FF2B5EF4-FFF2-40B4-BE49-F238E27FC236}">
                <a16:creationId xmlns:a16="http://schemas.microsoft.com/office/drawing/2014/main" id="{74E1CDDE-2F53-47D7-92D8-C13247A919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92356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7" name="Espaço Reservado para Texto 14">
            <a:extLst>
              <a:ext uri="{FF2B5EF4-FFF2-40B4-BE49-F238E27FC236}">
                <a16:creationId xmlns:a16="http://schemas.microsoft.com/office/drawing/2014/main" id="{44BA4392-EB59-445D-B824-86679C2169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92356" y="4002373"/>
            <a:ext cx="2407288" cy="1359037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8" name="Espaço Reservado para Texto 12">
            <a:extLst>
              <a:ext uri="{FF2B5EF4-FFF2-40B4-BE49-F238E27FC236}">
                <a16:creationId xmlns:a16="http://schemas.microsoft.com/office/drawing/2014/main" id="{0AC87F58-5E45-4D04-B1FE-F13C699F79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21324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1A4B9F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9" name="Espaço Reservado para Texto 14">
            <a:extLst>
              <a:ext uri="{FF2B5EF4-FFF2-40B4-BE49-F238E27FC236}">
                <a16:creationId xmlns:a16="http://schemas.microsoft.com/office/drawing/2014/main" id="{42D17CCC-465A-4F9A-B297-E5AEEF029A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21324" y="4002373"/>
            <a:ext cx="2407288" cy="1359037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2674685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10">
            <a:extLst>
              <a:ext uri="{FF2B5EF4-FFF2-40B4-BE49-F238E27FC236}">
                <a16:creationId xmlns:a16="http://schemas.microsoft.com/office/drawing/2014/main" id="{91C9DFF5-3563-4FE9-BAFD-EC1FFE13847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789181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4" name="Espaço Reservado para Conteúdo 10">
            <a:extLst>
              <a:ext uri="{FF2B5EF4-FFF2-40B4-BE49-F238E27FC236}">
                <a16:creationId xmlns:a16="http://schemas.microsoft.com/office/drawing/2014/main" id="{33AEAA4D-427C-4E2D-9BB7-CEEB7DF6043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18149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5" name="Espaço Reservado para Conteúdo 10">
            <a:extLst>
              <a:ext uri="{FF2B5EF4-FFF2-40B4-BE49-F238E27FC236}">
                <a16:creationId xmlns:a16="http://schemas.microsoft.com/office/drawing/2014/main" id="{4B7CFF3C-35EA-4D0A-96CB-98277B5F574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47117" y="2225150"/>
            <a:ext cx="1355702" cy="1203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/>
              <a:t>Ícone</a:t>
            </a:r>
          </a:p>
        </p:txBody>
      </p:sp>
      <p:sp>
        <p:nvSpPr>
          <p:cNvPr id="6" name="Espaço Reservado para Texto 12">
            <a:extLst>
              <a:ext uri="{FF2B5EF4-FFF2-40B4-BE49-F238E27FC236}">
                <a16:creationId xmlns:a16="http://schemas.microsoft.com/office/drawing/2014/main" id="{BE1F91B9-4659-477C-BEB5-2E2458AD28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63388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8" name="Espaço Reservado para Texto 14">
            <a:extLst>
              <a:ext uri="{FF2B5EF4-FFF2-40B4-BE49-F238E27FC236}">
                <a16:creationId xmlns:a16="http://schemas.microsoft.com/office/drawing/2014/main" id="{0D283AC4-3119-402E-8625-359BC6A149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63388" y="4002374"/>
            <a:ext cx="2407288" cy="1220890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9" name="Espaço Reservado para Texto 12">
            <a:extLst>
              <a:ext uri="{FF2B5EF4-FFF2-40B4-BE49-F238E27FC236}">
                <a16:creationId xmlns:a16="http://schemas.microsoft.com/office/drawing/2014/main" id="{4AD940B3-046E-41B8-B1EB-91BF7623B5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92356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0" name="Espaço Reservado para Texto 14">
            <a:extLst>
              <a:ext uri="{FF2B5EF4-FFF2-40B4-BE49-F238E27FC236}">
                <a16:creationId xmlns:a16="http://schemas.microsoft.com/office/drawing/2014/main" id="{F171048E-F715-4ADE-BB5C-3F97A3715B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92356" y="4002374"/>
            <a:ext cx="2407288" cy="1220890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  <p:sp>
        <p:nvSpPr>
          <p:cNvPr id="11" name="Espaço Reservado para Texto 12">
            <a:extLst>
              <a:ext uri="{FF2B5EF4-FFF2-40B4-BE49-F238E27FC236}">
                <a16:creationId xmlns:a16="http://schemas.microsoft.com/office/drawing/2014/main" id="{C053B85C-AF6C-499B-9C0F-2974CD8B66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21324" y="3479389"/>
            <a:ext cx="2407288" cy="44134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pt-BR" dirty="0"/>
              <a:t>Insira seu título</a:t>
            </a:r>
          </a:p>
        </p:txBody>
      </p:sp>
      <p:sp>
        <p:nvSpPr>
          <p:cNvPr id="12" name="Espaço Reservado para Texto 14">
            <a:extLst>
              <a:ext uri="{FF2B5EF4-FFF2-40B4-BE49-F238E27FC236}">
                <a16:creationId xmlns:a16="http://schemas.microsoft.com/office/drawing/2014/main" id="{D94D2D22-5115-45C5-8B3B-AA24C28D30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21324" y="4002374"/>
            <a:ext cx="2407288" cy="1220890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 dirty="0"/>
              <a:t>Insira seu parágrafo aqui.</a:t>
            </a:r>
          </a:p>
        </p:txBody>
      </p:sp>
    </p:spTree>
    <p:extLst>
      <p:ext uri="{BB962C8B-B14F-4D97-AF65-F5344CB8AC3E}">
        <p14:creationId xmlns:p14="http://schemas.microsoft.com/office/powerpoint/2010/main" val="3461463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Agrupar 46">
            <a:extLst>
              <a:ext uri="{FF2B5EF4-FFF2-40B4-BE49-F238E27FC236}">
                <a16:creationId xmlns:a16="http://schemas.microsoft.com/office/drawing/2014/main" id="{8854972B-2677-4593-AA0D-C3CD8D5B3418}"/>
              </a:ext>
            </a:extLst>
          </p:cNvPr>
          <p:cNvGrpSpPr/>
          <p:nvPr userDrawn="1"/>
        </p:nvGrpSpPr>
        <p:grpSpPr>
          <a:xfrm>
            <a:off x="4631376" y="2653801"/>
            <a:ext cx="3133845" cy="1550397"/>
            <a:chOff x="4915090" y="2847975"/>
            <a:chExt cx="2357341" cy="1166240"/>
          </a:xfrm>
        </p:grpSpPr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676BB58A-900E-4B82-98B2-B09E9ADAA5B7}"/>
                </a:ext>
              </a:extLst>
            </p:cNvPr>
            <p:cNvSpPr/>
            <p:nvPr/>
          </p:nvSpPr>
          <p:spPr>
            <a:xfrm>
              <a:off x="4952047" y="3253263"/>
              <a:ext cx="407860" cy="515397"/>
            </a:xfrm>
            <a:custGeom>
              <a:avLst/>
              <a:gdLst>
                <a:gd name="connsiteX0" fmla="*/ 407861 w 407860"/>
                <a:gd name="connsiteY0" fmla="*/ 22479 h 515397"/>
                <a:gd name="connsiteX1" fmla="*/ 392811 w 407860"/>
                <a:gd name="connsiteY1" fmla="*/ 106013 h 515397"/>
                <a:gd name="connsiteX2" fmla="*/ 377095 w 407860"/>
                <a:gd name="connsiteY2" fmla="*/ 119729 h 515397"/>
                <a:gd name="connsiteX3" fmla="*/ 238887 w 407860"/>
                <a:gd name="connsiteY3" fmla="*/ 119729 h 515397"/>
                <a:gd name="connsiteX4" fmla="*/ 199834 w 407860"/>
                <a:gd name="connsiteY4" fmla="*/ 153924 h 515397"/>
                <a:gd name="connsiteX5" fmla="*/ 190976 w 407860"/>
                <a:gd name="connsiteY5" fmla="*/ 203168 h 515397"/>
                <a:gd name="connsiteX6" fmla="*/ 359378 w 407860"/>
                <a:gd name="connsiteY6" fmla="*/ 203168 h 515397"/>
                <a:gd name="connsiteX7" fmla="*/ 370999 w 407860"/>
                <a:gd name="connsiteY7" fmla="*/ 214789 h 515397"/>
                <a:gd name="connsiteX8" fmla="*/ 370999 w 407860"/>
                <a:gd name="connsiteY8" fmla="*/ 216884 h 515397"/>
                <a:gd name="connsiteX9" fmla="*/ 356616 w 407860"/>
                <a:gd name="connsiteY9" fmla="*/ 297656 h 515397"/>
                <a:gd name="connsiteX10" fmla="*/ 340900 w 407860"/>
                <a:gd name="connsiteY10" fmla="*/ 311372 h 515397"/>
                <a:gd name="connsiteX11" fmla="*/ 172498 w 407860"/>
                <a:gd name="connsiteY11" fmla="*/ 311372 h 515397"/>
                <a:gd name="connsiteX12" fmla="*/ 138970 w 407860"/>
                <a:gd name="connsiteY12" fmla="*/ 501682 h 515397"/>
                <a:gd name="connsiteX13" fmla="*/ 122587 w 407860"/>
                <a:gd name="connsiteY13" fmla="*/ 515398 h 515397"/>
                <a:gd name="connsiteX14" fmla="*/ 10954 w 407860"/>
                <a:gd name="connsiteY14" fmla="*/ 515398 h 515397"/>
                <a:gd name="connsiteX15" fmla="*/ 0 w 407860"/>
                <a:gd name="connsiteY15" fmla="*/ 504444 h 515397"/>
                <a:gd name="connsiteX16" fmla="*/ 0 w 407860"/>
                <a:gd name="connsiteY16" fmla="*/ 501682 h 515397"/>
                <a:gd name="connsiteX17" fmla="*/ 60865 w 407860"/>
                <a:gd name="connsiteY17" fmla="*/ 154019 h 515397"/>
                <a:gd name="connsiteX18" fmla="*/ 263462 w 407860"/>
                <a:gd name="connsiteY18" fmla="*/ 0 h 515397"/>
                <a:gd name="connsiteX19" fmla="*/ 396240 w 407860"/>
                <a:gd name="connsiteY19" fmla="*/ 8858 h 515397"/>
                <a:gd name="connsiteX20" fmla="*/ 407861 w 407860"/>
                <a:gd name="connsiteY20" fmla="*/ 19812 h 515397"/>
                <a:gd name="connsiteX21" fmla="*/ 407861 w 407860"/>
                <a:gd name="connsiteY21" fmla="*/ 22574 h 51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7860" h="515397">
                  <a:moveTo>
                    <a:pt x="407861" y="22479"/>
                  </a:moveTo>
                  <a:lnTo>
                    <a:pt x="392811" y="106013"/>
                  </a:lnTo>
                  <a:cubicBezTo>
                    <a:pt x="391478" y="113538"/>
                    <a:pt x="384620" y="119729"/>
                    <a:pt x="377095" y="119729"/>
                  </a:cubicBezTo>
                  <a:lnTo>
                    <a:pt x="238887" y="119729"/>
                  </a:lnTo>
                  <a:cubicBezTo>
                    <a:pt x="214217" y="119729"/>
                    <a:pt x="204692" y="127921"/>
                    <a:pt x="199834" y="153924"/>
                  </a:cubicBezTo>
                  <a:lnTo>
                    <a:pt x="190976" y="203168"/>
                  </a:lnTo>
                  <a:lnTo>
                    <a:pt x="359378" y="203168"/>
                  </a:lnTo>
                  <a:cubicBezTo>
                    <a:pt x="366236" y="203168"/>
                    <a:pt x="370999" y="207931"/>
                    <a:pt x="370999" y="214789"/>
                  </a:cubicBezTo>
                  <a:lnTo>
                    <a:pt x="370999" y="216884"/>
                  </a:lnTo>
                  <a:lnTo>
                    <a:pt x="356616" y="297656"/>
                  </a:lnTo>
                  <a:cubicBezTo>
                    <a:pt x="355283" y="305181"/>
                    <a:pt x="348425" y="311372"/>
                    <a:pt x="340900" y="311372"/>
                  </a:cubicBezTo>
                  <a:lnTo>
                    <a:pt x="172498" y="311372"/>
                  </a:lnTo>
                  <a:lnTo>
                    <a:pt x="138970" y="501682"/>
                  </a:lnTo>
                  <a:cubicBezTo>
                    <a:pt x="137636" y="509207"/>
                    <a:pt x="130111" y="515398"/>
                    <a:pt x="122587" y="515398"/>
                  </a:cubicBezTo>
                  <a:lnTo>
                    <a:pt x="10954" y="515398"/>
                  </a:lnTo>
                  <a:cubicBezTo>
                    <a:pt x="4096" y="515398"/>
                    <a:pt x="0" y="510635"/>
                    <a:pt x="0" y="504444"/>
                  </a:cubicBezTo>
                  <a:lnTo>
                    <a:pt x="0" y="501682"/>
                  </a:lnTo>
                  <a:lnTo>
                    <a:pt x="60865" y="154019"/>
                  </a:lnTo>
                  <a:cubicBezTo>
                    <a:pt x="84868" y="15050"/>
                    <a:pt x="171736" y="0"/>
                    <a:pt x="263462" y="0"/>
                  </a:cubicBezTo>
                  <a:cubicBezTo>
                    <a:pt x="329851" y="0"/>
                    <a:pt x="370904" y="5429"/>
                    <a:pt x="396240" y="8858"/>
                  </a:cubicBezTo>
                  <a:cubicBezTo>
                    <a:pt x="403765" y="9525"/>
                    <a:pt x="407861" y="13621"/>
                    <a:pt x="407861" y="19812"/>
                  </a:cubicBezTo>
                  <a:lnTo>
                    <a:pt x="407861" y="22574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49" name="Gráfico 4">
              <a:extLst>
                <a:ext uri="{FF2B5EF4-FFF2-40B4-BE49-F238E27FC236}">
                  <a16:creationId xmlns:a16="http://schemas.microsoft.com/office/drawing/2014/main" id="{21485F51-47BC-4976-BEB5-908CAF7D174B}"/>
                </a:ext>
              </a:extLst>
            </p:cNvPr>
            <p:cNvGrpSpPr/>
            <p:nvPr/>
          </p:nvGrpSpPr>
          <p:grpSpPr>
            <a:xfrm>
              <a:off x="5565266" y="3253073"/>
              <a:ext cx="1707165" cy="521874"/>
              <a:chOff x="5565266" y="3253073"/>
              <a:chExt cx="1707165" cy="521874"/>
            </a:xfrm>
            <a:solidFill>
              <a:srgbClr val="FFFFFF"/>
            </a:solidFill>
          </p:grpSpPr>
          <p:sp>
            <p:nvSpPr>
              <p:cNvPr id="84" name="Forma Livre: Forma 83">
                <a:extLst>
                  <a:ext uri="{FF2B5EF4-FFF2-40B4-BE49-F238E27FC236}">
                    <a16:creationId xmlns:a16="http://schemas.microsoft.com/office/drawing/2014/main" id="{3853C4F5-E9F1-4A78-9CA5-4C0804032A6D}"/>
                  </a:ext>
                </a:extLst>
              </p:cNvPr>
              <p:cNvSpPr/>
              <p:nvPr/>
            </p:nvSpPr>
            <p:spPr>
              <a:xfrm>
                <a:off x="5565266" y="3253454"/>
                <a:ext cx="388048" cy="521493"/>
              </a:xfrm>
              <a:custGeom>
                <a:avLst/>
                <a:gdLst>
                  <a:gd name="connsiteX0" fmla="*/ 388048 w 388048"/>
                  <a:gd name="connsiteY0" fmla="*/ 21622 h 521493"/>
                  <a:gd name="connsiteX1" fmla="*/ 373666 w 388048"/>
                  <a:gd name="connsiteY1" fmla="*/ 105156 h 521493"/>
                  <a:gd name="connsiteX2" fmla="*/ 357283 w 388048"/>
                  <a:gd name="connsiteY2" fmla="*/ 118872 h 521493"/>
                  <a:gd name="connsiteX3" fmla="*/ 219075 w 388048"/>
                  <a:gd name="connsiteY3" fmla="*/ 118872 h 521493"/>
                  <a:gd name="connsiteX4" fmla="*/ 180023 w 388048"/>
                  <a:gd name="connsiteY4" fmla="*/ 153067 h 521493"/>
                  <a:gd name="connsiteX5" fmla="*/ 171164 w 388048"/>
                  <a:gd name="connsiteY5" fmla="*/ 203073 h 521493"/>
                  <a:gd name="connsiteX6" fmla="*/ 339566 w 388048"/>
                  <a:gd name="connsiteY6" fmla="*/ 203073 h 521493"/>
                  <a:gd name="connsiteX7" fmla="*/ 351187 w 388048"/>
                  <a:gd name="connsiteY7" fmla="*/ 214694 h 521493"/>
                  <a:gd name="connsiteX8" fmla="*/ 351187 w 388048"/>
                  <a:gd name="connsiteY8" fmla="*/ 216789 h 521493"/>
                  <a:gd name="connsiteX9" fmla="*/ 336804 w 388048"/>
                  <a:gd name="connsiteY9" fmla="*/ 297561 h 521493"/>
                  <a:gd name="connsiteX10" fmla="*/ 321088 w 388048"/>
                  <a:gd name="connsiteY10" fmla="*/ 311277 h 521493"/>
                  <a:gd name="connsiteX11" fmla="*/ 152686 w 388048"/>
                  <a:gd name="connsiteY11" fmla="*/ 311277 h 521493"/>
                  <a:gd name="connsiteX12" fmla="*/ 142399 w 388048"/>
                  <a:gd name="connsiteY12" fmla="*/ 368046 h 521493"/>
                  <a:gd name="connsiteX13" fmla="*/ 141065 w 388048"/>
                  <a:gd name="connsiteY13" fmla="*/ 381762 h 521493"/>
                  <a:gd name="connsiteX14" fmla="*/ 169164 w 388048"/>
                  <a:gd name="connsiteY14" fmla="*/ 402336 h 521493"/>
                  <a:gd name="connsiteX15" fmla="*/ 307372 w 388048"/>
                  <a:gd name="connsiteY15" fmla="*/ 402336 h 521493"/>
                  <a:gd name="connsiteX16" fmla="*/ 318992 w 388048"/>
                  <a:gd name="connsiteY16" fmla="*/ 413957 h 521493"/>
                  <a:gd name="connsiteX17" fmla="*/ 318992 w 388048"/>
                  <a:gd name="connsiteY17" fmla="*/ 416052 h 521493"/>
                  <a:gd name="connsiteX18" fmla="*/ 303943 w 388048"/>
                  <a:gd name="connsiteY18" fmla="*/ 499586 h 521493"/>
                  <a:gd name="connsiteX19" fmla="*/ 288227 w 388048"/>
                  <a:gd name="connsiteY19" fmla="*/ 513302 h 521493"/>
                  <a:gd name="connsiteX20" fmla="*/ 153352 w 388048"/>
                  <a:gd name="connsiteY20" fmla="*/ 521494 h 521493"/>
                  <a:gd name="connsiteX21" fmla="*/ 0 w 388048"/>
                  <a:gd name="connsiteY21" fmla="*/ 403098 h 521493"/>
                  <a:gd name="connsiteX22" fmla="*/ 3429 w 388048"/>
                  <a:gd name="connsiteY22" fmla="*/ 368237 h 521493"/>
                  <a:gd name="connsiteX23" fmla="*/ 41053 w 388048"/>
                  <a:gd name="connsiteY23" fmla="*/ 153352 h 521493"/>
                  <a:gd name="connsiteX24" fmla="*/ 243650 w 388048"/>
                  <a:gd name="connsiteY24" fmla="*/ 0 h 521493"/>
                  <a:gd name="connsiteX25" fmla="*/ 377095 w 388048"/>
                  <a:gd name="connsiteY25" fmla="*/ 8192 h 521493"/>
                  <a:gd name="connsiteX26" fmla="*/ 388048 w 388048"/>
                  <a:gd name="connsiteY26" fmla="*/ 19145 h 521493"/>
                  <a:gd name="connsiteX27" fmla="*/ 388048 w 388048"/>
                  <a:gd name="connsiteY27" fmla="*/ 21907 h 521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88048" h="521493">
                    <a:moveTo>
                      <a:pt x="388048" y="21622"/>
                    </a:moveTo>
                    <a:lnTo>
                      <a:pt x="373666" y="105156"/>
                    </a:lnTo>
                    <a:cubicBezTo>
                      <a:pt x="372332" y="112681"/>
                      <a:pt x="364808" y="118872"/>
                      <a:pt x="357283" y="118872"/>
                    </a:cubicBezTo>
                    <a:lnTo>
                      <a:pt x="219075" y="118872"/>
                    </a:lnTo>
                    <a:cubicBezTo>
                      <a:pt x="194405" y="118872"/>
                      <a:pt x="184880" y="127064"/>
                      <a:pt x="180023" y="153067"/>
                    </a:cubicBezTo>
                    <a:lnTo>
                      <a:pt x="171164" y="203073"/>
                    </a:lnTo>
                    <a:lnTo>
                      <a:pt x="339566" y="203073"/>
                    </a:lnTo>
                    <a:cubicBezTo>
                      <a:pt x="346424" y="203073"/>
                      <a:pt x="351187" y="207836"/>
                      <a:pt x="351187" y="214694"/>
                    </a:cubicBezTo>
                    <a:lnTo>
                      <a:pt x="351187" y="216789"/>
                    </a:lnTo>
                    <a:lnTo>
                      <a:pt x="336804" y="297561"/>
                    </a:lnTo>
                    <a:cubicBezTo>
                      <a:pt x="335471" y="305086"/>
                      <a:pt x="328613" y="311277"/>
                      <a:pt x="321088" y="311277"/>
                    </a:cubicBezTo>
                    <a:lnTo>
                      <a:pt x="152686" y="311277"/>
                    </a:lnTo>
                    <a:lnTo>
                      <a:pt x="142399" y="368046"/>
                    </a:lnTo>
                    <a:cubicBezTo>
                      <a:pt x="141732" y="373475"/>
                      <a:pt x="141065" y="377666"/>
                      <a:pt x="141065" y="381762"/>
                    </a:cubicBezTo>
                    <a:cubicBezTo>
                      <a:pt x="141065" y="397478"/>
                      <a:pt x="149257" y="402336"/>
                      <a:pt x="169164" y="402336"/>
                    </a:cubicBezTo>
                    <a:lnTo>
                      <a:pt x="307372" y="402336"/>
                    </a:lnTo>
                    <a:cubicBezTo>
                      <a:pt x="314230" y="402336"/>
                      <a:pt x="318992" y="407098"/>
                      <a:pt x="318992" y="413957"/>
                    </a:cubicBezTo>
                    <a:lnTo>
                      <a:pt x="318992" y="416052"/>
                    </a:lnTo>
                    <a:lnTo>
                      <a:pt x="303943" y="499586"/>
                    </a:lnTo>
                    <a:cubicBezTo>
                      <a:pt x="302609" y="507778"/>
                      <a:pt x="297085" y="511873"/>
                      <a:pt x="288227" y="513302"/>
                    </a:cubicBezTo>
                    <a:cubicBezTo>
                      <a:pt x="261556" y="516731"/>
                      <a:pt x="219742" y="521494"/>
                      <a:pt x="153352" y="521494"/>
                    </a:cubicBezTo>
                    <a:cubicBezTo>
                      <a:pt x="73247" y="521494"/>
                      <a:pt x="0" y="492728"/>
                      <a:pt x="0" y="403098"/>
                    </a:cubicBezTo>
                    <a:cubicBezTo>
                      <a:pt x="0" y="392144"/>
                      <a:pt x="1333" y="380524"/>
                      <a:pt x="3429" y="368237"/>
                    </a:cubicBezTo>
                    <a:lnTo>
                      <a:pt x="41053" y="153352"/>
                    </a:lnTo>
                    <a:cubicBezTo>
                      <a:pt x="65056" y="15145"/>
                      <a:pt x="147161" y="0"/>
                      <a:pt x="243650" y="0"/>
                    </a:cubicBezTo>
                    <a:cubicBezTo>
                      <a:pt x="310039" y="0"/>
                      <a:pt x="351758" y="4763"/>
                      <a:pt x="377095" y="8192"/>
                    </a:cubicBezTo>
                    <a:cubicBezTo>
                      <a:pt x="384620" y="8858"/>
                      <a:pt x="388048" y="12287"/>
                      <a:pt x="388048" y="19145"/>
                    </a:cubicBezTo>
                    <a:lnTo>
                      <a:pt x="388048" y="2190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5" name="Forma Livre: Forma 84">
                <a:extLst>
                  <a:ext uri="{FF2B5EF4-FFF2-40B4-BE49-F238E27FC236}">
                    <a16:creationId xmlns:a16="http://schemas.microsoft.com/office/drawing/2014/main" id="{EA0668E4-A2AB-41E4-AC69-DD9E451C1AF0}"/>
                  </a:ext>
                </a:extLst>
              </p:cNvPr>
              <p:cNvSpPr/>
              <p:nvPr/>
            </p:nvSpPr>
            <p:spPr>
              <a:xfrm>
                <a:off x="5950458" y="3253263"/>
                <a:ext cx="460629" cy="515302"/>
              </a:xfrm>
              <a:custGeom>
                <a:avLst/>
                <a:gdLst>
                  <a:gd name="connsiteX0" fmla="*/ 348425 w 460629"/>
                  <a:gd name="connsiteY0" fmla="*/ 311277 h 515302"/>
                  <a:gd name="connsiteX1" fmla="*/ 414814 w 460629"/>
                  <a:gd name="connsiteY1" fmla="*/ 497395 h 515302"/>
                  <a:gd name="connsiteX2" fmla="*/ 415480 w 460629"/>
                  <a:gd name="connsiteY2" fmla="*/ 502158 h 515302"/>
                  <a:gd name="connsiteX3" fmla="*/ 401764 w 460629"/>
                  <a:gd name="connsiteY3" fmla="*/ 515207 h 515302"/>
                  <a:gd name="connsiteX4" fmla="*/ 281273 w 460629"/>
                  <a:gd name="connsiteY4" fmla="*/ 515207 h 515302"/>
                  <a:gd name="connsiteX5" fmla="*/ 270320 w 460629"/>
                  <a:gd name="connsiteY5" fmla="*/ 501491 h 515302"/>
                  <a:gd name="connsiteX6" fmla="*/ 212788 w 460629"/>
                  <a:gd name="connsiteY6" fmla="*/ 334518 h 515302"/>
                  <a:gd name="connsiteX7" fmla="*/ 168307 w 460629"/>
                  <a:gd name="connsiteY7" fmla="*/ 333185 h 515302"/>
                  <a:gd name="connsiteX8" fmla="*/ 138875 w 460629"/>
                  <a:gd name="connsiteY8" fmla="*/ 501587 h 515302"/>
                  <a:gd name="connsiteX9" fmla="*/ 122492 w 460629"/>
                  <a:gd name="connsiteY9" fmla="*/ 515303 h 515302"/>
                  <a:gd name="connsiteX10" fmla="*/ 11621 w 460629"/>
                  <a:gd name="connsiteY10" fmla="*/ 515303 h 515302"/>
                  <a:gd name="connsiteX11" fmla="*/ 0 w 460629"/>
                  <a:gd name="connsiteY11" fmla="*/ 503682 h 515302"/>
                  <a:gd name="connsiteX12" fmla="*/ 0 w 460629"/>
                  <a:gd name="connsiteY12" fmla="*/ 501587 h 515302"/>
                  <a:gd name="connsiteX13" fmla="*/ 78677 w 460629"/>
                  <a:gd name="connsiteY13" fmla="*/ 54007 h 515302"/>
                  <a:gd name="connsiteX14" fmla="*/ 125921 w 460629"/>
                  <a:gd name="connsiteY14" fmla="*/ 8858 h 515302"/>
                  <a:gd name="connsiteX15" fmla="*/ 269653 w 460629"/>
                  <a:gd name="connsiteY15" fmla="*/ 0 h 515302"/>
                  <a:gd name="connsiteX16" fmla="*/ 460629 w 460629"/>
                  <a:gd name="connsiteY16" fmla="*/ 133445 h 515302"/>
                  <a:gd name="connsiteX17" fmla="*/ 348425 w 460629"/>
                  <a:gd name="connsiteY17" fmla="*/ 311372 h 515302"/>
                  <a:gd name="connsiteX18" fmla="*/ 259461 w 460629"/>
                  <a:gd name="connsiteY18" fmla="*/ 116872 h 515302"/>
                  <a:gd name="connsiteX19" fmla="*/ 206121 w 460629"/>
                  <a:gd name="connsiteY19" fmla="*/ 118205 h 515302"/>
                  <a:gd name="connsiteX20" fmla="*/ 186976 w 460629"/>
                  <a:gd name="connsiteY20" fmla="*/ 226981 h 515302"/>
                  <a:gd name="connsiteX21" fmla="*/ 210884 w 460629"/>
                  <a:gd name="connsiteY21" fmla="*/ 227647 h 515302"/>
                  <a:gd name="connsiteX22" fmla="*/ 236887 w 460629"/>
                  <a:gd name="connsiteY22" fmla="*/ 227647 h 515302"/>
                  <a:gd name="connsiteX23" fmla="*/ 320421 w 460629"/>
                  <a:gd name="connsiteY23" fmla="*/ 153067 h 515302"/>
                  <a:gd name="connsiteX24" fmla="*/ 259556 w 460629"/>
                  <a:gd name="connsiteY24" fmla="*/ 116777 h 515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60629" h="515302">
                    <a:moveTo>
                      <a:pt x="348425" y="311277"/>
                    </a:moveTo>
                    <a:lnTo>
                      <a:pt x="414814" y="497395"/>
                    </a:lnTo>
                    <a:cubicBezTo>
                      <a:pt x="415480" y="498729"/>
                      <a:pt x="415480" y="500824"/>
                      <a:pt x="415480" y="502158"/>
                    </a:cubicBezTo>
                    <a:cubicBezTo>
                      <a:pt x="415480" y="509683"/>
                      <a:pt x="410051" y="515207"/>
                      <a:pt x="401764" y="515207"/>
                    </a:cubicBezTo>
                    <a:lnTo>
                      <a:pt x="281273" y="515207"/>
                    </a:lnTo>
                    <a:cubicBezTo>
                      <a:pt x="273749" y="515207"/>
                      <a:pt x="272415" y="508349"/>
                      <a:pt x="270320" y="501491"/>
                    </a:cubicBezTo>
                    <a:lnTo>
                      <a:pt x="212788" y="334518"/>
                    </a:lnTo>
                    <a:cubicBezTo>
                      <a:pt x="197739" y="334518"/>
                      <a:pt x="183356" y="334518"/>
                      <a:pt x="168307" y="333185"/>
                    </a:cubicBezTo>
                    <a:lnTo>
                      <a:pt x="138875" y="501587"/>
                    </a:lnTo>
                    <a:cubicBezTo>
                      <a:pt x="137541" y="509111"/>
                      <a:pt x="130016" y="515303"/>
                      <a:pt x="122492" y="515303"/>
                    </a:cubicBezTo>
                    <a:lnTo>
                      <a:pt x="11621" y="515303"/>
                    </a:lnTo>
                    <a:cubicBezTo>
                      <a:pt x="4763" y="515303"/>
                      <a:pt x="0" y="510540"/>
                      <a:pt x="0" y="503682"/>
                    </a:cubicBezTo>
                    <a:lnTo>
                      <a:pt x="0" y="501587"/>
                    </a:lnTo>
                    <a:lnTo>
                      <a:pt x="78677" y="54007"/>
                    </a:lnTo>
                    <a:cubicBezTo>
                      <a:pt x="84106" y="21146"/>
                      <a:pt x="95821" y="13621"/>
                      <a:pt x="125921" y="8858"/>
                    </a:cubicBezTo>
                    <a:cubicBezTo>
                      <a:pt x="154019" y="4763"/>
                      <a:pt x="208693" y="0"/>
                      <a:pt x="269653" y="0"/>
                    </a:cubicBezTo>
                    <a:cubicBezTo>
                      <a:pt x="378428" y="0"/>
                      <a:pt x="460629" y="39053"/>
                      <a:pt x="460629" y="133445"/>
                    </a:cubicBezTo>
                    <a:cubicBezTo>
                      <a:pt x="460629" y="212122"/>
                      <a:pt x="425005" y="281273"/>
                      <a:pt x="348425" y="311372"/>
                    </a:cubicBezTo>
                    <a:close/>
                    <a:moveTo>
                      <a:pt x="259461" y="116872"/>
                    </a:moveTo>
                    <a:cubicBezTo>
                      <a:pt x="240983" y="116872"/>
                      <a:pt x="217742" y="117539"/>
                      <a:pt x="206121" y="118205"/>
                    </a:cubicBezTo>
                    <a:lnTo>
                      <a:pt x="186976" y="226981"/>
                    </a:lnTo>
                    <a:cubicBezTo>
                      <a:pt x="194500" y="227647"/>
                      <a:pt x="202692" y="227647"/>
                      <a:pt x="210884" y="227647"/>
                    </a:cubicBezTo>
                    <a:lnTo>
                      <a:pt x="236887" y="227647"/>
                    </a:lnTo>
                    <a:cubicBezTo>
                      <a:pt x="290989" y="227647"/>
                      <a:pt x="320421" y="207074"/>
                      <a:pt x="320421" y="153067"/>
                    </a:cubicBezTo>
                    <a:cubicBezTo>
                      <a:pt x="320421" y="127730"/>
                      <a:pt x="302609" y="116777"/>
                      <a:pt x="259556" y="1167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6" name="Forma Livre: Forma 85">
                <a:extLst>
                  <a:ext uri="{FF2B5EF4-FFF2-40B4-BE49-F238E27FC236}">
                    <a16:creationId xmlns:a16="http://schemas.microsoft.com/office/drawing/2014/main" id="{167F98AC-2846-43E7-AD37-4922DCEA77F1}"/>
                  </a:ext>
                </a:extLst>
              </p:cNvPr>
              <p:cNvSpPr/>
              <p:nvPr/>
            </p:nvSpPr>
            <p:spPr>
              <a:xfrm>
                <a:off x="6435756" y="3253073"/>
                <a:ext cx="431863" cy="521493"/>
              </a:xfrm>
              <a:custGeom>
                <a:avLst/>
                <a:gdLst>
                  <a:gd name="connsiteX0" fmla="*/ 431387 w 431863"/>
                  <a:gd name="connsiteY0" fmla="*/ 31528 h 521493"/>
                  <a:gd name="connsiteX1" fmla="*/ 415671 w 431863"/>
                  <a:gd name="connsiteY1" fmla="*/ 117729 h 521493"/>
                  <a:gd name="connsiteX2" fmla="*/ 404717 w 431863"/>
                  <a:gd name="connsiteY2" fmla="*/ 128683 h 521493"/>
                  <a:gd name="connsiteX3" fmla="*/ 402622 w 431863"/>
                  <a:gd name="connsiteY3" fmla="*/ 128683 h 521493"/>
                  <a:gd name="connsiteX4" fmla="*/ 271177 w 431863"/>
                  <a:gd name="connsiteY4" fmla="*/ 122492 h 521493"/>
                  <a:gd name="connsiteX5" fmla="*/ 158972 w 431863"/>
                  <a:gd name="connsiteY5" fmla="*/ 225171 h 521493"/>
                  <a:gd name="connsiteX6" fmla="*/ 145923 w 431863"/>
                  <a:gd name="connsiteY6" fmla="*/ 297752 h 521493"/>
                  <a:gd name="connsiteX7" fmla="*/ 141827 w 431863"/>
                  <a:gd name="connsiteY7" fmla="*/ 340900 h 521493"/>
                  <a:gd name="connsiteX8" fmla="*/ 193167 w 431863"/>
                  <a:gd name="connsiteY8" fmla="*/ 402527 h 521493"/>
                  <a:gd name="connsiteX9" fmla="*/ 231458 w 431863"/>
                  <a:gd name="connsiteY9" fmla="*/ 400431 h 521493"/>
                  <a:gd name="connsiteX10" fmla="*/ 256127 w 431863"/>
                  <a:gd name="connsiteY10" fmla="*/ 260128 h 521493"/>
                  <a:gd name="connsiteX11" fmla="*/ 271177 w 431863"/>
                  <a:gd name="connsiteY11" fmla="*/ 246412 h 521493"/>
                  <a:gd name="connsiteX12" fmla="*/ 379286 w 431863"/>
                  <a:gd name="connsiteY12" fmla="*/ 246412 h 521493"/>
                  <a:gd name="connsiteX13" fmla="*/ 390906 w 431863"/>
                  <a:gd name="connsiteY13" fmla="*/ 258032 h 521493"/>
                  <a:gd name="connsiteX14" fmla="*/ 390906 w 431863"/>
                  <a:gd name="connsiteY14" fmla="*/ 260128 h 521493"/>
                  <a:gd name="connsiteX15" fmla="*/ 350520 w 431863"/>
                  <a:gd name="connsiteY15" fmla="*/ 489395 h 521493"/>
                  <a:gd name="connsiteX16" fmla="*/ 333375 w 431863"/>
                  <a:gd name="connsiteY16" fmla="*/ 505111 h 521493"/>
                  <a:gd name="connsiteX17" fmla="*/ 171831 w 431863"/>
                  <a:gd name="connsiteY17" fmla="*/ 521494 h 521493"/>
                  <a:gd name="connsiteX18" fmla="*/ 0 w 431863"/>
                  <a:gd name="connsiteY18" fmla="*/ 351092 h 521493"/>
                  <a:gd name="connsiteX19" fmla="*/ 4763 w 431863"/>
                  <a:gd name="connsiteY19" fmla="*/ 296990 h 521493"/>
                  <a:gd name="connsiteX20" fmla="*/ 17812 w 431863"/>
                  <a:gd name="connsiteY20" fmla="*/ 225171 h 521493"/>
                  <a:gd name="connsiteX21" fmla="*/ 273749 w 431863"/>
                  <a:gd name="connsiteY21" fmla="*/ 0 h 521493"/>
                  <a:gd name="connsiteX22" fmla="*/ 420243 w 431863"/>
                  <a:gd name="connsiteY22" fmla="*/ 18479 h 521493"/>
                  <a:gd name="connsiteX23" fmla="*/ 431863 w 431863"/>
                  <a:gd name="connsiteY23" fmla="*/ 28099 h 521493"/>
                  <a:gd name="connsiteX24" fmla="*/ 431197 w 431863"/>
                  <a:gd name="connsiteY24" fmla="*/ 31528 h 521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1863" h="521493">
                    <a:moveTo>
                      <a:pt x="431387" y="31528"/>
                    </a:moveTo>
                    <a:lnTo>
                      <a:pt x="415671" y="117729"/>
                    </a:lnTo>
                    <a:cubicBezTo>
                      <a:pt x="414338" y="125921"/>
                      <a:pt x="411575" y="128683"/>
                      <a:pt x="404717" y="128683"/>
                    </a:cubicBezTo>
                    <a:lnTo>
                      <a:pt x="402622" y="128683"/>
                    </a:lnTo>
                    <a:cubicBezTo>
                      <a:pt x="376619" y="127349"/>
                      <a:pt x="321850" y="122492"/>
                      <a:pt x="271177" y="122492"/>
                    </a:cubicBezTo>
                    <a:cubicBezTo>
                      <a:pt x="202692" y="122492"/>
                      <a:pt x="174022" y="143066"/>
                      <a:pt x="158972" y="225171"/>
                    </a:cubicBezTo>
                    <a:lnTo>
                      <a:pt x="145923" y="297752"/>
                    </a:lnTo>
                    <a:cubicBezTo>
                      <a:pt x="143161" y="314896"/>
                      <a:pt x="141827" y="328517"/>
                      <a:pt x="141827" y="340900"/>
                    </a:cubicBezTo>
                    <a:cubicBezTo>
                      <a:pt x="141827" y="393573"/>
                      <a:pt x="167830" y="402527"/>
                      <a:pt x="193167" y="402527"/>
                    </a:cubicBezTo>
                    <a:cubicBezTo>
                      <a:pt x="206216" y="402527"/>
                      <a:pt x="219837" y="401860"/>
                      <a:pt x="231458" y="400431"/>
                    </a:cubicBezTo>
                    <a:lnTo>
                      <a:pt x="256127" y="260128"/>
                    </a:lnTo>
                    <a:cubicBezTo>
                      <a:pt x="257461" y="252603"/>
                      <a:pt x="263652" y="246412"/>
                      <a:pt x="271177" y="246412"/>
                    </a:cubicBezTo>
                    <a:lnTo>
                      <a:pt x="379286" y="246412"/>
                    </a:lnTo>
                    <a:cubicBezTo>
                      <a:pt x="386144" y="246412"/>
                      <a:pt x="390906" y="251174"/>
                      <a:pt x="390906" y="258032"/>
                    </a:cubicBezTo>
                    <a:lnTo>
                      <a:pt x="390906" y="260128"/>
                    </a:lnTo>
                    <a:lnTo>
                      <a:pt x="350520" y="489395"/>
                    </a:lnTo>
                    <a:cubicBezTo>
                      <a:pt x="348425" y="499682"/>
                      <a:pt x="345091" y="503111"/>
                      <a:pt x="333375" y="505111"/>
                    </a:cubicBezTo>
                    <a:cubicBezTo>
                      <a:pt x="292322" y="513302"/>
                      <a:pt x="238220" y="521494"/>
                      <a:pt x="171831" y="521494"/>
                    </a:cubicBezTo>
                    <a:cubicBezTo>
                      <a:pt x="95155" y="521494"/>
                      <a:pt x="0" y="477012"/>
                      <a:pt x="0" y="351092"/>
                    </a:cubicBezTo>
                    <a:cubicBezTo>
                      <a:pt x="0" y="334709"/>
                      <a:pt x="1333" y="316230"/>
                      <a:pt x="4763" y="296990"/>
                    </a:cubicBezTo>
                    <a:lnTo>
                      <a:pt x="17812" y="225171"/>
                    </a:lnTo>
                    <a:cubicBezTo>
                      <a:pt x="54102" y="26003"/>
                      <a:pt x="173165" y="0"/>
                      <a:pt x="273749" y="0"/>
                    </a:cubicBezTo>
                    <a:cubicBezTo>
                      <a:pt x="344900" y="0"/>
                      <a:pt x="393478" y="10954"/>
                      <a:pt x="420243" y="18479"/>
                    </a:cubicBezTo>
                    <a:cubicBezTo>
                      <a:pt x="427101" y="20574"/>
                      <a:pt x="431863" y="21908"/>
                      <a:pt x="431863" y="28099"/>
                    </a:cubicBezTo>
                    <a:cubicBezTo>
                      <a:pt x="431863" y="28766"/>
                      <a:pt x="431197" y="30194"/>
                      <a:pt x="431197" y="315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7" name="Forma Livre: Forma 86">
                <a:extLst>
                  <a:ext uri="{FF2B5EF4-FFF2-40B4-BE49-F238E27FC236}">
                    <a16:creationId xmlns:a16="http://schemas.microsoft.com/office/drawing/2014/main" id="{9E6E4E89-19BC-45C9-9ABF-2D5BA2FC97A7}"/>
                  </a:ext>
                </a:extLst>
              </p:cNvPr>
              <p:cNvSpPr/>
              <p:nvPr/>
            </p:nvSpPr>
            <p:spPr>
              <a:xfrm>
                <a:off x="6860381" y="3253168"/>
                <a:ext cx="412051" cy="521589"/>
              </a:xfrm>
              <a:custGeom>
                <a:avLst/>
                <a:gdLst>
                  <a:gd name="connsiteX0" fmla="*/ 412051 w 412051"/>
                  <a:gd name="connsiteY0" fmla="*/ 30099 h 521589"/>
                  <a:gd name="connsiteX1" fmla="*/ 397002 w 412051"/>
                  <a:gd name="connsiteY1" fmla="*/ 115633 h 521589"/>
                  <a:gd name="connsiteX2" fmla="*/ 382619 w 412051"/>
                  <a:gd name="connsiteY2" fmla="*/ 128683 h 521589"/>
                  <a:gd name="connsiteX3" fmla="*/ 381286 w 412051"/>
                  <a:gd name="connsiteY3" fmla="*/ 128683 h 521589"/>
                  <a:gd name="connsiteX4" fmla="*/ 227267 w 412051"/>
                  <a:gd name="connsiteY4" fmla="*/ 119824 h 521589"/>
                  <a:gd name="connsiteX5" fmla="*/ 188214 w 412051"/>
                  <a:gd name="connsiteY5" fmla="*/ 148590 h 521589"/>
                  <a:gd name="connsiteX6" fmla="*/ 218313 w 412051"/>
                  <a:gd name="connsiteY6" fmla="*/ 178022 h 521589"/>
                  <a:gd name="connsiteX7" fmla="*/ 301847 w 412051"/>
                  <a:gd name="connsiteY7" fmla="*/ 227267 h 521589"/>
                  <a:gd name="connsiteX8" fmla="*/ 370332 w 412051"/>
                  <a:gd name="connsiteY8" fmla="*/ 341567 h 521589"/>
                  <a:gd name="connsiteX9" fmla="*/ 146495 w 412051"/>
                  <a:gd name="connsiteY9" fmla="*/ 521589 h 521589"/>
                  <a:gd name="connsiteX10" fmla="*/ 11621 w 412051"/>
                  <a:gd name="connsiteY10" fmla="*/ 503777 h 521589"/>
                  <a:gd name="connsiteX11" fmla="*/ 0 w 412051"/>
                  <a:gd name="connsiteY11" fmla="*/ 492157 h 521589"/>
                  <a:gd name="connsiteX12" fmla="*/ 0 w 412051"/>
                  <a:gd name="connsiteY12" fmla="*/ 490061 h 521589"/>
                  <a:gd name="connsiteX13" fmla="*/ 14383 w 412051"/>
                  <a:gd name="connsiteY13" fmla="*/ 405860 h 521589"/>
                  <a:gd name="connsiteX14" fmla="*/ 30099 w 412051"/>
                  <a:gd name="connsiteY14" fmla="*/ 392144 h 521589"/>
                  <a:gd name="connsiteX15" fmla="*/ 31433 w 412051"/>
                  <a:gd name="connsiteY15" fmla="*/ 392144 h 521589"/>
                  <a:gd name="connsiteX16" fmla="*/ 168307 w 412051"/>
                  <a:gd name="connsiteY16" fmla="*/ 402431 h 521589"/>
                  <a:gd name="connsiteX17" fmla="*/ 218218 w 412051"/>
                  <a:gd name="connsiteY17" fmla="*/ 362045 h 521589"/>
                  <a:gd name="connsiteX18" fmla="*/ 191548 w 412051"/>
                  <a:gd name="connsiteY18" fmla="*/ 331280 h 521589"/>
                  <a:gd name="connsiteX19" fmla="*/ 103251 w 412051"/>
                  <a:gd name="connsiteY19" fmla="*/ 273082 h 521589"/>
                  <a:gd name="connsiteX20" fmla="*/ 44387 w 412051"/>
                  <a:gd name="connsiteY20" fmla="*/ 160115 h 521589"/>
                  <a:gd name="connsiteX21" fmla="*/ 249746 w 412051"/>
                  <a:gd name="connsiteY21" fmla="*/ 0 h 521589"/>
                  <a:gd name="connsiteX22" fmla="*/ 401669 w 412051"/>
                  <a:gd name="connsiteY22" fmla="*/ 17145 h 521589"/>
                  <a:gd name="connsiteX23" fmla="*/ 411956 w 412051"/>
                  <a:gd name="connsiteY23" fmla="*/ 28099 h 521589"/>
                  <a:gd name="connsiteX24" fmla="*/ 411956 w 412051"/>
                  <a:gd name="connsiteY24" fmla="*/ 30194 h 521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12051" h="521589">
                    <a:moveTo>
                      <a:pt x="412051" y="30099"/>
                    </a:moveTo>
                    <a:lnTo>
                      <a:pt x="397002" y="115633"/>
                    </a:lnTo>
                    <a:cubicBezTo>
                      <a:pt x="395668" y="123158"/>
                      <a:pt x="390144" y="128683"/>
                      <a:pt x="382619" y="128683"/>
                    </a:cubicBezTo>
                    <a:lnTo>
                      <a:pt x="381286" y="128683"/>
                    </a:lnTo>
                    <a:cubicBezTo>
                      <a:pt x="353949" y="126587"/>
                      <a:pt x="276606" y="119824"/>
                      <a:pt x="227267" y="119824"/>
                    </a:cubicBezTo>
                    <a:cubicBezTo>
                      <a:pt x="208121" y="119824"/>
                      <a:pt x="188214" y="126016"/>
                      <a:pt x="188214" y="148590"/>
                    </a:cubicBezTo>
                    <a:cubicBezTo>
                      <a:pt x="188214" y="158210"/>
                      <a:pt x="195072" y="164306"/>
                      <a:pt x="218313" y="178022"/>
                    </a:cubicBezTo>
                    <a:lnTo>
                      <a:pt x="301847" y="227267"/>
                    </a:lnTo>
                    <a:cubicBezTo>
                      <a:pt x="351092" y="256032"/>
                      <a:pt x="370332" y="293656"/>
                      <a:pt x="370332" y="341567"/>
                    </a:cubicBezTo>
                    <a:cubicBezTo>
                      <a:pt x="370332" y="469582"/>
                      <a:pt x="262890" y="521589"/>
                      <a:pt x="146495" y="521589"/>
                    </a:cubicBezTo>
                    <a:cubicBezTo>
                      <a:pt x="90392" y="521589"/>
                      <a:pt x="46577" y="514064"/>
                      <a:pt x="11621" y="503777"/>
                    </a:cubicBezTo>
                    <a:cubicBezTo>
                      <a:pt x="5429" y="501682"/>
                      <a:pt x="0" y="498348"/>
                      <a:pt x="0" y="492157"/>
                    </a:cubicBezTo>
                    <a:lnTo>
                      <a:pt x="0" y="490061"/>
                    </a:lnTo>
                    <a:lnTo>
                      <a:pt x="14383" y="405860"/>
                    </a:lnTo>
                    <a:cubicBezTo>
                      <a:pt x="15716" y="398336"/>
                      <a:pt x="21908" y="392144"/>
                      <a:pt x="30099" y="392144"/>
                    </a:cubicBezTo>
                    <a:lnTo>
                      <a:pt x="31433" y="392144"/>
                    </a:lnTo>
                    <a:cubicBezTo>
                      <a:pt x="59531" y="394907"/>
                      <a:pt x="132017" y="402431"/>
                      <a:pt x="168307" y="402431"/>
                    </a:cubicBezTo>
                    <a:cubicBezTo>
                      <a:pt x="195643" y="402431"/>
                      <a:pt x="218218" y="392811"/>
                      <a:pt x="218218" y="362045"/>
                    </a:cubicBezTo>
                    <a:cubicBezTo>
                      <a:pt x="218218" y="351758"/>
                      <a:pt x="211360" y="344234"/>
                      <a:pt x="191548" y="331280"/>
                    </a:cubicBezTo>
                    <a:lnTo>
                      <a:pt x="103251" y="273082"/>
                    </a:lnTo>
                    <a:cubicBezTo>
                      <a:pt x="63532" y="247079"/>
                      <a:pt x="44387" y="202597"/>
                      <a:pt x="44387" y="160115"/>
                    </a:cubicBezTo>
                    <a:cubicBezTo>
                      <a:pt x="44387" y="36957"/>
                      <a:pt x="140875" y="0"/>
                      <a:pt x="249746" y="0"/>
                    </a:cubicBezTo>
                    <a:cubicBezTo>
                      <a:pt x="303847" y="0"/>
                      <a:pt x="374999" y="8858"/>
                      <a:pt x="401669" y="17145"/>
                    </a:cubicBezTo>
                    <a:cubicBezTo>
                      <a:pt x="407194" y="19241"/>
                      <a:pt x="411956" y="21907"/>
                      <a:pt x="411956" y="28099"/>
                    </a:cubicBezTo>
                    <a:lnTo>
                      <a:pt x="411956" y="30194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287DF725-A36C-4017-9B84-B6BE3B91328A}"/>
                </a:ext>
              </a:extLst>
            </p:cNvPr>
            <p:cNvSpPr/>
            <p:nvPr/>
          </p:nvSpPr>
          <p:spPr>
            <a:xfrm>
              <a:off x="5402103" y="3253168"/>
              <a:ext cx="164528" cy="137159"/>
            </a:xfrm>
            <a:custGeom>
              <a:avLst/>
              <a:gdLst>
                <a:gd name="connsiteX0" fmla="*/ 164306 w 164528"/>
                <a:gd name="connsiteY0" fmla="*/ 13240 h 137159"/>
                <a:gd name="connsiteX1" fmla="*/ 152400 w 164528"/>
                <a:gd name="connsiteY1" fmla="*/ 0 h 137159"/>
                <a:gd name="connsiteX2" fmla="*/ 37909 w 164528"/>
                <a:gd name="connsiteY2" fmla="*/ 0 h 137159"/>
                <a:gd name="connsiteX3" fmla="*/ 21812 w 164528"/>
                <a:gd name="connsiteY3" fmla="*/ 13240 h 137159"/>
                <a:gd name="connsiteX4" fmla="*/ 0 w 164528"/>
                <a:gd name="connsiteY4" fmla="*/ 137160 h 137159"/>
                <a:gd name="connsiteX5" fmla="*/ 155257 w 164528"/>
                <a:gd name="connsiteY5" fmla="*/ 64389 h 137159"/>
                <a:gd name="connsiteX6" fmla="*/ 164306 w 164528"/>
                <a:gd name="connsiteY6" fmla="*/ 13240 h 137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528" h="137159">
                  <a:moveTo>
                    <a:pt x="164306" y="13240"/>
                  </a:moveTo>
                  <a:cubicBezTo>
                    <a:pt x="165735" y="4191"/>
                    <a:pt x="160115" y="0"/>
                    <a:pt x="152400" y="0"/>
                  </a:cubicBezTo>
                  <a:lnTo>
                    <a:pt x="37909" y="0"/>
                  </a:lnTo>
                  <a:cubicBezTo>
                    <a:pt x="30194" y="0"/>
                    <a:pt x="23241" y="5524"/>
                    <a:pt x="21812" y="13240"/>
                  </a:cubicBezTo>
                  <a:lnTo>
                    <a:pt x="0" y="137160"/>
                  </a:lnTo>
                  <a:lnTo>
                    <a:pt x="155257" y="64389"/>
                  </a:lnTo>
                  <a:lnTo>
                    <a:pt x="164306" y="1324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EF848297-3C1E-481D-97CA-923567568BFB}"/>
                </a:ext>
              </a:extLst>
            </p:cNvPr>
            <p:cNvSpPr/>
            <p:nvPr/>
          </p:nvSpPr>
          <p:spPr>
            <a:xfrm>
              <a:off x="5337058" y="3373088"/>
              <a:ext cx="210492" cy="398811"/>
            </a:xfrm>
            <a:custGeom>
              <a:avLst/>
              <a:gdLst>
                <a:gd name="connsiteX0" fmla="*/ 55235 w 210492"/>
                <a:gd name="connsiteY0" fmla="*/ 72771 h 398811"/>
                <a:gd name="connsiteX1" fmla="*/ 275 w 210492"/>
                <a:gd name="connsiteY1" fmla="*/ 384810 h 398811"/>
                <a:gd name="connsiteX2" fmla="*/ 11420 w 210492"/>
                <a:gd name="connsiteY2" fmla="*/ 398812 h 398811"/>
                <a:gd name="connsiteX3" fmla="*/ 125910 w 210492"/>
                <a:gd name="connsiteY3" fmla="*/ 398812 h 398811"/>
                <a:gd name="connsiteX4" fmla="*/ 142674 w 210492"/>
                <a:gd name="connsiteY4" fmla="*/ 384810 h 398811"/>
                <a:gd name="connsiteX5" fmla="*/ 210492 w 210492"/>
                <a:gd name="connsiteY5" fmla="*/ 0 h 398811"/>
                <a:gd name="connsiteX6" fmla="*/ 55235 w 210492"/>
                <a:gd name="connsiteY6" fmla="*/ 72771 h 398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0492" h="398811">
                  <a:moveTo>
                    <a:pt x="55235" y="72771"/>
                  </a:moveTo>
                  <a:lnTo>
                    <a:pt x="275" y="384810"/>
                  </a:lnTo>
                  <a:cubicBezTo>
                    <a:pt x="-1153" y="391763"/>
                    <a:pt x="3038" y="398812"/>
                    <a:pt x="11420" y="398812"/>
                  </a:cubicBezTo>
                  <a:lnTo>
                    <a:pt x="125910" y="398812"/>
                  </a:lnTo>
                  <a:cubicBezTo>
                    <a:pt x="136388" y="398812"/>
                    <a:pt x="141245" y="392525"/>
                    <a:pt x="142674" y="384810"/>
                  </a:cubicBezTo>
                  <a:lnTo>
                    <a:pt x="210492" y="0"/>
                  </a:lnTo>
                  <a:lnTo>
                    <a:pt x="55235" y="7277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B6C77E77-F266-4B7E-A54E-0A8F308B754F}"/>
                </a:ext>
              </a:extLst>
            </p:cNvPr>
            <p:cNvSpPr/>
            <p:nvPr/>
          </p:nvSpPr>
          <p:spPr>
            <a:xfrm>
              <a:off x="5077301" y="2855690"/>
              <a:ext cx="211169" cy="267461"/>
            </a:xfrm>
            <a:custGeom>
              <a:avLst/>
              <a:gdLst>
                <a:gd name="connsiteX0" fmla="*/ 211169 w 211169"/>
                <a:gd name="connsiteY0" fmla="*/ 15431 h 267461"/>
                <a:gd name="connsiteX1" fmla="*/ 203454 w 211169"/>
                <a:gd name="connsiteY1" fmla="*/ 59341 h 267461"/>
                <a:gd name="connsiteX2" fmla="*/ 196120 w 211169"/>
                <a:gd name="connsiteY2" fmla="*/ 66008 h 267461"/>
                <a:gd name="connsiteX3" fmla="*/ 195453 w 211169"/>
                <a:gd name="connsiteY3" fmla="*/ 66008 h 267461"/>
                <a:gd name="connsiteX4" fmla="*/ 116491 w 211169"/>
                <a:gd name="connsiteY4" fmla="*/ 61436 h 267461"/>
                <a:gd name="connsiteX5" fmla="*/ 96488 w 211169"/>
                <a:gd name="connsiteY5" fmla="*/ 76200 h 267461"/>
                <a:gd name="connsiteX6" fmla="*/ 111919 w 211169"/>
                <a:gd name="connsiteY6" fmla="*/ 91250 h 267461"/>
                <a:gd name="connsiteX7" fmla="*/ 154781 w 211169"/>
                <a:gd name="connsiteY7" fmla="*/ 116491 h 267461"/>
                <a:gd name="connsiteX8" fmla="*/ 189929 w 211169"/>
                <a:gd name="connsiteY8" fmla="*/ 175165 h 267461"/>
                <a:gd name="connsiteX9" fmla="*/ 75152 w 211169"/>
                <a:gd name="connsiteY9" fmla="*/ 267462 h 267461"/>
                <a:gd name="connsiteX10" fmla="*/ 6001 w 211169"/>
                <a:gd name="connsiteY10" fmla="*/ 258318 h 267461"/>
                <a:gd name="connsiteX11" fmla="*/ 0 w 211169"/>
                <a:gd name="connsiteY11" fmla="*/ 252317 h 267461"/>
                <a:gd name="connsiteX12" fmla="*/ 0 w 211169"/>
                <a:gd name="connsiteY12" fmla="*/ 251270 h 267461"/>
                <a:gd name="connsiteX13" fmla="*/ 7334 w 211169"/>
                <a:gd name="connsiteY13" fmla="*/ 208121 h 267461"/>
                <a:gd name="connsiteX14" fmla="*/ 15431 w 211169"/>
                <a:gd name="connsiteY14" fmla="*/ 201073 h 267461"/>
                <a:gd name="connsiteX15" fmla="*/ 16097 w 211169"/>
                <a:gd name="connsiteY15" fmla="*/ 201073 h 267461"/>
                <a:gd name="connsiteX16" fmla="*/ 86297 w 211169"/>
                <a:gd name="connsiteY16" fmla="*/ 206312 h 267461"/>
                <a:gd name="connsiteX17" fmla="*/ 111919 w 211169"/>
                <a:gd name="connsiteY17" fmla="*/ 185642 h 267461"/>
                <a:gd name="connsiteX18" fmla="*/ 98203 w 211169"/>
                <a:gd name="connsiteY18" fmla="*/ 169831 h 267461"/>
                <a:gd name="connsiteX19" fmla="*/ 52959 w 211169"/>
                <a:gd name="connsiteY19" fmla="*/ 140018 h 267461"/>
                <a:gd name="connsiteX20" fmla="*/ 22765 w 211169"/>
                <a:gd name="connsiteY20" fmla="*/ 82106 h 267461"/>
                <a:gd name="connsiteX21" fmla="*/ 127921 w 211169"/>
                <a:gd name="connsiteY21" fmla="*/ 0 h 267461"/>
                <a:gd name="connsiteX22" fmla="*/ 205835 w 211169"/>
                <a:gd name="connsiteY22" fmla="*/ 8763 h 267461"/>
                <a:gd name="connsiteX23" fmla="*/ 211074 w 211169"/>
                <a:gd name="connsiteY23" fmla="*/ 14383 h 267461"/>
                <a:gd name="connsiteX24" fmla="*/ 211074 w 211169"/>
                <a:gd name="connsiteY24" fmla="*/ 15431 h 26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1169" h="267461">
                  <a:moveTo>
                    <a:pt x="211169" y="15431"/>
                  </a:moveTo>
                  <a:lnTo>
                    <a:pt x="203454" y="59341"/>
                  </a:lnTo>
                  <a:cubicBezTo>
                    <a:pt x="202787" y="63246"/>
                    <a:pt x="199930" y="66008"/>
                    <a:pt x="196120" y="66008"/>
                  </a:cubicBezTo>
                  <a:lnTo>
                    <a:pt x="195453" y="66008"/>
                  </a:lnTo>
                  <a:cubicBezTo>
                    <a:pt x="181451" y="64961"/>
                    <a:pt x="141732" y="61436"/>
                    <a:pt x="116491" y="61436"/>
                  </a:cubicBezTo>
                  <a:cubicBezTo>
                    <a:pt x="106680" y="61436"/>
                    <a:pt x="96488" y="64580"/>
                    <a:pt x="96488" y="76200"/>
                  </a:cubicBezTo>
                  <a:cubicBezTo>
                    <a:pt x="96488" y="81153"/>
                    <a:pt x="100013" y="84296"/>
                    <a:pt x="111919" y="91250"/>
                  </a:cubicBezTo>
                  <a:lnTo>
                    <a:pt x="154781" y="116491"/>
                  </a:lnTo>
                  <a:cubicBezTo>
                    <a:pt x="180023" y="131255"/>
                    <a:pt x="189929" y="150590"/>
                    <a:pt x="189929" y="175165"/>
                  </a:cubicBezTo>
                  <a:cubicBezTo>
                    <a:pt x="189929" y="240792"/>
                    <a:pt x="134779" y="267462"/>
                    <a:pt x="75152" y="267462"/>
                  </a:cubicBezTo>
                  <a:cubicBezTo>
                    <a:pt x="46387" y="267462"/>
                    <a:pt x="23908" y="263557"/>
                    <a:pt x="6001" y="258318"/>
                  </a:cubicBezTo>
                  <a:cubicBezTo>
                    <a:pt x="2858" y="257270"/>
                    <a:pt x="0" y="255460"/>
                    <a:pt x="0" y="252317"/>
                  </a:cubicBezTo>
                  <a:lnTo>
                    <a:pt x="0" y="251270"/>
                  </a:lnTo>
                  <a:lnTo>
                    <a:pt x="7334" y="208121"/>
                  </a:lnTo>
                  <a:cubicBezTo>
                    <a:pt x="8001" y="204216"/>
                    <a:pt x="11240" y="201073"/>
                    <a:pt x="15431" y="201073"/>
                  </a:cubicBezTo>
                  <a:lnTo>
                    <a:pt x="16097" y="201073"/>
                  </a:lnTo>
                  <a:cubicBezTo>
                    <a:pt x="30480" y="202502"/>
                    <a:pt x="67723" y="206312"/>
                    <a:pt x="86297" y="206312"/>
                  </a:cubicBezTo>
                  <a:cubicBezTo>
                    <a:pt x="100298" y="206312"/>
                    <a:pt x="111919" y="201359"/>
                    <a:pt x="111919" y="185642"/>
                  </a:cubicBezTo>
                  <a:cubicBezTo>
                    <a:pt x="111919" y="180404"/>
                    <a:pt x="108395" y="176498"/>
                    <a:pt x="98203" y="169831"/>
                  </a:cubicBezTo>
                  <a:lnTo>
                    <a:pt x="52959" y="140018"/>
                  </a:lnTo>
                  <a:cubicBezTo>
                    <a:pt x="32576" y="126683"/>
                    <a:pt x="22765" y="103823"/>
                    <a:pt x="22765" y="82106"/>
                  </a:cubicBezTo>
                  <a:cubicBezTo>
                    <a:pt x="22574" y="18955"/>
                    <a:pt x="72104" y="0"/>
                    <a:pt x="127921" y="0"/>
                  </a:cubicBezTo>
                  <a:cubicBezTo>
                    <a:pt x="155639" y="0"/>
                    <a:pt x="192119" y="4572"/>
                    <a:pt x="205835" y="8763"/>
                  </a:cubicBezTo>
                  <a:cubicBezTo>
                    <a:pt x="208693" y="9811"/>
                    <a:pt x="211074" y="11240"/>
                    <a:pt x="211074" y="14383"/>
                  </a:cubicBezTo>
                  <a:lnTo>
                    <a:pt x="211074" y="1543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5E2FCFC0-3FDE-4F6F-ABB5-41AB7D14864F}"/>
                </a:ext>
              </a:extLst>
            </p:cNvPr>
            <p:cNvSpPr/>
            <p:nvPr/>
          </p:nvSpPr>
          <p:spPr>
            <a:xfrm>
              <a:off x="5279135" y="2847975"/>
              <a:ext cx="115158" cy="272033"/>
            </a:xfrm>
            <a:custGeom>
              <a:avLst/>
              <a:gdLst>
                <a:gd name="connsiteX0" fmla="*/ 94965 w 115158"/>
                <a:gd name="connsiteY0" fmla="*/ 67723 h 272033"/>
                <a:gd name="connsiteX1" fmla="*/ 101251 w 115158"/>
                <a:gd name="connsiteY1" fmla="*/ 75057 h 272033"/>
                <a:gd name="connsiteX2" fmla="*/ 67914 w 115158"/>
                <a:gd name="connsiteY2" fmla="*/ 264319 h 272033"/>
                <a:gd name="connsiteX3" fmla="*/ 58770 w 115158"/>
                <a:gd name="connsiteY3" fmla="*/ 272034 h 272033"/>
                <a:gd name="connsiteX4" fmla="*/ 6477 w 115158"/>
                <a:gd name="connsiteY4" fmla="*/ 272034 h 272033"/>
                <a:gd name="connsiteX5" fmla="*/ 191 w 115158"/>
                <a:gd name="connsiteY5" fmla="*/ 264319 h 272033"/>
                <a:gd name="connsiteX6" fmla="*/ 33528 w 115158"/>
                <a:gd name="connsiteY6" fmla="*/ 75057 h 272033"/>
                <a:gd name="connsiteX7" fmla="*/ 42672 w 115158"/>
                <a:gd name="connsiteY7" fmla="*/ 67723 h 272033"/>
                <a:gd name="connsiteX8" fmla="*/ 94965 w 115158"/>
                <a:gd name="connsiteY8" fmla="*/ 67723 h 272033"/>
                <a:gd name="connsiteX9" fmla="*/ 108681 w 115158"/>
                <a:gd name="connsiteY9" fmla="*/ 0 h 272033"/>
                <a:gd name="connsiteX10" fmla="*/ 114967 w 115158"/>
                <a:gd name="connsiteY10" fmla="*/ 7049 h 272033"/>
                <a:gd name="connsiteX11" fmla="*/ 108966 w 115158"/>
                <a:gd name="connsiteY11" fmla="*/ 41434 h 272033"/>
                <a:gd name="connsiteX12" fmla="*/ 99822 w 115158"/>
                <a:gd name="connsiteY12" fmla="*/ 48482 h 272033"/>
                <a:gd name="connsiteX13" fmla="*/ 44387 w 115158"/>
                <a:gd name="connsiteY13" fmla="*/ 48482 h 272033"/>
                <a:gd name="connsiteX14" fmla="*/ 37719 w 115158"/>
                <a:gd name="connsiteY14" fmla="*/ 41434 h 272033"/>
                <a:gd name="connsiteX15" fmla="*/ 43720 w 115158"/>
                <a:gd name="connsiteY15" fmla="*/ 7049 h 272033"/>
                <a:gd name="connsiteX16" fmla="*/ 53245 w 115158"/>
                <a:gd name="connsiteY16" fmla="*/ 0 h 272033"/>
                <a:gd name="connsiteX17" fmla="*/ 108681 w 115158"/>
                <a:gd name="connsiteY17" fmla="*/ 0 h 27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158" h="272033">
                  <a:moveTo>
                    <a:pt x="94965" y="67723"/>
                  </a:moveTo>
                  <a:cubicBezTo>
                    <a:pt x="98870" y="67723"/>
                    <a:pt x="102299" y="68771"/>
                    <a:pt x="101251" y="75057"/>
                  </a:cubicBezTo>
                  <a:lnTo>
                    <a:pt x="67914" y="264319"/>
                  </a:lnTo>
                  <a:cubicBezTo>
                    <a:pt x="67247" y="268224"/>
                    <a:pt x="65437" y="272034"/>
                    <a:pt x="58770" y="272034"/>
                  </a:cubicBezTo>
                  <a:lnTo>
                    <a:pt x="6477" y="272034"/>
                  </a:lnTo>
                  <a:cubicBezTo>
                    <a:pt x="2572" y="272034"/>
                    <a:pt x="-857" y="270605"/>
                    <a:pt x="191" y="264319"/>
                  </a:cubicBezTo>
                  <a:lnTo>
                    <a:pt x="33528" y="75057"/>
                  </a:lnTo>
                  <a:cubicBezTo>
                    <a:pt x="34195" y="71152"/>
                    <a:pt x="36672" y="67723"/>
                    <a:pt x="42672" y="67723"/>
                  </a:cubicBezTo>
                  <a:lnTo>
                    <a:pt x="94965" y="67723"/>
                  </a:lnTo>
                  <a:close/>
                  <a:moveTo>
                    <a:pt x="108681" y="0"/>
                  </a:moveTo>
                  <a:cubicBezTo>
                    <a:pt x="112586" y="0"/>
                    <a:pt x="116015" y="1048"/>
                    <a:pt x="114967" y="7049"/>
                  </a:cubicBezTo>
                  <a:lnTo>
                    <a:pt x="108966" y="41434"/>
                  </a:lnTo>
                  <a:cubicBezTo>
                    <a:pt x="108300" y="45339"/>
                    <a:pt x="106871" y="48482"/>
                    <a:pt x="99822" y="48482"/>
                  </a:cubicBezTo>
                  <a:lnTo>
                    <a:pt x="44387" y="48482"/>
                  </a:lnTo>
                  <a:cubicBezTo>
                    <a:pt x="37719" y="48482"/>
                    <a:pt x="37053" y="45339"/>
                    <a:pt x="37719" y="41434"/>
                  </a:cubicBezTo>
                  <a:lnTo>
                    <a:pt x="43720" y="7049"/>
                  </a:lnTo>
                  <a:cubicBezTo>
                    <a:pt x="44387" y="3143"/>
                    <a:pt x="46863" y="0"/>
                    <a:pt x="53245" y="0"/>
                  </a:cubicBezTo>
                  <a:lnTo>
                    <a:pt x="10868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EE124770-1405-4FD4-9924-B53C94352A06}"/>
                </a:ext>
              </a:extLst>
            </p:cNvPr>
            <p:cNvSpPr/>
            <p:nvPr/>
          </p:nvSpPr>
          <p:spPr>
            <a:xfrm>
              <a:off x="5374953" y="2912649"/>
              <a:ext cx="179385" cy="210502"/>
            </a:xfrm>
            <a:custGeom>
              <a:avLst/>
              <a:gdLst>
                <a:gd name="connsiteX0" fmla="*/ 172597 w 179385"/>
                <a:gd name="connsiteY0" fmla="*/ 53626 h 210502"/>
                <a:gd name="connsiteX1" fmla="*/ 164500 w 179385"/>
                <a:gd name="connsiteY1" fmla="*/ 60674 h 210502"/>
                <a:gd name="connsiteX2" fmla="*/ 105160 w 179385"/>
                <a:gd name="connsiteY2" fmla="*/ 55054 h 210502"/>
                <a:gd name="connsiteX3" fmla="*/ 90777 w 179385"/>
                <a:gd name="connsiteY3" fmla="*/ 61722 h 210502"/>
                <a:gd name="connsiteX4" fmla="*/ 103445 w 179385"/>
                <a:gd name="connsiteY4" fmla="*/ 74676 h 210502"/>
                <a:gd name="connsiteX5" fmla="*/ 125543 w 179385"/>
                <a:gd name="connsiteY5" fmla="*/ 87630 h 210502"/>
                <a:gd name="connsiteX6" fmla="*/ 162405 w 179385"/>
                <a:gd name="connsiteY6" fmla="*/ 141351 h 210502"/>
                <a:gd name="connsiteX7" fmla="*/ 70774 w 179385"/>
                <a:gd name="connsiteY7" fmla="*/ 210503 h 210502"/>
                <a:gd name="connsiteX8" fmla="*/ 5433 w 179385"/>
                <a:gd name="connsiteY8" fmla="*/ 202121 h 210502"/>
                <a:gd name="connsiteX9" fmla="*/ 194 w 179385"/>
                <a:gd name="connsiteY9" fmla="*/ 194405 h 210502"/>
                <a:gd name="connsiteX10" fmla="*/ 6481 w 179385"/>
                <a:gd name="connsiteY10" fmla="*/ 158210 h 210502"/>
                <a:gd name="connsiteX11" fmla="*/ 16291 w 179385"/>
                <a:gd name="connsiteY11" fmla="*/ 150876 h 210502"/>
                <a:gd name="connsiteX12" fmla="*/ 76013 w 179385"/>
                <a:gd name="connsiteY12" fmla="*/ 156496 h 210502"/>
                <a:gd name="connsiteX13" fmla="*/ 94301 w 179385"/>
                <a:gd name="connsiteY13" fmla="*/ 144590 h 210502"/>
                <a:gd name="connsiteX14" fmla="*/ 85919 w 179385"/>
                <a:gd name="connsiteY14" fmla="*/ 134779 h 210502"/>
                <a:gd name="connsiteX15" fmla="*/ 57439 w 179385"/>
                <a:gd name="connsiteY15" fmla="*/ 117920 h 210502"/>
                <a:gd name="connsiteX16" fmla="*/ 22292 w 179385"/>
                <a:gd name="connsiteY16" fmla="*/ 65627 h 210502"/>
                <a:gd name="connsiteX17" fmla="*/ 109732 w 179385"/>
                <a:gd name="connsiteY17" fmla="*/ 0 h 210502"/>
                <a:gd name="connsiteX18" fmla="*/ 173644 w 179385"/>
                <a:gd name="connsiteY18" fmla="*/ 8763 h 210502"/>
                <a:gd name="connsiteX19" fmla="*/ 179264 w 179385"/>
                <a:gd name="connsiteY19" fmla="*/ 16478 h 210502"/>
                <a:gd name="connsiteX20" fmla="*/ 172597 w 179385"/>
                <a:gd name="connsiteY20" fmla="*/ 53721 h 210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9385" h="210502">
                  <a:moveTo>
                    <a:pt x="172597" y="53626"/>
                  </a:moveTo>
                  <a:cubicBezTo>
                    <a:pt x="171930" y="57817"/>
                    <a:pt x="170120" y="61341"/>
                    <a:pt x="164500" y="60674"/>
                  </a:cubicBezTo>
                  <a:cubicBezTo>
                    <a:pt x="154309" y="59246"/>
                    <a:pt x="120971" y="55054"/>
                    <a:pt x="105160" y="55054"/>
                  </a:cubicBezTo>
                  <a:cubicBezTo>
                    <a:pt x="98111" y="55054"/>
                    <a:pt x="90777" y="55721"/>
                    <a:pt x="90777" y="61722"/>
                  </a:cubicBezTo>
                  <a:cubicBezTo>
                    <a:pt x="90777" y="66294"/>
                    <a:pt x="92872" y="68390"/>
                    <a:pt x="103445" y="74676"/>
                  </a:cubicBezTo>
                  <a:lnTo>
                    <a:pt x="125543" y="87630"/>
                  </a:lnTo>
                  <a:cubicBezTo>
                    <a:pt x="155356" y="105537"/>
                    <a:pt x="162405" y="122777"/>
                    <a:pt x="162405" y="141351"/>
                  </a:cubicBezTo>
                  <a:cubicBezTo>
                    <a:pt x="162405" y="192596"/>
                    <a:pt x="119542" y="210503"/>
                    <a:pt x="70774" y="210503"/>
                  </a:cubicBezTo>
                  <a:cubicBezTo>
                    <a:pt x="45819" y="210503"/>
                    <a:pt x="20578" y="206597"/>
                    <a:pt x="5433" y="202121"/>
                  </a:cubicBezTo>
                  <a:cubicBezTo>
                    <a:pt x="861" y="200692"/>
                    <a:pt x="-568" y="198215"/>
                    <a:pt x="194" y="194405"/>
                  </a:cubicBezTo>
                  <a:lnTo>
                    <a:pt x="6481" y="158210"/>
                  </a:lnTo>
                  <a:cubicBezTo>
                    <a:pt x="7147" y="152972"/>
                    <a:pt x="9338" y="149828"/>
                    <a:pt x="16291" y="150876"/>
                  </a:cubicBezTo>
                  <a:cubicBezTo>
                    <a:pt x="36675" y="153638"/>
                    <a:pt x="64393" y="156496"/>
                    <a:pt x="76013" y="156496"/>
                  </a:cubicBezTo>
                  <a:cubicBezTo>
                    <a:pt x="84395" y="156496"/>
                    <a:pt x="94301" y="155067"/>
                    <a:pt x="94301" y="144590"/>
                  </a:cubicBezTo>
                  <a:cubicBezTo>
                    <a:pt x="94301" y="140684"/>
                    <a:pt x="92587" y="138589"/>
                    <a:pt x="85919" y="134779"/>
                  </a:cubicBezTo>
                  <a:lnTo>
                    <a:pt x="57439" y="117920"/>
                  </a:lnTo>
                  <a:cubicBezTo>
                    <a:pt x="31436" y="102489"/>
                    <a:pt x="22292" y="86297"/>
                    <a:pt x="22292" y="65627"/>
                  </a:cubicBezTo>
                  <a:cubicBezTo>
                    <a:pt x="22292" y="13335"/>
                    <a:pt x="64774" y="0"/>
                    <a:pt x="109732" y="0"/>
                  </a:cubicBezTo>
                  <a:cubicBezTo>
                    <a:pt x="136783" y="0"/>
                    <a:pt x="157833" y="4191"/>
                    <a:pt x="173644" y="8763"/>
                  </a:cubicBezTo>
                  <a:cubicBezTo>
                    <a:pt x="177835" y="10192"/>
                    <a:pt x="179931" y="11525"/>
                    <a:pt x="179264" y="16478"/>
                  </a:cubicBezTo>
                  <a:lnTo>
                    <a:pt x="172597" y="53721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63D965F5-DAD1-493B-9CD3-AC9EC6C8AE6B}"/>
                </a:ext>
              </a:extLst>
            </p:cNvPr>
            <p:cNvSpPr/>
            <p:nvPr/>
          </p:nvSpPr>
          <p:spPr>
            <a:xfrm>
              <a:off x="5568016" y="2870724"/>
              <a:ext cx="137408" cy="252522"/>
            </a:xfrm>
            <a:custGeom>
              <a:avLst/>
              <a:gdLst>
                <a:gd name="connsiteX0" fmla="*/ 130125 w 137408"/>
                <a:gd name="connsiteY0" fmla="*/ 44973 h 252522"/>
                <a:gd name="connsiteX1" fmla="*/ 137173 w 137408"/>
                <a:gd name="connsiteY1" fmla="*/ 52021 h 252522"/>
                <a:gd name="connsiteX2" fmla="*/ 130887 w 137408"/>
                <a:gd name="connsiteY2" fmla="*/ 87835 h 252522"/>
                <a:gd name="connsiteX3" fmla="*/ 122790 w 137408"/>
                <a:gd name="connsiteY3" fmla="*/ 94884 h 252522"/>
                <a:gd name="connsiteX4" fmla="*/ 96121 w 137408"/>
                <a:gd name="connsiteY4" fmla="*/ 94884 h 252522"/>
                <a:gd name="connsiteX5" fmla="*/ 79261 w 137408"/>
                <a:gd name="connsiteY5" fmla="*/ 189372 h 252522"/>
                <a:gd name="connsiteX6" fmla="*/ 78213 w 137408"/>
                <a:gd name="connsiteY6" fmla="*/ 196706 h 252522"/>
                <a:gd name="connsiteX7" fmla="*/ 86596 w 137408"/>
                <a:gd name="connsiteY7" fmla="*/ 202707 h 252522"/>
                <a:gd name="connsiteX8" fmla="*/ 102788 w 137408"/>
                <a:gd name="connsiteY8" fmla="*/ 202707 h 252522"/>
                <a:gd name="connsiteX9" fmla="*/ 109074 w 137408"/>
                <a:gd name="connsiteY9" fmla="*/ 209374 h 252522"/>
                <a:gd name="connsiteX10" fmla="*/ 103455 w 137408"/>
                <a:gd name="connsiteY10" fmla="*/ 242331 h 252522"/>
                <a:gd name="connsiteX11" fmla="*/ 94692 w 137408"/>
                <a:gd name="connsiteY11" fmla="*/ 249379 h 252522"/>
                <a:gd name="connsiteX12" fmla="*/ 62783 w 137408"/>
                <a:gd name="connsiteY12" fmla="*/ 252523 h 252522"/>
                <a:gd name="connsiteX13" fmla="*/ 10491 w 137408"/>
                <a:gd name="connsiteY13" fmla="*/ 206898 h 252522"/>
                <a:gd name="connsiteX14" fmla="*/ 12205 w 137408"/>
                <a:gd name="connsiteY14" fmla="*/ 188610 h 252522"/>
                <a:gd name="connsiteX15" fmla="*/ 28684 w 137408"/>
                <a:gd name="connsiteY15" fmla="*/ 94884 h 252522"/>
                <a:gd name="connsiteX16" fmla="*/ 6205 w 137408"/>
                <a:gd name="connsiteY16" fmla="*/ 89645 h 252522"/>
                <a:gd name="connsiteX17" fmla="*/ 204 w 137408"/>
                <a:gd name="connsiteY17" fmla="*/ 81930 h 252522"/>
                <a:gd name="connsiteX18" fmla="*/ 5442 w 137408"/>
                <a:gd name="connsiteY18" fmla="*/ 52402 h 252522"/>
                <a:gd name="connsiteX19" fmla="*/ 14205 w 137408"/>
                <a:gd name="connsiteY19" fmla="*/ 45068 h 252522"/>
                <a:gd name="connsiteX20" fmla="*/ 37351 w 137408"/>
                <a:gd name="connsiteY20" fmla="*/ 45068 h 252522"/>
                <a:gd name="connsiteX21" fmla="*/ 42304 w 137408"/>
                <a:gd name="connsiteY21" fmla="*/ 16588 h 252522"/>
                <a:gd name="connsiteX22" fmla="*/ 51067 w 137408"/>
                <a:gd name="connsiteY22" fmla="*/ 9254 h 252522"/>
                <a:gd name="connsiteX23" fmla="*/ 104788 w 137408"/>
                <a:gd name="connsiteY23" fmla="*/ 110 h 252522"/>
                <a:gd name="connsiteX24" fmla="*/ 111456 w 137408"/>
                <a:gd name="connsiteY24" fmla="*/ 6778 h 252522"/>
                <a:gd name="connsiteX25" fmla="*/ 104788 w 137408"/>
                <a:gd name="connsiteY25" fmla="*/ 45068 h 252522"/>
                <a:gd name="connsiteX26" fmla="*/ 130030 w 137408"/>
                <a:gd name="connsiteY26" fmla="*/ 45068 h 252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7408" h="252522">
                  <a:moveTo>
                    <a:pt x="130125" y="44973"/>
                  </a:moveTo>
                  <a:cubicBezTo>
                    <a:pt x="135744" y="44973"/>
                    <a:pt x="138221" y="46402"/>
                    <a:pt x="137173" y="52021"/>
                  </a:cubicBezTo>
                  <a:lnTo>
                    <a:pt x="130887" y="87835"/>
                  </a:lnTo>
                  <a:cubicBezTo>
                    <a:pt x="130220" y="91741"/>
                    <a:pt x="128791" y="94884"/>
                    <a:pt x="122790" y="94884"/>
                  </a:cubicBezTo>
                  <a:lnTo>
                    <a:pt x="96121" y="94884"/>
                  </a:lnTo>
                  <a:lnTo>
                    <a:pt x="79261" y="189372"/>
                  </a:lnTo>
                  <a:cubicBezTo>
                    <a:pt x="78594" y="192515"/>
                    <a:pt x="78213" y="194992"/>
                    <a:pt x="78213" y="196706"/>
                  </a:cubicBezTo>
                  <a:cubicBezTo>
                    <a:pt x="78213" y="201278"/>
                    <a:pt x="80309" y="202707"/>
                    <a:pt x="86596" y="202707"/>
                  </a:cubicBezTo>
                  <a:lnTo>
                    <a:pt x="102788" y="202707"/>
                  </a:lnTo>
                  <a:cubicBezTo>
                    <a:pt x="106693" y="202707"/>
                    <a:pt x="109836" y="204136"/>
                    <a:pt x="109074" y="209374"/>
                  </a:cubicBezTo>
                  <a:lnTo>
                    <a:pt x="103455" y="242331"/>
                  </a:lnTo>
                  <a:cubicBezTo>
                    <a:pt x="102788" y="246236"/>
                    <a:pt x="100597" y="248332"/>
                    <a:pt x="94692" y="249379"/>
                  </a:cubicBezTo>
                  <a:cubicBezTo>
                    <a:pt x="91930" y="249760"/>
                    <a:pt x="75737" y="252523"/>
                    <a:pt x="62783" y="252523"/>
                  </a:cubicBezTo>
                  <a:cubicBezTo>
                    <a:pt x="32208" y="252523"/>
                    <a:pt x="10491" y="240902"/>
                    <a:pt x="10491" y="206898"/>
                  </a:cubicBezTo>
                  <a:cubicBezTo>
                    <a:pt x="10491" y="201278"/>
                    <a:pt x="11157" y="195277"/>
                    <a:pt x="12205" y="188610"/>
                  </a:cubicBezTo>
                  <a:lnTo>
                    <a:pt x="28684" y="94884"/>
                  </a:lnTo>
                  <a:lnTo>
                    <a:pt x="6205" y="89645"/>
                  </a:lnTo>
                  <a:cubicBezTo>
                    <a:pt x="2299" y="88597"/>
                    <a:pt x="-844" y="87550"/>
                    <a:pt x="204" y="81930"/>
                  </a:cubicBezTo>
                  <a:lnTo>
                    <a:pt x="5442" y="52402"/>
                  </a:lnTo>
                  <a:cubicBezTo>
                    <a:pt x="6109" y="48497"/>
                    <a:pt x="7157" y="45068"/>
                    <a:pt x="14205" y="45068"/>
                  </a:cubicBezTo>
                  <a:lnTo>
                    <a:pt x="37351" y="45068"/>
                  </a:lnTo>
                  <a:lnTo>
                    <a:pt x="42304" y="16588"/>
                  </a:lnTo>
                  <a:cubicBezTo>
                    <a:pt x="42971" y="12683"/>
                    <a:pt x="46876" y="9921"/>
                    <a:pt x="51067" y="9254"/>
                  </a:cubicBezTo>
                  <a:lnTo>
                    <a:pt x="104788" y="110"/>
                  </a:lnTo>
                  <a:cubicBezTo>
                    <a:pt x="109741" y="-557"/>
                    <a:pt x="112122" y="1825"/>
                    <a:pt x="111456" y="6778"/>
                  </a:cubicBezTo>
                  <a:lnTo>
                    <a:pt x="104788" y="45068"/>
                  </a:lnTo>
                  <a:lnTo>
                    <a:pt x="130030" y="45068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E34D0640-7CA9-4779-807F-15B4D88DB36D}"/>
                </a:ext>
              </a:extLst>
            </p:cNvPr>
            <p:cNvSpPr/>
            <p:nvPr/>
          </p:nvSpPr>
          <p:spPr>
            <a:xfrm>
              <a:off x="5697854" y="2912554"/>
              <a:ext cx="190309" cy="210692"/>
            </a:xfrm>
            <a:custGeom>
              <a:avLst/>
              <a:gdLst>
                <a:gd name="connsiteX0" fmla="*/ 188500 w 190309"/>
                <a:gd name="connsiteY0" fmla="*/ 95536 h 210692"/>
                <a:gd name="connsiteX1" fmla="*/ 184976 w 190309"/>
                <a:gd name="connsiteY1" fmla="*/ 116586 h 210692"/>
                <a:gd name="connsiteX2" fmla="*/ 176213 w 190309"/>
                <a:gd name="connsiteY2" fmla="*/ 124301 h 210692"/>
                <a:gd name="connsiteX3" fmla="*/ 67056 w 190309"/>
                <a:gd name="connsiteY3" fmla="*/ 124301 h 210692"/>
                <a:gd name="connsiteX4" fmla="*/ 66008 w 190309"/>
                <a:gd name="connsiteY4" fmla="*/ 135160 h 210692"/>
                <a:gd name="connsiteX5" fmla="*/ 94774 w 190309"/>
                <a:gd name="connsiteY5" fmla="*/ 155162 h 210692"/>
                <a:gd name="connsiteX6" fmla="*/ 162211 w 190309"/>
                <a:gd name="connsiteY6" fmla="*/ 152400 h 210692"/>
                <a:gd name="connsiteX7" fmla="*/ 163640 w 190309"/>
                <a:gd name="connsiteY7" fmla="*/ 152400 h 210692"/>
                <a:gd name="connsiteX8" fmla="*/ 168878 w 190309"/>
                <a:gd name="connsiteY8" fmla="*/ 156972 h 210692"/>
                <a:gd name="connsiteX9" fmla="*/ 168878 w 190309"/>
                <a:gd name="connsiteY9" fmla="*/ 158401 h 210692"/>
                <a:gd name="connsiteX10" fmla="*/ 163259 w 190309"/>
                <a:gd name="connsiteY10" fmla="*/ 190024 h 210692"/>
                <a:gd name="connsiteX11" fmla="*/ 154496 w 190309"/>
                <a:gd name="connsiteY11" fmla="*/ 199835 h 210692"/>
                <a:gd name="connsiteX12" fmla="*/ 77629 w 190309"/>
                <a:gd name="connsiteY12" fmla="*/ 210693 h 210692"/>
                <a:gd name="connsiteX13" fmla="*/ 0 w 190309"/>
                <a:gd name="connsiteY13" fmla="*/ 136589 h 210692"/>
                <a:gd name="connsiteX14" fmla="*/ 1429 w 190309"/>
                <a:gd name="connsiteY14" fmla="*/ 118681 h 210692"/>
                <a:gd name="connsiteX15" fmla="*/ 5334 w 190309"/>
                <a:gd name="connsiteY15" fmla="*/ 95536 h 210692"/>
                <a:gd name="connsiteX16" fmla="*/ 115538 w 190309"/>
                <a:gd name="connsiteY16" fmla="*/ 0 h 210692"/>
                <a:gd name="connsiteX17" fmla="*/ 190310 w 190309"/>
                <a:gd name="connsiteY17" fmla="*/ 75438 h 210692"/>
                <a:gd name="connsiteX18" fmla="*/ 188595 w 190309"/>
                <a:gd name="connsiteY18" fmla="*/ 95440 h 210692"/>
                <a:gd name="connsiteX19" fmla="*/ 105632 w 190309"/>
                <a:gd name="connsiteY19" fmla="*/ 52292 h 210692"/>
                <a:gd name="connsiteX20" fmla="*/ 73343 w 190309"/>
                <a:gd name="connsiteY20" fmla="*/ 87059 h 210692"/>
                <a:gd name="connsiteX21" fmla="*/ 125349 w 190309"/>
                <a:gd name="connsiteY21" fmla="*/ 87059 h 210692"/>
                <a:gd name="connsiteX22" fmla="*/ 127064 w 190309"/>
                <a:gd name="connsiteY22" fmla="*/ 73057 h 210692"/>
                <a:gd name="connsiteX23" fmla="*/ 105632 w 190309"/>
                <a:gd name="connsiteY23" fmla="*/ 52292 h 21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90309" h="210692">
                  <a:moveTo>
                    <a:pt x="188500" y="95536"/>
                  </a:moveTo>
                  <a:lnTo>
                    <a:pt x="184976" y="116586"/>
                  </a:lnTo>
                  <a:cubicBezTo>
                    <a:pt x="184309" y="121158"/>
                    <a:pt x="180404" y="124301"/>
                    <a:pt x="176213" y="124301"/>
                  </a:cubicBezTo>
                  <a:lnTo>
                    <a:pt x="67056" y="124301"/>
                  </a:lnTo>
                  <a:cubicBezTo>
                    <a:pt x="66389" y="128492"/>
                    <a:pt x="66008" y="132017"/>
                    <a:pt x="66008" y="135160"/>
                  </a:cubicBezTo>
                  <a:cubicBezTo>
                    <a:pt x="66008" y="152686"/>
                    <a:pt x="77248" y="155162"/>
                    <a:pt x="94774" y="155162"/>
                  </a:cubicBezTo>
                  <a:cubicBezTo>
                    <a:pt x="113348" y="155162"/>
                    <a:pt x="148876" y="153734"/>
                    <a:pt x="162211" y="152400"/>
                  </a:cubicBezTo>
                  <a:lnTo>
                    <a:pt x="163640" y="152400"/>
                  </a:lnTo>
                  <a:cubicBezTo>
                    <a:pt x="166783" y="152400"/>
                    <a:pt x="168878" y="153829"/>
                    <a:pt x="168878" y="156972"/>
                  </a:cubicBezTo>
                  <a:lnTo>
                    <a:pt x="168878" y="158401"/>
                  </a:lnTo>
                  <a:lnTo>
                    <a:pt x="163259" y="190024"/>
                  </a:lnTo>
                  <a:cubicBezTo>
                    <a:pt x="162211" y="195644"/>
                    <a:pt x="160401" y="198120"/>
                    <a:pt x="154496" y="199835"/>
                  </a:cubicBezTo>
                  <a:cubicBezTo>
                    <a:pt x="130969" y="207169"/>
                    <a:pt x="107061" y="210693"/>
                    <a:pt x="77629" y="210693"/>
                  </a:cubicBezTo>
                  <a:cubicBezTo>
                    <a:pt x="38672" y="210693"/>
                    <a:pt x="0" y="186500"/>
                    <a:pt x="0" y="136589"/>
                  </a:cubicBezTo>
                  <a:cubicBezTo>
                    <a:pt x="0" y="130969"/>
                    <a:pt x="381" y="124968"/>
                    <a:pt x="1429" y="118681"/>
                  </a:cubicBezTo>
                  <a:lnTo>
                    <a:pt x="5334" y="95536"/>
                  </a:lnTo>
                  <a:cubicBezTo>
                    <a:pt x="16955" y="26003"/>
                    <a:pt x="56960" y="0"/>
                    <a:pt x="115538" y="0"/>
                  </a:cubicBezTo>
                  <a:cubicBezTo>
                    <a:pt x="166402" y="0"/>
                    <a:pt x="190310" y="33718"/>
                    <a:pt x="190310" y="75438"/>
                  </a:cubicBezTo>
                  <a:cubicBezTo>
                    <a:pt x="190310" y="82105"/>
                    <a:pt x="189643" y="88773"/>
                    <a:pt x="188595" y="95440"/>
                  </a:cubicBezTo>
                  <a:close/>
                  <a:moveTo>
                    <a:pt x="105632" y="52292"/>
                  </a:moveTo>
                  <a:cubicBezTo>
                    <a:pt x="86011" y="52292"/>
                    <a:pt x="77533" y="67056"/>
                    <a:pt x="73343" y="87059"/>
                  </a:cubicBezTo>
                  <a:lnTo>
                    <a:pt x="125349" y="87059"/>
                  </a:lnTo>
                  <a:cubicBezTo>
                    <a:pt x="126397" y="82105"/>
                    <a:pt x="127064" y="77248"/>
                    <a:pt x="127064" y="73057"/>
                  </a:cubicBezTo>
                  <a:cubicBezTo>
                    <a:pt x="127064" y="60769"/>
                    <a:pt x="121444" y="52292"/>
                    <a:pt x="105632" y="52292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B31D628C-B060-4749-9096-F52E35B5C957}"/>
                </a:ext>
              </a:extLst>
            </p:cNvPr>
            <p:cNvSpPr/>
            <p:nvPr/>
          </p:nvSpPr>
          <p:spPr>
            <a:xfrm>
              <a:off x="5892545" y="2912554"/>
              <a:ext cx="301370" cy="207549"/>
            </a:xfrm>
            <a:custGeom>
              <a:avLst/>
              <a:gdLst>
                <a:gd name="connsiteX0" fmla="*/ 297466 w 301370"/>
                <a:gd name="connsiteY0" fmla="*/ 89154 h 207549"/>
                <a:gd name="connsiteX1" fmla="*/ 278130 w 301370"/>
                <a:gd name="connsiteY1" fmla="*/ 199739 h 207549"/>
                <a:gd name="connsiteX2" fmla="*/ 269367 w 301370"/>
                <a:gd name="connsiteY2" fmla="*/ 207455 h 207549"/>
                <a:gd name="connsiteX3" fmla="*/ 216694 w 301370"/>
                <a:gd name="connsiteY3" fmla="*/ 207455 h 207549"/>
                <a:gd name="connsiteX4" fmla="*/ 210693 w 301370"/>
                <a:gd name="connsiteY4" fmla="*/ 201168 h 207549"/>
                <a:gd name="connsiteX5" fmla="*/ 210693 w 301370"/>
                <a:gd name="connsiteY5" fmla="*/ 199739 h 207549"/>
                <a:gd name="connsiteX6" fmla="*/ 231743 w 301370"/>
                <a:gd name="connsiteY6" fmla="*/ 80010 h 207549"/>
                <a:gd name="connsiteX7" fmla="*/ 232791 w 301370"/>
                <a:gd name="connsiteY7" fmla="*/ 69818 h 207549"/>
                <a:gd name="connsiteX8" fmla="*/ 218027 w 301370"/>
                <a:gd name="connsiteY8" fmla="*/ 57912 h 207549"/>
                <a:gd name="connsiteX9" fmla="*/ 195929 w 301370"/>
                <a:gd name="connsiteY9" fmla="*/ 61817 h 207549"/>
                <a:gd name="connsiteX10" fmla="*/ 193834 w 301370"/>
                <a:gd name="connsiteY10" fmla="*/ 80105 h 207549"/>
                <a:gd name="connsiteX11" fmla="*/ 172784 w 301370"/>
                <a:gd name="connsiteY11" fmla="*/ 199835 h 207549"/>
                <a:gd name="connsiteX12" fmla="*/ 164402 w 301370"/>
                <a:gd name="connsiteY12" fmla="*/ 207550 h 207549"/>
                <a:gd name="connsiteX13" fmla="*/ 111347 w 301370"/>
                <a:gd name="connsiteY13" fmla="*/ 207550 h 207549"/>
                <a:gd name="connsiteX14" fmla="*/ 105346 w 301370"/>
                <a:gd name="connsiteY14" fmla="*/ 201263 h 207549"/>
                <a:gd name="connsiteX15" fmla="*/ 105346 w 301370"/>
                <a:gd name="connsiteY15" fmla="*/ 199835 h 207549"/>
                <a:gd name="connsiteX16" fmla="*/ 126397 w 301370"/>
                <a:gd name="connsiteY16" fmla="*/ 80105 h 207549"/>
                <a:gd name="connsiteX17" fmla="*/ 127825 w 301370"/>
                <a:gd name="connsiteY17" fmla="*/ 69533 h 207549"/>
                <a:gd name="connsiteX18" fmla="*/ 115157 w 301370"/>
                <a:gd name="connsiteY18" fmla="*/ 57912 h 207549"/>
                <a:gd name="connsiteX19" fmla="*/ 91631 w 301370"/>
                <a:gd name="connsiteY19" fmla="*/ 64199 h 207549"/>
                <a:gd name="connsiteX20" fmla="*/ 67723 w 301370"/>
                <a:gd name="connsiteY20" fmla="*/ 199739 h 207549"/>
                <a:gd name="connsiteX21" fmla="*/ 59341 w 301370"/>
                <a:gd name="connsiteY21" fmla="*/ 207455 h 207549"/>
                <a:gd name="connsiteX22" fmla="*/ 6287 w 301370"/>
                <a:gd name="connsiteY22" fmla="*/ 207455 h 207549"/>
                <a:gd name="connsiteX23" fmla="*/ 0 w 301370"/>
                <a:gd name="connsiteY23" fmla="*/ 200787 h 207549"/>
                <a:gd name="connsiteX24" fmla="*/ 0 w 301370"/>
                <a:gd name="connsiteY24" fmla="*/ 199739 h 207549"/>
                <a:gd name="connsiteX25" fmla="*/ 33719 w 301370"/>
                <a:gd name="connsiteY25" fmla="*/ 10192 h 207549"/>
                <a:gd name="connsiteX26" fmla="*/ 41815 w 301370"/>
                <a:gd name="connsiteY26" fmla="*/ 3143 h 207549"/>
                <a:gd name="connsiteX27" fmla="*/ 89249 w 301370"/>
                <a:gd name="connsiteY27" fmla="*/ 3143 h 207549"/>
                <a:gd name="connsiteX28" fmla="*/ 95250 w 301370"/>
                <a:gd name="connsiteY28" fmla="*/ 9144 h 207549"/>
                <a:gd name="connsiteX29" fmla="*/ 95250 w 301370"/>
                <a:gd name="connsiteY29" fmla="*/ 10192 h 207549"/>
                <a:gd name="connsiteX30" fmla="*/ 94202 w 301370"/>
                <a:gd name="connsiteY30" fmla="*/ 19622 h 207549"/>
                <a:gd name="connsiteX31" fmla="*/ 146209 w 301370"/>
                <a:gd name="connsiteY31" fmla="*/ 0 h 207549"/>
                <a:gd name="connsiteX32" fmla="*/ 186214 w 301370"/>
                <a:gd name="connsiteY32" fmla="*/ 18574 h 207549"/>
                <a:gd name="connsiteX33" fmla="*/ 238220 w 301370"/>
                <a:gd name="connsiteY33" fmla="*/ 0 h 207549"/>
                <a:gd name="connsiteX34" fmla="*/ 301371 w 301370"/>
                <a:gd name="connsiteY34" fmla="*/ 57626 h 207549"/>
                <a:gd name="connsiteX35" fmla="*/ 297466 w 301370"/>
                <a:gd name="connsiteY35" fmla="*/ 89249 h 20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301370" h="207549">
                  <a:moveTo>
                    <a:pt x="297466" y="89154"/>
                  </a:moveTo>
                  <a:lnTo>
                    <a:pt x="278130" y="199739"/>
                  </a:lnTo>
                  <a:cubicBezTo>
                    <a:pt x="277463" y="203645"/>
                    <a:pt x="273558" y="207455"/>
                    <a:pt x="269367" y="207455"/>
                  </a:cubicBezTo>
                  <a:lnTo>
                    <a:pt x="216694" y="207455"/>
                  </a:lnTo>
                  <a:cubicBezTo>
                    <a:pt x="212789" y="207455"/>
                    <a:pt x="210693" y="204311"/>
                    <a:pt x="210693" y="201168"/>
                  </a:cubicBezTo>
                  <a:lnTo>
                    <a:pt x="210693" y="199739"/>
                  </a:lnTo>
                  <a:lnTo>
                    <a:pt x="231743" y="80010"/>
                  </a:lnTo>
                  <a:cubicBezTo>
                    <a:pt x="232410" y="76105"/>
                    <a:pt x="232791" y="72961"/>
                    <a:pt x="232791" y="69818"/>
                  </a:cubicBezTo>
                  <a:cubicBezTo>
                    <a:pt x="232791" y="62484"/>
                    <a:pt x="229934" y="57912"/>
                    <a:pt x="218027" y="57912"/>
                  </a:cubicBezTo>
                  <a:cubicBezTo>
                    <a:pt x="212789" y="57912"/>
                    <a:pt x="204311" y="58960"/>
                    <a:pt x="195929" y="61817"/>
                  </a:cubicBezTo>
                  <a:cubicBezTo>
                    <a:pt x="195548" y="68104"/>
                    <a:pt x="194881" y="73438"/>
                    <a:pt x="193834" y="80105"/>
                  </a:cubicBezTo>
                  <a:lnTo>
                    <a:pt x="172784" y="199835"/>
                  </a:lnTo>
                  <a:cubicBezTo>
                    <a:pt x="172117" y="203740"/>
                    <a:pt x="168592" y="207550"/>
                    <a:pt x="164402" y="207550"/>
                  </a:cubicBezTo>
                  <a:lnTo>
                    <a:pt x="111347" y="207550"/>
                  </a:lnTo>
                  <a:cubicBezTo>
                    <a:pt x="107442" y="207550"/>
                    <a:pt x="105346" y="204407"/>
                    <a:pt x="105346" y="201263"/>
                  </a:cubicBezTo>
                  <a:lnTo>
                    <a:pt x="105346" y="199835"/>
                  </a:lnTo>
                  <a:lnTo>
                    <a:pt x="126397" y="80105"/>
                  </a:lnTo>
                  <a:cubicBezTo>
                    <a:pt x="127064" y="76581"/>
                    <a:pt x="127825" y="72771"/>
                    <a:pt x="127825" y="69533"/>
                  </a:cubicBezTo>
                  <a:cubicBezTo>
                    <a:pt x="127825" y="62865"/>
                    <a:pt x="125349" y="57912"/>
                    <a:pt x="115157" y="57912"/>
                  </a:cubicBezTo>
                  <a:cubicBezTo>
                    <a:pt x="108490" y="57912"/>
                    <a:pt x="99346" y="60674"/>
                    <a:pt x="91631" y="64199"/>
                  </a:cubicBezTo>
                  <a:lnTo>
                    <a:pt x="67723" y="199739"/>
                  </a:lnTo>
                  <a:cubicBezTo>
                    <a:pt x="67056" y="203645"/>
                    <a:pt x="63532" y="207455"/>
                    <a:pt x="59341" y="207455"/>
                  </a:cubicBezTo>
                  <a:lnTo>
                    <a:pt x="6287" y="207455"/>
                  </a:lnTo>
                  <a:cubicBezTo>
                    <a:pt x="2381" y="207455"/>
                    <a:pt x="0" y="204311"/>
                    <a:pt x="0" y="200787"/>
                  </a:cubicBezTo>
                  <a:lnTo>
                    <a:pt x="0" y="199739"/>
                  </a:lnTo>
                  <a:lnTo>
                    <a:pt x="33719" y="10192"/>
                  </a:lnTo>
                  <a:cubicBezTo>
                    <a:pt x="34385" y="6286"/>
                    <a:pt x="37910" y="3143"/>
                    <a:pt x="41815" y="3143"/>
                  </a:cubicBezTo>
                  <a:lnTo>
                    <a:pt x="89249" y="3143"/>
                  </a:lnTo>
                  <a:cubicBezTo>
                    <a:pt x="93154" y="3143"/>
                    <a:pt x="95250" y="5620"/>
                    <a:pt x="95250" y="9144"/>
                  </a:cubicBezTo>
                  <a:lnTo>
                    <a:pt x="95250" y="10192"/>
                  </a:lnTo>
                  <a:lnTo>
                    <a:pt x="94202" y="19622"/>
                  </a:lnTo>
                  <a:cubicBezTo>
                    <a:pt x="110014" y="3143"/>
                    <a:pt x="127540" y="0"/>
                    <a:pt x="146209" y="0"/>
                  </a:cubicBezTo>
                  <a:cubicBezTo>
                    <a:pt x="163068" y="0"/>
                    <a:pt x="177832" y="7715"/>
                    <a:pt x="186214" y="18574"/>
                  </a:cubicBezTo>
                  <a:cubicBezTo>
                    <a:pt x="206597" y="4191"/>
                    <a:pt x="219170" y="0"/>
                    <a:pt x="238220" y="0"/>
                  </a:cubicBezTo>
                  <a:cubicBezTo>
                    <a:pt x="279273" y="0"/>
                    <a:pt x="301371" y="27051"/>
                    <a:pt x="301371" y="57626"/>
                  </a:cubicBezTo>
                  <a:cubicBezTo>
                    <a:pt x="301371" y="68199"/>
                    <a:pt x="299275" y="79058"/>
                    <a:pt x="297466" y="8924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4178E72A-3768-4E65-AB99-E4ABD1073909}"/>
                </a:ext>
              </a:extLst>
            </p:cNvPr>
            <p:cNvSpPr/>
            <p:nvPr/>
          </p:nvSpPr>
          <p:spPr>
            <a:xfrm>
              <a:off x="6206204" y="2912554"/>
              <a:ext cx="203263" cy="210692"/>
            </a:xfrm>
            <a:custGeom>
              <a:avLst/>
              <a:gdLst>
                <a:gd name="connsiteX0" fmla="*/ 202882 w 203263"/>
                <a:gd name="connsiteY0" fmla="*/ 20003 h 210692"/>
                <a:gd name="connsiteX1" fmla="*/ 171259 w 203263"/>
                <a:gd name="connsiteY1" fmla="*/ 200501 h 210692"/>
                <a:gd name="connsiteX2" fmla="*/ 163925 w 203263"/>
                <a:gd name="connsiteY2" fmla="*/ 207550 h 210692"/>
                <a:gd name="connsiteX3" fmla="*/ 120015 w 203263"/>
                <a:gd name="connsiteY3" fmla="*/ 207550 h 210692"/>
                <a:gd name="connsiteX4" fmla="*/ 113728 w 203263"/>
                <a:gd name="connsiteY4" fmla="*/ 201549 h 210692"/>
                <a:gd name="connsiteX5" fmla="*/ 113728 w 203263"/>
                <a:gd name="connsiteY5" fmla="*/ 200501 h 210692"/>
                <a:gd name="connsiteX6" fmla="*/ 115157 w 203263"/>
                <a:gd name="connsiteY6" fmla="*/ 189643 h 210692"/>
                <a:gd name="connsiteX7" fmla="*/ 61055 w 203263"/>
                <a:gd name="connsiteY7" fmla="*/ 210693 h 210692"/>
                <a:gd name="connsiteX8" fmla="*/ 0 w 203263"/>
                <a:gd name="connsiteY8" fmla="*/ 142208 h 210692"/>
                <a:gd name="connsiteX9" fmla="*/ 2095 w 203263"/>
                <a:gd name="connsiteY9" fmla="*/ 121825 h 210692"/>
                <a:gd name="connsiteX10" fmla="*/ 8096 w 203263"/>
                <a:gd name="connsiteY10" fmla="*/ 86392 h 210692"/>
                <a:gd name="connsiteX11" fmla="*/ 115538 w 203263"/>
                <a:gd name="connsiteY11" fmla="*/ 0 h 210692"/>
                <a:gd name="connsiteX12" fmla="*/ 192405 w 203263"/>
                <a:gd name="connsiteY12" fmla="*/ 8763 h 210692"/>
                <a:gd name="connsiteX13" fmla="*/ 203263 w 203263"/>
                <a:gd name="connsiteY13" fmla="*/ 17145 h 210692"/>
                <a:gd name="connsiteX14" fmla="*/ 202882 w 203263"/>
                <a:gd name="connsiteY14" fmla="*/ 19907 h 210692"/>
                <a:gd name="connsiteX15" fmla="*/ 107728 w 203263"/>
                <a:gd name="connsiteY15" fmla="*/ 55817 h 210692"/>
                <a:gd name="connsiteX16" fmla="*/ 74390 w 203263"/>
                <a:gd name="connsiteY16" fmla="*/ 91630 h 210692"/>
                <a:gd name="connsiteX17" fmla="*/ 67723 w 203263"/>
                <a:gd name="connsiteY17" fmla="*/ 129159 h 210692"/>
                <a:gd name="connsiteX18" fmla="*/ 67056 w 203263"/>
                <a:gd name="connsiteY18" fmla="*/ 137922 h 210692"/>
                <a:gd name="connsiteX19" fmla="*/ 83248 w 203263"/>
                <a:gd name="connsiteY19" fmla="*/ 154019 h 210692"/>
                <a:gd name="connsiteX20" fmla="*/ 113443 w 203263"/>
                <a:gd name="connsiteY20" fmla="*/ 144589 h 210692"/>
                <a:gd name="connsiteX21" fmla="*/ 128873 w 203263"/>
                <a:gd name="connsiteY21" fmla="*/ 57150 h 210692"/>
                <a:gd name="connsiteX22" fmla="*/ 107823 w 203263"/>
                <a:gd name="connsiteY22" fmla="*/ 55721 h 21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3263" h="210692">
                  <a:moveTo>
                    <a:pt x="202882" y="20003"/>
                  </a:moveTo>
                  <a:lnTo>
                    <a:pt x="171259" y="200501"/>
                  </a:lnTo>
                  <a:cubicBezTo>
                    <a:pt x="170593" y="204407"/>
                    <a:pt x="167735" y="207550"/>
                    <a:pt x="163925" y="207550"/>
                  </a:cubicBezTo>
                  <a:lnTo>
                    <a:pt x="120015" y="207550"/>
                  </a:lnTo>
                  <a:cubicBezTo>
                    <a:pt x="116110" y="207550"/>
                    <a:pt x="113728" y="205073"/>
                    <a:pt x="113728" y="201549"/>
                  </a:cubicBezTo>
                  <a:lnTo>
                    <a:pt x="113728" y="200501"/>
                  </a:lnTo>
                  <a:lnTo>
                    <a:pt x="115157" y="189643"/>
                  </a:lnTo>
                  <a:cubicBezTo>
                    <a:pt x="96583" y="204026"/>
                    <a:pt x="80772" y="210693"/>
                    <a:pt x="61055" y="210693"/>
                  </a:cubicBezTo>
                  <a:cubicBezTo>
                    <a:pt x="26956" y="210693"/>
                    <a:pt x="0" y="186119"/>
                    <a:pt x="0" y="142208"/>
                  </a:cubicBezTo>
                  <a:cubicBezTo>
                    <a:pt x="0" y="135922"/>
                    <a:pt x="1048" y="127826"/>
                    <a:pt x="2095" y="121825"/>
                  </a:cubicBezTo>
                  <a:lnTo>
                    <a:pt x="8096" y="86392"/>
                  </a:lnTo>
                  <a:cubicBezTo>
                    <a:pt x="19336" y="19336"/>
                    <a:pt x="61817" y="0"/>
                    <a:pt x="115538" y="0"/>
                  </a:cubicBezTo>
                  <a:cubicBezTo>
                    <a:pt x="140494" y="0"/>
                    <a:pt x="167545" y="3905"/>
                    <a:pt x="192405" y="8763"/>
                  </a:cubicBezTo>
                  <a:cubicBezTo>
                    <a:pt x="199072" y="10192"/>
                    <a:pt x="203263" y="11239"/>
                    <a:pt x="203263" y="17145"/>
                  </a:cubicBezTo>
                  <a:cubicBezTo>
                    <a:pt x="203263" y="17812"/>
                    <a:pt x="203263" y="18860"/>
                    <a:pt x="202882" y="19907"/>
                  </a:cubicBezTo>
                  <a:close/>
                  <a:moveTo>
                    <a:pt x="107728" y="55817"/>
                  </a:moveTo>
                  <a:cubicBezTo>
                    <a:pt x="88106" y="55817"/>
                    <a:pt x="79248" y="63532"/>
                    <a:pt x="74390" y="91630"/>
                  </a:cubicBezTo>
                  <a:lnTo>
                    <a:pt x="67723" y="129159"/>
                  </a:lnTo>
                  <a:cubicBezTo>
                    <a:pt x="67056" y="132302"/>
                    <a:pt x="67056" y="135446"/>
                    <a:pt x="67056" y="137922"/>
                  </a:cubicBezTo>
                  <a:cubicBezTo>
                    <a:pt x="67056" y="150590"/>
                    <a:pt x="73342" y="154019"/>
                    <a:pt x="83248" y="154019"/>
                  </a:cubicBezTo>
                  <a:cubicBezTo>
                    <a:pt x="93821" y="154019"/>
                    <a:pt x="106394" y="148781"/>
                    <a:pt x="113443" y="144589"/>
                  </a:cubicBezTo>
                  <a:lnTo>
                    <a:pt x="128873" y="57150"/>
                  </a:lnTo>
                  <a:cubicBezTo>
                    <a:pt x="122872" y="56483"/>
                    <a:pt x="114871" y="55721"/>
                    <a:pt x="107823" y="5572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59" name="Gráfico 4">
              <a:extLst>
                <a:ext uri="{FF2B5EF4-FFF2-40B4-BE49-F238E27FC236}">
                  <a16:creationId xmlns:a16="http://schemas.microsoft.com/office/drawing/2014/main" id="{8CC9FC9F-3A93-4130-AF21-2B4DEE5AAA71}"/>
                </a:ext>
              </a:extLst>
            </p:cNvPr>
            <p:cNvGrpSpPr/>
            <p:nvPr/>
          </p:nvGrpSpPr>
          <p:grpSpPr>
            <a:xfrm>
              <a:off x="4915090" y="3864768"/>
              <a:ext cx="401822" cy="149352"/>
              <a:chOff x="4915090" y="3864768"/>
              <a:chExt cx="401822" cy="149352"/>
            </a:xfrm>
            <a:solidFill>
              <a:srgbClr val="FFFFFF"/>
            </a:solidFill>
          </p:grpSpPr>
          <p:sp>
            <p:nvSpPr>
              <p:cNvPr id="80" name="Forma Livre: Forma 79">
                <a:extLst>
                  <a:ext uri="{FF2B5EF4-FFF2-40B4-BE49-F238E27FC236}">
                    <a16:creationId xmlns:a16="http://schemas.microsoft.com/office/drawing/2014/main" id="{B85A541E-2989-4C54-85AB-43DD6B5B374C}"/>
                  </a:ext>
                </a:extLst>
              </p:cNvPr>
              <p:cNvSpPr/>
              <p:nvPr/>
            </p:nvSpPr>
            <p:spPr>
              <a:xfrm>
                <a:off x="4915090" y="3864768"/>
                <a:ext cx="118014" cy="149352"/>
              </a:xfrm>
              <a:custGeom>
                <a:avLst/>
                <a:gdLst>
                  <a:gd name="connsiteX0" fmla="*/ 117824 w 118014"/>
                  <a:gd name="connsiteY0" fmla="*/ 8668 h 149352"/>
                  <a:gd name="connsiteX1" fmla="*/ 113538 w 118014"/>
                  <a:gd name="connsiteY1" fmla="*/ 33147 h 149352"/>
                  <a:gd name="connsiteX2" fmla="*/ 109442 w 118014"/>
                  <a:gd name="connsiteY2" fmla="*/ 36862 h 149352"/>
                  <a:gd name="connsiteX3" fmla="*/ 109061 w 118014"/>
                  <a:gd name="connsiteY3" fmla="*/ 36862 h 149352"/>
                  <a:gd name="connsiteX4" fmla="*/ 64961 w 118014"/>
                  <a:gd name="connsiteY4" fmla="*/ 34290 h 149352"/>
                  <a:gd name="connsiteX5" fmla="*/ 53816 w 118014"/>
                  <a:gd name="connsiteY5" fmla="*/ 42481 h 149352"/>
                  <a:gd name="connsiteX6" fmla="*/ 62484 w 118014"/>
                  <a:gd name="connsiteY6" fmla="*/ 50959 h 149352"/>
                  <a:gd name="connsiteX7" fmla="*/ 86392 w 118014"/>
                  <a:gd name="connsiteY7" fmla="*/ 65056 h 149352"/>
                  <a:gd name="connsiteX8" fmla="*/ 106013 w 118014"/>
                  <a:gd name="connsiteY8" fmla="*/ 97822 h 149352"/>
                  <a:gd name="connsiteX9" fmla="*/ 41910 w 118014"/>
                  <a:gd name="connsiteY9" fmla="*/ 149352 h 149352"/>
                  <a:gd name="connsiteX10" fmla="*/ 3334 w 118014"/>
                  <a:gd name="connsiteY10" fmla="*/ 144304 h 149352"/>
                  <a:gd name="connsiteX11" fmla="*/ 0 w 118014"/>
                  <a:gd name="connsiteY11" fmla="*/ 140970 h 149352"/>
                  <a:gd name="connsiteX12" fmla="*/ 0 w 118014"/>
                  <a:gd name="connsiteY12" fmla="*/ 140398 h 149352"/>
                  <a:gd name="connsiteX13" fmla="*/ 4096 w 118014"/>
                  <a:gd name="connsiteY13" fmla="*/ 116300 h 149352"/>
                  <a:gd name="connsiteX14" fmla="*/ 8573 w 118014"/>
                  <a:gd name="connsiteY14" fmla="*/ 112395 h 149352"/>
                  <a:gd name="connsiteX15" fmla="*/ 8954 w 118014"/>
                  <a:gd name="connsiteY15" fmla="*/ 112395 h 149352"/>
                  <a:gd name="connsiteX16" fmla="*/ 48197 w 118014"/>
                  <a:gd name="connsiteY16" fmla="*/ 115348 h 149352"/>
                  <a:gd name="connsiteX17" fmla="*/ 62484 w 118014"/>
                  <a:gd name="connsiteY17" fmla="*/ 103823 h 149352"/>
                  <a:gd name="connsiteX18" fmla="*/ 54864 w 118014"/>
                  <a:gd name="connsiteY18" fmla="*/ 94964 h 149352"/>
                  <a:gd name="connsiteX19" fmla="*/ 29527 w 118014"/>
                  <a:gd name="connsiteY19" fmla="*/ 78296 h 149352"/>
                  <a:gd name="connsiteX20" fmla="*/ 12668 w 118014"/>
                  <a:gd name="connsiteY20" fmla="*/ 45910 h 149352"/>
                  <a:gd name="connsiteX21" fmla="*/ 71533 w 118014"/>
                  <a:gd name="connsiteY21" fmla="*/ 0 h 149352"/>
                  <a:gd name="connsiteX22" fmla="*/ 115062 w 118014"/>
                  <a:gd name="connsiteY22" fmla="*/ 4858 h 149352"/>
                  <a:gd name="connsiteX23" fmla="*/ 118015 w 118014"/>
                  <a:gd name="connsiteY23" fmla="*/ 8001 h 149352"/>
                  <a:gd name="connsiteX24" fmla="*/ 118015 w 118014"/>
                  <a:gd name="connsiteY24" fmla="*/ 8573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18014" h="149352">
                    <a:moveTo>
                      <a:pt x="117824" y="8668"/>
                    </a:moveTo>
                    <a:lnTo>
                      <a:pt x="113538" y="33147"/>
                    </a:lnTo>
                    <a:cubicBezTo>
                      <a:pt x="113157" y="35338"/>
                      <a:pt x="111538" y="36862"/>
                      <a:pt x="109442" y="36862"/>
                    </a:cubicBezTo>
                    <a:lnTo>
                      <a:pt x="109061" y="36862"/>
                    </a:lnTo>
                    <a:cubicBezTo>
                      <a:pt x="101251" y="36290"/>
                      <a:pt x="79058" y="34290"/>
                      <a:pt x="64961" y="34290"/>
                    </a:cubicBezTo>
                    <a:cubicBezTo>
                      <a:pt x="59436" y="34290"/>
                      <a:pt x="53816" y="36100"/>
                      <a:pt x="53816" y="42481"/>
                    </a:cubicBezTo>
                    <a:cubicBezTo>
                      <a:pt x="53816" y="45244"/>
                      <a:pt x="55817" y="46958"/>
                      <a:pt x="62484" y="50959"/>
                    </a:cubicBezTo>
                    <a:lnTo>
                      <a:pt x="86392" y="65056"/>
                    </a:lnTo>
                    <a:cubicBezTo>
                      <a:pt x="100489" y="73247"/>
                      <a:pt x="106013" y="84106"/>
                      <a:pt x="106013" y="97822"/>
                    </a:cubicBezTo>
                    <a:cubicBezTo>
                      <a:pt x="106013" y="134493"/>
                      <a:pt x="75248" y="149352"/>
                      <a:pt x="41910" y="149352"/>
                    </a:cubicBezTo>
                    <a:cubicBezTo>
                      <a:pt x="25813" y="149352"/>
                      <a:pt x="13240" y="147161"/>
                      <a:pt x="3334" y="144304"/>
                    </a:cubicBezTo>
                    <a:cubicBezTo>
                      <a:pt x="1524" y="143732"/>
                      <a:pt x="0" y="142685"/>
                      <a:pt x="0" y="140970"/>
                    </a:cubicBezTo>
                    <a:lnTo>
                      <a:pt x="0" y="140398"/>
                    </a:lnTo>
                    <a:lnTo>
                      <a:pt x="4096" y="116300"/>
                    </a:lnTo>
                    <a:cubicBezTo>
                      <a:pt x="4477" y="114110"/>
                      <a:pt x="6287" y="112395"/>
                      <a:pt x="8573" y="112395"/>
                    </a:cubicBezTo>
                    <a:lnTo>
                      <a:pt x="8954" y="112395"/>
                    </a:lnTo>
                    <a:cubicBezTo>
                      <a:pt x="16955" y="113157"/>
                      <a:pt x="37814" y="115348"/>
                      <a:pt x="48197" y="115348"/>
                    </a:cubicBezTo>
                    <a:cubicBezTo>
                      <a:pt x="56007" y="115348"/>
                      <a:pt x="62484" y="112586"/>
                      <a:pt x="62484" y="103823"/>
                    </a:cubicBezTo>
                    <a:cubicBezTo>
                      <a:pt x="62484" y="100870"/>
                      <a:pt x="60484" y="98679"/>
                      <a:pt x="54864" y="94964"/>
                    </a:cubicBezTo>
                    <a:lnTo>
                      <a:pt x="29527" y="78296"/>
                    </a:lnTo>
                    <a:cubicBezTo>
                      <a:pt x="18193" y="70866"/>
                      <a:pt x="12668" y="58102"/>
                      <a:pt x="12668" y="45910"/>
                    </a:cubicBezTo>
                    <a:cubicBezTo>
                      <a:pt x="12668" y="10573"/>
                      <a:pt x="40291" y="0"/>
                      <a:pt x="71533" y="0"/>
                    </a:cubicBezTo>
                    <a:cubicBezTo>
                      <a:pt x="87059" y="0"/>
                      <a:pt x="107442" y="2572"/>
                      <a:pt x="115062" y="4858"/>
                    </a:cubicBezTo>
                    <a:cubicBezTo>
                      <a:pt x="116586" y="5429"/>
                      <a:pt x="118015" y="6191"/>
                      <a:pt x="118015" y="8001"/>
                    </a:cubicBezTo>
                    <a:lnTo>
                      <a:pt x="118015" y="857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1" name="Forma Livre: Forma 80">
                <a:extLst>
                  <a:ext uri="{FF2B5EF4-FFF2-40B4-BE49-F238E27FC236}">
                    <a16:creationId xmlns:a16="http://schemas.microsoft.com/office/drawing/2014/main" id="{5CFE1D5C-4D4E-48FE-B7C0-A05AA61FA38C}"/>
                  </a:ext>
                </a:extLst>
              </p:cNvPr>
              <p:cNvSpPr/>
              <p:nvPr/>
            </p:nvSpPr>
            <p:spPr>
              <a:xfrm>
                <a:off x="5033486" y="3864768"/>
                <a:ext cx="111061" cy="149352"/>
              </a:xfrm>
              <a:custGeom>
                <a:avLst/>
                <a:gdLst>
                  <a:gd name="connsiteX0" fmla="*/ 110966 w 111061"/>
                  <a:gd name="connsiteY0" fmla="*/ 6287 h 149352"/>
                  <a:gd name="connsiteX1" fmla="*/ 106871 w 111061"/>
                  <a:gd name="connsiteY1" fmla="*/ 30194 h 149352"/>
                  <a:gd name="connsiteX2" fmla="*/ 102203 w 111061"/>
                  <a:gd name="connsiteY2" fmla="*/ 34100 h 149352"/>
                  <a:gd name="connsiteX3" fmla="*/ 62579 w 111061"/>
                  <a:gd name="connsiteY3" fmla="*/ 34100 h 149352"/>
                  <a:gd name="connsiteX4" fmla="*/ 51435 w 111061"/>
                  <a:gd name="connsiteY4" fmla="*/ 43910 h 149352"/>
                  <a:gd name="connsiteX5" fmla="*/ 48863 w 111061"/>
                  <a:gd name="connsiteY5" fmla="*/ 58198 h 149352"/>
                  <a:gd name="connsiteX6" fmla="*/ 97060 w 111061"/>
                  <a:gd name="connsiteY6" fmla="*/ 58198 h 149352"/>
                  <a:gd name="connsiteX7" fmla="*/ 100394 w 111061"/>
                  <a:gd name="connsiteY7" fmla="*/ 61531 h 149352"/>
                  <a:gd name="connsiteX8" fmla="*/ 100394 w 111061"/>
                  <a:gd name="connsiteY8" fmla="*/ 62103 h 149352"/>
                  <a:gd name="connsiteX9" fmla="*/ 96298 w 111061"/>
                  <a:gd name="connsiteY9" fmla="*/ 85249 h 149352"/>
                  <a:gd name="connsiteX10" fmla="*/ 91821 w 111061"/>
                  <a:gd name="connsiteY10" fmla="*/ 89154 h 149352"/>
                  <a:gd name="connsiteX11" fmla="*/ 43625 w 111061"/>
                  <a:gd name="connsiteY11" fmla="*/ 89154 h 149352"/>
                  <a:gd name="connsiteX12" fmla="*/ 40672 w 111061"/>
                  <a:gd name="connsiteY12" fmla="*/ 105442 h 149352"/>
                  <a:gd name="connsiteX13" fmla="*/ 40291 w 111061"/>
                  <a:gd name="connsiteY13" fmla="*/ 109347 h 149352"/>
                  <a:gd name="connsiteX14" fmla="*/ 48292 w 111061"/>
                  <a:gd name="connsiteY14" fmla="*/ 115252 h 149352"/>
                  <a:gd name="connsiteX15" fmla="*/ 87916 w 111061"/>
                  <a:gd name="connsiteY15" fmla="*/ 115252 h 149352"/>
                  <a:gd name="connsiteX16" fmla="*/ 91250 w 111061"/>
                  <a:gd name="connsiteY16" fmla="*/ 118586 h 149352"/>
                  <a:gd name="connsiteX17" fmla="*/ 91250 w 111061"/>
                  <a:gd name="connsiteY17" fmla="*/ 119158 h 149352"/>
                  <a:gd name="connsiteX18" fmla="*/ 86963 w 111061"/>
                  <a:gd name="connsiteY18" fmla="*/ 143065 h 149352"/>
                  <a:gd name="connsiteX19" fmla="*/ 82487 w 111061"/>
                  <a:gd name="connsiteY19" fmla="*/ 146971 h 149352"/>
                  <a:gd name="connsiteX20" fmla="*/ 43910 w 111061"/>
                  <a:gd name="connsiteY20" fmla="*/ 149352 h 149352"/>
                  <a:gd name="connsiteX21" fmla="*/ 0 w 111061"/>
                  <a:gd name="connsiteY21" fmla="*/ 115443 h 149352"/>
                  <a:gd name="connsiteX22" fmla="*/ 953 w 111061"/>
                  <a:gd name="connsiteY22" fmla="*/ 105442 h 149352"/>
                  <a:gd name="connsiteX23" fmla="*/ 11716 w 111061"/>
                  <a:gd name="connsiteY23" fmla="*/ 43910 h 149352"/>
                  <a:gd name="connsiteX24" fmla="*/ 69723 w 111061"/>
                  <a:gd name="connsiteY24" fmla="*/ 0 h 149352"/>
                  <a:gd name="connsiteX25" fmla="*/ 107918 w 111061"/>
                  <a:gd name="connsiteY25" fmla="*/ 2381 h 149352"/>
                  <a:gd name="connsiteX26" fmla="*/ 111062 w 111061"/>
                  <a:gd name="connsiteY26" fmla="*/ 5525 h 149352"/>
                  <a:gd name="connsiteX27" fmla="*/ 111062 w 111061"/>
                  <a:gd name="connsiteY27" fmla="*/ 6287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1061" h="149352">
                    <a:moveTo>
                      <a:pt x="110966" y="6287"/>
                    </a:moveTo>
                    <a:lnTo>
                      <a:pt x="106871" y="30194"/>
                    </a:lnTo>
                    <a:cubicBezTo>
                      <a:pt x="106489" y="32385"/>
                      <a:pt x="104299" y="34100"/>
                      <a:pt x="102203" y="34100"/>
                    </a:cubicBezTo>
                    <a:lnTo>
                      <a:pt x="62579" y="34100"/>
                    </a:lnTo>
                    <a:cubicBezTo>
                      <a:pt x="55531" y="34100"/>
                      <a:pt x="52769" y="36481"/>
                      <a:pt x="51435" y="43910"/>
                    </a:cubicBezTo>
                    <a:lnTo>
                      <a:pt x="48863" y="58198"/>
                    </a:lnTo>
                    <a:lnTo>
                      <a:pt x="97060" y="58198"/>
                    </a:lnTo>
                    <a:cubicBezTo>
                      <a:pt x="99060" y="58198"/>
                      <a:pt x="100394" y="59531"/>
                      <a:pt x="100394" y="61531"/>
                    </a:cubicBezTo>
                    <a:lnTo>
                      <a:pt x="100394" y="62103"/>
                    </a:lnTo>
                    <a:lnTo>
                      <a:pt x="96298" y="85249"/>
                    </a:lnTo>
                    <a:cubicBezTo>
                      <a:pt x="95917" y="87440"/>
                      <a:pt x="93917" y="89154"/>
                      <a:pt x="91821" y="89154"/>
                    </a:cubicBezTo>
                    <a:lnTo>
                      <a:pt x="43625" y="89154"/>
                    </a:lnTo>
                    <a:lnTo>
                      <a:pt x="40672" y="105442"/>
                    </a:lnTo>
                    <a:cubicBezTo>
                      <a:pt x="40481" y="106966"/>
                      <a:pt x="40291" y="108204"/>
                      <a:pt x="40291" y="109347"/>
                    </a:cubicBezTo>
                    <a:cubicBezTo>
                      <a:pt x="40291" y="113824"/>
                      <a:pt x="42672" y="115252"/>
                      <a:pt x="48292" y="115252"/>
                    </a:cubicBezTo>
                    <a:lnTo>
                      <a:pt x="87916" y="115252"/>
                    </a:lnTo>
                    <a:cubicBezTo>
                      <a:pt x="89916" y="115252"/>
                      <a:pt x="91250" y="116586"/>
                      <a:pt x="91250" y="118586"/>
                    </a:cubicBezTo>
                    <a:lnTo>
                      <a:pt x="91250" y="119158"/>
                    </a:lnTo>
                    <a:lnTo>
                      <a:pt x="86963" y="143065"/>
                    </a:lnTo>
                    <a:cubicBezTo>
                      <a:pt x="86582" y="145447"/>
                      <a:pt x="84963" y="146590"/>
                      <a:pt x="82487" y="146971"/>
                    </a:cubicBezTo>
                    <a:cubicBezTo>
                      <a:pt x="74867" y="147923"/>
                      <a:pt x="62865" y="149352"/>
                      <a:pt x="43910" y="149352"/>
                    </a:cubicBezTo>
                    <a:cubicBezTo>
                      <a:pt x="20955" y="149352"/>
                      <a:pt x="0" y="141161"/>
                      <a:pt x="0" y="115443"/>
                    </a:cubicBezTo>
                    <a:cubicBezTo>
                      <a:pt x="0" y="112300"/>
                      <a:pt x="381" y="108966"/>
                      <a:pt x="953" y="105442"/>
                    </a:cubicBezTo>
                    <a:lnTo>
                      <a:pt x="11716" y="43910"/>
                    </a:lnTo>
                    <a:cubicBezTo>
                      <a:pt x="18574" y="4286"/>
                      <a:pt x="42101" y="0"/>
                      <a:pt x="69723" y="0"/>
                    </a:cubicBezTo>
                    <a:cubicBezTo>
                      <a:pt x="88773" y="0"/>
                      <a:pt x="100679" y="1333"/>
                      <a:pt x="107918" y="2381"/>
                    </a:cubicBezTo>
                    <a:cubicBezTo>
                      <a:pt x="110109" y="2572"/>
                      <a:pt x="111062" y="3524"/>
                      <a:pt x="111062" y="5525"/>
                    </a:cubicBezTo>
                    <a:lnTo>
                      <a:pt x="111062" y="62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2" name="Forma Livre: Forma 81">
                <a:extLst>
                  <a:ext uri="{FF2B5EF4-FFF2-40B4-BE49-F238E27FC236}">
                    <a16:creationId xmlns:a16="http://schemas.microsoft.com/office/drawing/2014/main" id="{1A026337-6B3E-4A29-8900-BF4A05491BC8}"/>
                  </a:ext>
                </a:extLst>
              </p:cNvPr>
              <p:cNvSpPr/>
              <p:nvPr/>
            </p:nvSpPr>
            <p:spPr>
              <a:xfrm>
                <a:off x="5138832" y="3864768"/>
                <a:ext cx="118014" cy="149352"/>
              </a:xfrm>
              <a:custGeom>
                <a:avLst/>
                <a:gdLst>
                  <a:gd name="connsiteX0" fmla="*/ 117824 w 118014"/>
                  <a:gd name="connsiteY0" fmla="*/ 8668 h 149352"/>
                  <a:gd name="connsiteX1" fmla="*/ 113538 w 118014"/>
                  <a:gd name="connsiteY1" fmla="*/ 33147 h 149352"/>
                  <a:gd name="connsiteX2" fmla="*/ 109442 w 118014"/>
                  <a:gd name="connsiteY2" fmla="*/ 36862 h 149352"/>
                  <a:gd name="connsiteX3" fmla="*/ 109061 w 118014"/>
                  <a:gd name="connsiteY3" fmla="*/ 36862 h 149352"/>
                  <a:gd name="connsiteX4" fmla="*/ 64960 w 118014"/>
                  <a:gd name="connsiteY4" fmla="*/ 34290 h 149352"/>
                  <a:gd name="connsiteX5" fmla="*/ 53816 w 118014"/>
                  <a:gd name="connsiteY5" fmla="*/ 42481 h 149352"/>
                  <a:gd name="connsiteX6" fmla="*/ 62484 w 118014"/>
                  <a:gd name="connsiteY6" fmla="*/ 50959 h 149352"/>
                  <a:gd name="connsiteX7" fmla="*/ 86392 w 118014"/>
                  <a:gd name="connsiteY7" fmla="*/ 65056 h 149352"/>
                  <a:gd name="connsiteX8" fmla="*/ 106013 w 118014"/>
                  <a:gd name="connsiteY8" fmla="*/ 97822 h 149352"/>
                  <a:gd name="connsiteX9" fmla="*/ 41910 w 118014"/>
                  <a:gd name="connsiteY9" fmla="*/ 149352 h 149352"/>
                  <a:gd name="connsiteX10" fmla="*/ 3334 w 118014"/>
                  <a:gd name="connsiteY10" fmla="*/ 144304 h 149352"/>
                  <a:gd name="connsiteX11" fmla="*/ 0 w 118014"/>
                  <a:gd name="connsiteY11" fmla="*/ 140970 h 149352"/>
                  <a:gd name="connsiteX12" fmla="*/ 0 w 118014"/>
                  <a:gd name="connsiteY12" fmla="*/ 140398 h 149352"/>
                  <a:gd name="connsiteX13" fmla="*/ 4096 w 118014"/>
                  <a:gd name="connsiteY13" fmla="*/ 116300 h 149352"/>
                  <a:gd name="connsiteX14" fmla="*/ 8572 w 118014"/>
                  <a:gd name="connsiteY14" fmla="*/ 112395 h 149352"/>
                  <a:gd name="connsiteX15" fmla="*/ 8954 w 118014"/>
                  <a:gd name="connsiteY15" fmla="*/ 112395 h 149352"/>
                  <a:gd name="connsiteX16" fmla="*/ 48196 w 118014"/>
                  <a:gd name="connsiteY16" fmla="*/ 115348 h 149352"/>
                  <a:gd name="connsiteX17" fmla="*/ 62484 w 118014"/>
                  <a:gd name="connsiteY17" fmla="*/ 103823 h 149352"/>
                  <a:gd name="connsiteX18" fmla="*/ 54864 w 118014"/>
                  <a:gd name="connsiteY18" fmla="*/ 94964 h 149352"/>
                  <a:gd name="connsiteX19" fmla="*/ 29528 w 118014"/>
                  <a:gd name="connsiteY19" fmla="*/ 78296 h 149352"/>
                  <a:gd name="connsiteX20" fmla="*/ 12668 w 118014"/>
                  <a:gd name="connsiteY20" fmla="*/ 45910 h 149352"/>
                  <a:gd name="connsiteX21" fmla="*/ 71533 w 118014"/>
                  <a:gd name="connsiteY21" fmla="*/ 0 h 149352"/>
                  <a:gd name="connsiteX22" fmla="*/ 115062 w 118014"/>
                  <a:gd name="connsiteY22" fmla="*/ 4858 h 149352"/>
                  <a:gd name="connsiteX23" fmla="*/ 118015 w 118014"/>
                  <a:gd name="connsiteY23" fmla="*/ 8001 h 149352"/>
                  <a:gd name="connsiteX24" fmla="*/ 118015 w 118014"/>
                  <a:gd name="connsiteY24" fmla="*/ 8573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18014" h="149352">
                    <a:moveTo>
                      <a:pt x="117824" y="8668"/>
                    </a:moveTo>
                    <a:lnTo>
                      <a:pt x="113538" y="33147"/>
                    </a:lnTo>
                    <a:cubicBezTo>
                      <a:pt x="113157" y="35338"/>
                      <a:pt x="111538" y="36862"/>
                      <a:pt x="109442" y="36862"/>
                    </a:cubicBezTo>
                    <a:lnTo>
                      <a:pt x="109061" y="36862"/>
                    </a:lnTo>
                    <a:cubicBezTo>
                      <a:pt x="101251" y="36290"/>
                      <a:pt x="79057" y="34290"/>
                      <a:pt x="64960" y="34290"/>
                    </a:cubicBezTo>
                    <a:cubicBezTo>
                      <a:pt x="59436" y="34290"/>
                      <a:pt x="53816" y="36100"/>
                      <a:pt x="53816" y="42481"/>
                    </a:cubicBezTo>
                    <a:cubicBezTo>
                      <a:pt x="53816" y="45244"/>
                      <a:pt x="55817" y="46958"/>
                      <a:pt x="62484" y="50959"/>
                    </a:cubicBezTo>
                    <a:lnTo>
                      <a:pt x="86392" y="65056"/>
                    </a:lnTo>
                    <a:cubicBezTo>
                      <a:pt x="100489" y="73247"/>
                      <a:pt x="106013" y="84106"/>
                      <a:pt x="106013" y="97822"/>
                    </a:cubicBezTo>
                    <a:cubicBezTo>
                      <a:pt x="106013" y="134493"/>
                      <a:pt x="75248" y="149352"/>
                      <a:pt x="41910" y="149352"/>
                    </a:cubicBezTo>
                    <a:cubicBezTo>
                      <a:pt x="25813" y="149352"/>
                      <a:pt x="13240" y="147161"/>
                      <a:pt x="3334" y="144304"/>
                    </a:cubicBezTo>
                    <a:cubicBezTo>
                      <a:pt x="1524" y="143732"/>
                      <a:pt x="0" y="142685"/>
                      <a:pt x="0" y="140970"/>
                    </a:cubicBezTo>
                    <a:lnTo>
                      <a:pt x="0" y="140398"/>
                    </a:lnTo>
                    <a:lnTo>
                      <a:pt x="4096" y="116300"/>
                    </a:lnTo>
                    <a:cubicBezTo>
                      <a:pt x="4477" y="114110"/>
                      <a:pt x="6286" y="112395"/>
                      <a:pt x="8572" y="112395"/>
                    </a:cubicBezTo>
                    <a:lnTo>
                      <a:pt x="8954" y="112395"/>
                    </a:lnTo>
                    <a:cubicBezTo>
                      <a:pt x="16955" y="113157"/>
                      <a:pt x="37814" y="115348"/>
                      <a:pt x="48196" y="115348"/>
                    </a:cubicBezTo>
                    <a:cubicBezTo>
                      <a:pt x="56007" y="115348"/>
                      <a:pt x="62484" y="112586"/>
                      <a:pt x="62484" y="103823"/>
                    </a:cubicBezTo>
                    <a:cubicBezTo>
                      <a:pt x="62484" y="100870"/>
                      <a:pt x="60484" y="98679"/>
                      <a:pt x="54864" y="94964"/>
                    </a:cubicBezTo>
                    <a:lnTo>
                      <a:pt x="29528" y="78296"/>
                    </a:lnTo>
                    <a:cubicBezTo>
                      <a:pt x="18193" y="70866"/>
                      <a:pt x="12668" y="58102"/>
                      <a:pt x="12668" y="45910"/>
                    </a:cubicBezTo>
                    <a:cubicBezTo>
                      <a:pt x="12668" y="10573"/>
                      <a:pt x="40291" y="0"/>
                      <a:pt x="71533" y="0"/>
                    </a:cubicBezTo>
                    <a:cubicBezTo>
                      <a:pt x="87059" y="0"/>
                      <a:pt x="107442" y="2572"/>
                      <a:pt x="115062" y="4858"/>
                    </a:cubicBezTo>
                    <a:cubicBezTo>
                      <a:pt x="116586" y="5429"/>
                      <a:pt x="118015" y="6191"/>
                      <a:pt x="118015" y="8001"/>
                    </a:cubicBezTo>
                    <a:lnTo>
                      <a:pt x="118015" y="857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" name="Forma Livre: Forma 82">
                <a:extLst>
                  <a:ext uri="{FF2B5EF4-FFF2-40B4-BE49-F238E27FC236}">
                    <a16:creationId xmlns:a16="http://schemas.microsoft.com/office/drawing/2014/main" id="{E27A775F-C8BA-4F7E-A579-426241239CE7}"/>
                  </a:ext>
                </a:extLst>
              </p:cNvPr>
              <p:cNvSpPr/>
              <p:nvPr/>
            </p:nvSpPr>
            <p:spPr>
              <a:xfrm>
                <a:off x="5252489" y="3866768"/>
                <a:ext cx="64424" cy="145637"/>
              </a:xfrm>
              <a:custGeom>
                <a:avLst/>
                <a:gdLst>
                  <a:gd name="connsiteX0" fmla="*/ 64366 w 64424"/>
                  <a:gd name="connsiteY0" fmla="*/ 3715 h 145637"/>
                  <a:gd name="connsiteX1" fmla="*/ 40077 w 64424"/>
                  <a:gd name="connsiteY1" fmla="*/ 141732 h 145637"/>
                  <a:gd name="connsiteX2" fmla="*/ 35410 w 64424"/>
                  <a:gd name="connsiteY2" fmla="*/ 145637 h 145637"/>
                  <a:gd name="connsiteX3" fmla="*/ 3215 w 64424"/>
                  <a:gd name="connsiteY3" fmla="*/ 145637 h 145637"/>
                  <a:gd name="connsiteX4" fmla="*/ 72 w 64424"/>
                  <a:gd name="connsiteY4" fmla="*/ 141732 h 145637"/>
                  <a:gd name="connsiteX5" fmla="*/ 24361 w 64424"/>
                  <a:gd name="connsiteY5" fmla="*/ 3715 h 145637"/>
                  <a:gd name="connsiteX6" fmla="*/ 28838 w 64424"/>
                  <a:gd name="connsiteY6" fmla="*/ 0 h 145637"/>
                  <a:gd name="connsiteX7" fmla="*/ 61032 w 64424"/>
                  <a:gd name="connsiteY7" fmla="*/ 0 h 145637"/>
                  <a:gd name="connsiteX8" fmla="*/ 64366 w 64424"/>
                  <a:gd name="connsiteY8" fmla="*/ 3715 h 145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424" h="145637">
                    <a:moveTo>
                      <a:pt x="64366" y="3715"/>
                    </a:moveTo>
                    <a:lnTo>
                      <a:pt x="40077" y="141732"/>
                    </a:lnTo>
                    <a:cubicBezTo>
                      <a:pt x="39696" y="143923"/>
                      <a:pt x="38267" y="145637"/>
                      <a:pt x="35410" y="145637"/>
                    </a:cubicBezTo>
                    <a:lnTo>
                      <a:pt x="3215" y="145637"/>
                    </a:lnTo>
                    <a:cubicBezTo>
                      <a:pt x="834" y="145637"/>
                      <a:pt x="-309" y="143637"/>
                      <a:pt x="72" y="141732"/>
                    </a:cubicBezTo>
                    <a:lnTo>
                      <a:pt x="24361" y="3715"/>
                    </a:lnTo>
                    <a:cubicBezTo>
                      <a:pt x="24742" y="1524"/>
                      <a:pt x="26742" y="0"/>
                      <a:pt x="28838" y="0"/>
                    </a:cubicBezTo>
                    <a:lnTo>
                      <a:pt x="61032" y="0"/>
                    </a:lnTo>
                    <a:cubicBezTo>
                      <a:pt x="63223" y="0"/>
                      <a:pt x="64747" y="1143"/>
                      <a:pt x="64366" y="37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7704D8BD-AB65-4066-A360-B0D4CEC94D30}"/>
                </a:ext>
              </a:extLst>
            </p:cNvPr>
            <p:cNvSpPr/>
            <p:nvPr/>
          </p:nvSpPr>
          <p:spPr>
            <a:xfrm>
              <a:off x="5359145" y="3866768"/>
              <a:ext cx="33146" cy="145637"/>
            </a:xfrm>
            <a:custGeom>
              <a:avLst/>
              <a:gdLst>
                <a:gd name="connsiteX0" fmla="*/ 33147 w 33146"/>
                <a:gd name="connsiteY0" fmla="*/ 3715 h 145637"/>
                <a:gd name="connsiteX1" fmla="*/ 8668 w 33146"/>
                <a:gd name="connsiteY1" fmla="*/ 141923 h 145637"/>
                <a:gd name="connsiteX2" fmla="*/ 4763 w 33146"/>
                <a:gd name="connsiteY2" fmla="*/ 145637 h 145637"/>
                <a:gd name="connsiteX3" fmla="*/ 2762 w 33146"/>
                <a:gd name="connsiteY3" fmla="*/ 145637 h 145637"/>
                <a:gd name="connsiteX4" fmla="*/ 0 w 33146"/>
                <a:gd name="connsiteY4" fmla="*/ 142685 h 145637"/>
                <a:gd name="connsiteX5" fmla="*/ 0 w 33146"/>
                <a:gd name="connsiteY5" fmla="*/ 141923 h 145637"/>
                <a:gd name="connsiteX6" fmla="*/ 24479 w 33146"/>
                <a:gd name="connsiteY6" fmla="*/ 3715 h 145637"/>
                <a:gd name="connsiteX7" fmla="*/ 28384 w 33146"/>
                <a:gd name="connsiteY7" fmla="*/ 0 h 145637"/>
                <a:gd name="connsiteX8" fmla="*/ 30385 w 33146"/>
                <a:gd name="connsiteY8" fmla="*/ 0 h 145637"/>
                <a:gd name="connsiteX9" fmla="*/ 33147 w 33146"/>
                <a:gd name="connsiteY9" fmla="*/ 2953 h 145637"/>
                <a:gd name="connsiteX10" fmla="*/ 33147 w 33146"/>
                <a:gd name="connsiteY10" fmla="*/ 3715 h 145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46" h="145637">
                  <a:moveTo>
                    <a:pt x="33147" y="3715"/>
                  </a:moveTo>
                  <a:lnTo>
                    <a:pt x="8668" y="141923"/>
                  </a:lnTo>
                  <a:cubicBezTo>
                    <a:pt x="8287" y="143923"/>
                    <a:pt x="6668" y="145637"/>
                    <a:pt x="4763" y="145637"/>
                  </a:cubicBezTo>
                  <a:lnTo>
                    <a:pt x="2762" y="145637"/>
                  </a:lnTo>
                  <a:cubicBezTo>
                    <a:pt x="953" y="145637"/>
                    <a:pt x="0" y="144304"/>
                    <a:pt x="0" y="142685"/>
                  </a:cubicBezTo>
                  <a:lnTo>
                    <a:pt x="0" y="141923"/>
                  </a:lnTo>
                  <a:lnTo>
                    <a:pt x="24479" y="3715"/>
                  </a:lnTo>
                  <a:cubicBezTo>
                    <a:pt x="24860" y="1715"/>
                    <a:pt x="26479" y="0"/>
                    <a:pt x="28384" y="0"/>
                  </a:cubicBezTo>
                  <a:lnTo>
                    <a:pt x="30385" y="0"/>
                  </a:lnTo>
                  <a:cubicBezTo>
                    <a:pt x="32195" y="0"/>
                    <a:pt x="33147" y="1333"/>
                    <a:pt x="33147" y="2953"/>
                  </a:cubicBezTo>
                  <a:lnTo>
                    <a:pt x="33147" y="371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61" name="Gráfico 4">
              <a:extLst>
                <a:ext uri="{FF2B5EF4-FFF2-40B4-BE49-F238E27FC236}">
                  <a16:creationId xmlns:a16="http://schemas.microsoft.com/office/drawing/2014/main" id="{EB3CC979-E72C-4130-AEA9-58BA674DD577}"/>
                </a:ext>
              </a:extLst>
            </p:cNvPr>
            <p:cNvGrpSpPr/>
            <p:nvPr/>
          </p:nvGrpSpPr>
          <p:grpSpPr>
            <a:xfrm>
              <a:off x="5435631" y="3864768"/>
              <a:ext cx="560223" cy="149352"/>
              <a:chOff x="5435631" y="3864768"/>
              <a:chExt cx="560223" cy="149352"/>
            </a:xfrm>
            <a:solidFill>
              <a:srgbClr val="FFFFFF"/>
            </a:solidFill>
          </p:grpSpPr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718D4705-3BCD-4274-A1BA-B8C24DD35922}"/>
                  </a:ext>
                </a:extLst>
              </p:cNvPr>
              <p:cNvSpPr/>
              <p:nvPr/>
            </p:nvSpPr>
            <p:spPr>
              <a:xfrm>
                <a:off x="5435631" y="3864768"/>
                <a:ext cx="118014" cy="149352"/>
              </a:xfrm>
              <a:custGeom>
                <a:avLst/>
                <a:gdLst>
                  <a:gd name="connsiteX0" fmla="*/ 117824 w 118014"/>
                  <a:gd name="connsiteY0" fmla="*/ 8668 h 149352"/>
                  <a:gd name="connsiteX1" fmla="*/ 113538 w 118014"/>
                  <a:gd name="connsiteY1" fmla="*/ 33147 h 149352"/>
                  <a:gd name="connsiteX2" fmla="*/ 109442 w 118014"/>
                  <a:gd name="connsiteY2" fmla="*/ 36862 h 149352"/>
                  <a:gd name="connsiteX3" fmla="*/ 109061 w 118014"/>
                  <a:gd name="connsiteY3" fmla="*/ 36862 h 149352"/>
                  <a:gd name="connsiteX4" fmla="*/ 64961 w 118014"/>
                  <a:gd name="connsiteY4" fmla="*/ 34290 h 149352"/>
                  <a:gd name="connsiteX5" fmla="*/ 53816 w 118014"/>
                  <a:gd name="connsiteY5" fmla="*/ 42481 h 149352"/>
                  <a:gd name="connsiteX6" fmla="*/ 62484 w 118014"/>
                  <a:gd name="connsiteY6" fmla="*/ 50959 h 149352"/>
                  <a:gd name="connsiteX7" fmla="*/ 86392 w 118014"/>
                  <a:gd name="connsiteY7" fmla="*/ 65056 h 149352"/>
                  <a:gd name="connsiteX8" fmla="*/ 106013 w 118014"/>
                  <a:gd name="connsiteY8" fmla="*/ 97822 h 149352"/>
                  <a:gd name="connsiteX9" fmla="*/ 41910 w 118014"/>
                  <a:gd name="connsiteY9" fmla="*/ 149352 h 149352"/>
                  <a:gd name="connsiteX10" fmla="*/ 3334 w 118014"/>
                  <a:gd name="connsiteY10" fmla="*/ 144304 h 149352"/>
                  <a:gd name="connsiteX11" fmla="*/ 0 w 118014"/>
                  <a:gd name="connsiteY11" fmla="*/ 140970 h 149352"/>
                  <a:gd name="connsiteX12" fmla="*/ 0 w 118014"/>
                  <a:gd name="connsiteY12" fmla="*/ 140398 h 149352"/>
                  <a:gd name="connsiteX13" fmla="*/ 4096 w 118014"/>
                  <a:gd name="connsiteY13" fmla="*/ 116300 h 149352"/>
                  <a:gd name="connsiteX14" fmla="*/ 8573 w 118014"/>
                  <a:gd name="connsiteY14" fmla="*/ 112395 h 149352"/>
                  <a:gd name="connsiteX15" fmla="*/ 8954 w 118014"/>
                  <a:gd name="connsiteY15" fmla="*/ 112395 h 149352"/>
                  <a:gd name="connsiteX16" fmla="*/ 48197 w 118014"/>
                  <a:gd name="connsiteY16" fmla="*/ 115348 h 149352"/>
                  <a:gd name="connsiteX17" fmla="*/ 62484 w 118014"/>
                  <a:gd name="connsiteY17" fmla="*/ 103823 h 149352"/>
                  <a:gd name="connsiteX18" fmla="*/ 54864 w 118014"/>
                  <a:gd name="connsiteY18" fmla="*/ 94964 h 149352"/>
                  <a:gd name="connsiteX19" fmla="*/ 29528 w 118014"/>
                  <a:gd name="connsiteY19" fmla="*/ 78296 h 149352"/>
                  <a:gd name="connsiteX20" fmla="*/ 12668 w 118014"/>
                  <a:gd name="connsiteY20" fmla="*/ 45910 h 149352"/>
                  <a:gd name="connsiteX21" fmla="*/ 71533 w 118014"/>
                  <a:gd name="connsiteY21" fmla="*/ 0 h 149352"/>
                  <a:gd name="connsiteX22" fmla="*/ 115062 w 118014"/>
                  <a:gd name="connsiteY22" fmla="*/ 4858 h 149352"/>
                  <a:gd name="connsiteX23" fmla="*/ 118015 w 118014"/>
                  <a:gd name="connsiteY23" fmla="*/ 8001 h 149352"/>
                  <a:gd name="connsiteX24" fmla="*/ 118015 w 118014"/>
                  <a:gd name="connsiteY24" fmla="*/ 8573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18014" h="149352">
                    <a:moveTo>
                      <a:pt x="117824" y="8668"/>
                    </a:moveTo>
                    <a:lnTo>
                      <a:pt x="113538" y="33147"/>
                    </a:lnTo>
                    <a:cubicBezTo>
                      <a:pt x="113157" y="35338"/>
                      <a:pt x="111538" y="36862"/>
                      <a:pt x="109442" y="36862"/>
                    </a:cubicBezTo>
                    <a:lnTo>
                      <a:pt x="109061" y="36862"/>
                    </a:lnTo>
                    <a:cubicBezTo>
                      <a:pt x="101251" y="36290"/>
                      <a:pt x="79058" y="34290"/>
                      <a:pt x="64961" y="34290"/>
                    </a:cubicBezTo>
                    <a:cubicBezTo>
                      <a:pt x="59436" y="34290"/>
                      <a:pt x="53816" y="36100"/>
                      <a:pt x="53816" y="42481"/>
                    </a:cubicBezTo>
                    <a:cubicBezTo>
                      <a:pt x="53816" y="45244"/>
                      <a:pt x="55817" y="46958"/>
                      <a:pt x="62484" y="50959"/>
                    </a:cubicBezTo>
                    <a:lnTo>
                      <a:pt x="86392" y="65056"/>
                    </a:lnTo>
                    <a:cubicBezTo>
                      <a:pt x="100489" y="73247"/>
                      <a:pt x="106013" y="84106"/>
                      <a:pt x="106013" y="97822"/>
                    </a:cubicBezTo>
                    <a:cubicBezTo>
                      <a:pt x="106013" y="134493"/>
                      <a:pt x="75248" y="149352"/>
                      <a:pt x="41910" y="149352"/>
                    </a:cubicBezTo>
                    <a:cubicBezTo>
                      <a:pt x="25813" y="149352"/>
                      <a:pt x="13240" y="147161"/>
                      <a:pt x="3334" y="144304"/>
                    </a:cubicBezTo>
                    <a:cubicBezTo>
                      <a:pt x="1524" y="143732"/>
                      <a:pt x="0" y="142685"/>
                      <a:pt x="0" y="140970"/>
                    </a:cubicBezTo>
                    <a:lnTo>
                      <a:pt x="0" y="140398"/>
                    </a:lnTo>
                    <a:lnTo>
                      <a:pt x="4096" y="116300"/>
                    </a:lnTo>
                    <a:cubicBezTo>
                      <a:pt x="4477" y="114110"/>
                      <a:pt x="6287" y="112395"/>
                      <a:pt x="8573" y="112395"/>
                    </a:cubicBezTo>
                    <a:lnTo>
                      <a:pt x="8954" y="112395"/>
                    </a:lnTo>
                    <a:cubicBezTo>
                      <a:pt x="16955" y="113157"/>
                      <a:pt x="37814" y="115348"/>
                      <a:pt x="48197" y="115348"/>
                    </a:cubicBezTo>
                    <a:cubicBezTo>
                      <a:pt x="56007" y="115348"/>
                      <a:pt x="62484" y="112586"/>
                      <a:pt x="62484" y="103823"/>
                    </a:cubicBezTo>
                    <a:cubicBezTo>
                      <a:pt x="62484" y="100870"/>
                      <a:pt x="60484" y="98679"/>
                      <a:pt x="54864" y="94964"/>
                    </a:cubicBezTo>
                    <a:lnTo>
                      <a:pt x="29528" y="78296"/>
                    </a:lnTo>
                    <a:cubicBezTo>
                      <a:pt x="18193" y="70866"/>
                      <a:pt x="12668" y="58102"/>
                      <a:pt x="12668" y="45910"/>
                    </a:cubicBezTo>
                    <a:cubicBezTo>
                      <a:pt x="12668" y="10573"/>
                      <a:pt x="40291" y="0"/>
                      <a:pt x="71533" y="0"/>
                    </a:cubicBezTo>
                    <a:cubicBezTo>
                      <a:pt x="87059" y="0"/>
                      <a:pt x="107442" y="2572"/>
                      <a:pt x="115062" y="4858"/>
                    </a:cubicBezTo>
                    <a:cubicBezTo>
                      <a:pt x="116586" y="5429"/>
                      <a:pt x="118015" y="6191"/>
                      <a:pt x="118015" y="8001"/>
                    </a:cubicBezTo>
                    <a:lnTo>
                      <a:pt x="118015" y="857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07723C3D-F0E5-43D3-96C0-2446C7E45B64}"/>
                  </a:ext>
                </a:extLst>
              </p:cNvPr>
              <p:cNvSpPr/>
              <p:nvPr/>
            </p:nvSpPr>
            <p:spPr>
              <a:xfrm>
                <a:off x="5554027" y="3864768"/>
                <a:ext cx="111061" cy="149352"/>
              </a:xfrm>
              <a:custGeom>
                <a:avLst/>
                <a:gdLst>
                  <a:gd name="connsiteX0" fmla="*/ 110966 w 111061"/>
                  <a:gd name="connsiteY0" fmla="*/ 6287 h 149352"/>
                  <a:gd name="connsiteX1" fmla="*/ 106871 w 111061"/>
                  <a:gd name="connsiteY1" fmla="*/ 30194 h 149352"/>
                  <a:gd name="connsiteX2" fmla="*/ 102203 w 111061"/>
                  <a:gd name="connsiteY2" fmla="*/ 34100 h 149352"/>
                  <a:gd name="connsiteX3" fmla="*/ 62579 w 111061"/>
                  <a:gd name="connsiteY3" fmla="*/ 34100 h 149352"/>
                  <a:gd name="connsiteX4" fmla="*/ 51435 w 111061"/>
                  <a:gd name="connsiteY4" fmla="*/ 43910 h 149352"/>
                  <a:gd name="connsiteX5" fmla="*/ 48863 w 111061"/>
                  <a:gd name="connsiteY5" fmla="*/ 58198 h 149352"/>
                  <a:gd name="connsiteX6" fmla="*/ 97060 w 111061"/>
                  <a:gd name="connsiteY6" fmla="*/ 58198 h 149352"/>
                  <a:gd name="connsiteX7" fmla="*/ 100394 w 111061"/>
                  <a:gd name="connsiteY7" fmla="*/ 61531 h 149352"/>
                  <a:gd name="connsiteX8" fmla="*/ 100394 w 111061"/>
                  <a:gd name="connsiteY8" fmla="*/ 62103 h 149352"/>
                  <a:gd name="connsiteX9" fmla="*/ 96298 w 111061"/>
                  <a:gd name="connsiteY9" fmla="*/ 85249 h 149352"/>
                  <a:gd name="connsiteX10" fmla="*/ 91821 w 111061"/>
                  <a:gd name="connsiteY10" fmla="*/ 89154 h 149352"/>
                  <a:gd name="connsiteX11" fmla="*/ 43625 w 111061"/>
                  <a:gd name="connsiteY11" fmla="*/ 89154 h 149352"/>
                  <a:gd name="connsiteX12" fmla="*/ 40672 w 111061"/>
                  <a:gd name="connsiteY12" fmla="*/ 105442 h 149352"/>
                  <a:gd name="connsiteX13" fmla="*/ 40291 w 111061"/>
                  <a:gd name="connsiteY13" fmla="*/ 109347 h 149352"/>
                  <a:gd name="connsiteX14" fmla="*/ 48292 w 111061"/>
                  <a:gd name="connsiteY14" fmla="*/ 115252 h 149352"/>
                  <a:gd name="connsiteX15" fmla="*/ 87916 w 111061"/>
                  <a:gd name="connsiteY15" fmla="*/ 115252 h 149352"/>
                  <a:gd name="connsiteX16" fmla="*/ 91250 w 111061"/>
                  <a:gd name="connsiteY16" fmla="*/ 118586 h 149352"/>
                  <a:gd name="connsiteX17" fmla="*/ 91250 w 111061"/>
                  <a:gd name="connsiteY17" fmla="*/ 119158 h 149352"/>
                  <a:gd name="connsiteX18" fmla="*/ 86963 w 111061"/>
                  <a:gd name="connsiteY18" fmla="*/ 143065 h 149352"/>
                  <a:gd name="connsiteX19" fmla="*/ 82487 w 111061"/>
                  <a:gd name="connsiteY19" fmla="*/ 146971 h 149352"/>
                  <a:gd name="connsiteX20" fmla="*/ 43910 w 111061"/>
                  <a:gd name="connsiteY20" fmla="*/ 149352 h 149352"/>
                  <a:gd name="connsiteX21" fmla="*/ 0 w 111061"/>
                  <a:gd name="connsiteY21" fmla="*/ 115443 h 149352"/>
                  <a:gd name="connsiteX22" fmla="*/ 952 w 111061"/>
                  <a:gd name="connsiteY22" fmla="*/ 105442 h 149352"/>
                  <a:gd name="connsiteX23" fmla="*/ 11716 w 111061"/>
                  <a:gd name="connsiteY23" fmla="*/ 43910 h 149352"/>
                  <a:gd name="connsiteX24" fmla="*/ 69723 w 111061"/>
                  <a:gd name="connsiteY24" fmla="*/ 0 h 149352"/>
                  <a:gd name="connsiteX25" fmla="*/ 107918 w 111061"/>
                  <a:gd name="connsiteY25" fmla="*/ 2381 h 149352"/>
                  <a:gd name="connsiteX26" fmla="*/ 111062 w 111061"/>
                  <a:gd name="connsiteY26" fmla="*/ 5525 h 149352"/>
                  <a:gd name="connsiteX27" fmla="*/ 111062 w 111061"/>
                  <a:gd name="connsiteY27" fmla="*/ 6287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1061" h="149352">
                    <a:moveTo>
                      <a:pt x="110966" y="6287"/>
                    </a:moveTo>
                    <a:lnTo>
                      <a:pt x="106871" y="30194"/>
                    </a:lnTo>
                    <a:cubicBezTo>
                      <a:pt x="106490" y="32385"/>
                      <a:pt x="104299" y="34100"/>
                      <a:pt x="102203" y="34100"/>
                    </a:cubicBezTo>
                    <a:lnTo>
                      <a:pt x="62579" y="34100"/>
                    </a:lnTo>
                    <a:cubicBezTo>
                      <a:pt x="55531" y="34100"/>
                      <a:pt x="52769" y="36481"/>
                      <a:pt x="51435" y="43910"/>
                    </a:cubicBezTo>
                    <a:lnTo>
                      <a:pt x="48863" y="58198"/>
                    </a:lnTo>
                    <a:lnTo>
                      <a:pt x="97060" y="58198"/>
                    </a:lnTo>
                    <a:cubicBezTo>
                      <a:pt x="99060" y="58198"/>
                      <a:pt x="100394" y="59531"/>
                      <a:pt x="100394" y="61531"/>
                    </a:cubicBezTo>
                    <a:lnTo>
                      <a:pt x="100394" y="62103"/>
                    </a:lnTo>
                    <a:lnTo>
                      <a:pt x="96298" y="85249"/>
                    </a:lnTo>
                    <a:cubicBezTo>
                      <a:pt x="95917" y="87440"/>
                      <a:pt x="93917" y="89154"/>
                      <a:pt x="91821" y="89154"/>
                    </a:cubicBezTo>
                    <a:lnTo>
                      <a:pt x="43625" y="89154"/>
                    </a:lnTo>
                    <a:lnTo>
                      <a:pt x="40672" y="105442"/>
                    </a:lnTo>
                    <a:cubicBezTo>
                      <a:pt x="40481" y="106966"/>
                      <a:pt x="40291" y="108204"/>
                      <a:pt x="40291" y="109347"/>
                    </a:cubicBezTo>
                    <a:cubicBezTo>
                      <a:pt x="40291" y="113824"/>
                      <a:pt x="42672" y="115252"/>
                      <a:pt x="48292" y="115252"/>
                    </a:cubicBezTo>
                    <a:lnTo>
                      <a:pt x="87916" y="115252"/>
                    </a:lnTo>
                    <a:cubicBezTo>
                      <a:pt x="89916" y="115252"/>
                      <a:pt x="91250" y="116586"/>
                      <a:pt x="91250" y="118586"/>
                    </a:cubicBezTo>
                    <a:lnTo>
                      <a:pt x="91250" y="119158"/>
                    </a:lnTo>
                    <a:lnTo>
                      <a:pt x="86963" y="143065"/>
                    </a:lnTo>
                    <a:cubicBezTo>
                      <a:pt x="86582" y="145447"/>
                      <a:pt x="84963" y="146590"/>
                      <a:pt x="82487" y="146971"/>
                    </a:cubicBezTo>
                    <a:cubicBezTo>
                      <a:pt x="74867" y="147923"/>
                      <a:pt x="62865" y="149352"/>
                      <a:pt x="43910" y="149352"/>
                    </a:cubicBezTo>
                    <a:cubicBezTo>
                      <a:pt x="20955" y="149352"/>
                      <a:pt x="0" y="141161"/>
                      <a:pt x="0" y="115443"/>
                    </a:cubicBezTo>
                    <a:cubicBezTo>
                      <a:pt x="0" y="112300"/>
                      <a:pt x="381" y="108966"/>
                      <a:pt x="952" y="105442"/>
                    </a:cubicBezTo>
                    <a:lnTo>
                      <a:pt x="11716" y="43910"/>
                    </a:lnTo>
                    <a:cubicBezTo>
                      <a:pt x="18574" y="4286"/>
                      <a:pt x="42100" y="0"/>
                      <a:pt x="69723" y="0"/>
                    </a:cubicBezTo>
                    <a:cubicBezTo>
                      <a:pt x="88773" y="0"/>
                      <a:pt x="100679" y="1333"/>
                      <a:pt x="107918" y="2381"/>
                    </a:cubicBezTo>
                    <a:cubicBezTo>
                      <a:pt x="110109" y="2572"/>
                      <a:pt x="111062" y="3524"/>
                      <a:pt x="111062" y="5525"/>
                    </a:cubicBezTo>
                    <a:lnTo>
                      <a:pt x="111062" y="62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7A7803A9-675F-4359-877D-C9E6815E57C4}"/>
                  </a:ext>
                </a:extLst>
              </p:cNvPr>
              <p:cNvSpPr/>
              <p:nvPr/>
            </p:nvSpPr>
            <p:spPr>
              <a:xfrm>
                <a:off x="5659278" y="3866673"/>
                <a:ext cx="144970" cy="145732"/>
              </a:xfrm>
              <a:custGeom>
                <a:avLst/>
                <a:gdLst>
                  <a:gd name="connsiteX0" fmla="*/ 144971 w 144970"/>
                  <a:gd name="connsiteY0" fmla="*/ 4001 h 145732"/>
                  <a:gd name="connsiteX1" fmla="*/ 121444 w 144970"/>
                  <a:gd name="connsiteY1" fmla="*/ 138494 h 145732"/>
                  <a:gd name="connsiteX2" fmla="*/ 112776 w 144970"/>
                  <a:gd name="connsiteY2" fmla="*/ 145733 h 145732"/>
                  <a:gd name="connsiteX3" fmla="*/ 88487 w 144970"/>
                  <a:gd name="connsiteY3" fmla="*/ 145733 h 145732"/>
                  <a:gd name="connsiteX4" fmla="*/ 81248 w 144970"/>
                  <a:gd name="connsiteY4" fmla="*/ 140399 h 145732"/>
                  <a:gd name="connsiteX5" fmla="*/ 52197 w 144970"/>
                  <a:gd name="connsiteY5" fmla="*/ 74676 h 145732"/>
                  <a:gd name="connsiteX6" fmla="*/ 50387 w 144970"/>
                  <a:gd name="connsiteY6" fmla="*/ 73057 h 145732"/>
                  <a:gd name="connsiteX7" fmla="*/ 49244 w 144970"/>
                  <a:gd name="connsiteY7" fmla="*/ 74867 h 145732"/>
                  <a:gd name="connsiteX8" fmla="*/ 37433 w 144970"/>
                  <a:gd name="connsiteY8" fmla="*/ 141732 h 145732"/>
                  <a:gd name="connsiteX9" fmla="*/ 32766 w 144970"/>
                  <a:gd name="connsiteY9" fmla="*/ 145637 h 145732"/>
                  <a:gd name="connsiteX10" fmla="*/ 3334 w 144970"/>
                  <a:gd name="connsiteY10" fmla="*/ 145637 h 145732"/>
                  <a:gd name="connsiteX11" fmla="*/ 0 w 144970"/>
                  <a:gd name="connsiteY11" fmla="*/ 142304 h 145732"/>
                  <a:gd name="connsiteX12" fmla="*/ 0 w 144970"/>
                  <a:gd name="connsiteY12" fmla="*/ 141732 h 145732"/>
                  <a:gd name="connsiteX13" fmla="*/ 23527 w 144970"/>
                  <a:gd name="connsiteY13" fmla="*/ 7239 h 145732"/>
                  <a:gd name="connsiteX14" fmla="*/ 32194 w 144970"/>
                  <a:gd name="connsiteY14" fmla="*/ 0 h 145732"/>
                  <a:gd name="connsiteX15" fmla="*/ 56102 w 144970"/>
                  <a:gd name="connsiteY15" fmla="*/ 0 h 145732"/>
                  <a:gd name="connsiteX16" fmla="*/ 62960 w 144970"/>
                  <a:gd name="connsiteY16" fmla="*/ 5715 h 145732"/>
                  <a:gd name="connsiteX17" fmla="*/ 92773 w 144970"/>
                  <a:gd name="connsiteY17" fmla="*/ 73343 h 145732"/>
                  <a:gd name="connsiteX18" fmla="*/ 94107 w 144970"/>
                  <a:gd name="connsiteY18" fmla="*/ 75152 h 145732"/>
                  <a:gd name="connsiteX19" fmla="*/ 95440 w 144970"/>
                  <a:gd name="connsiteY19" fmla="*/ 73343 h 145732"/>
                  <a:gd name="connsiteX20" fmla="*/ 107632 w 144970"/>
                  <a:gd name="connsiteY20" fmla="*/ 3905 h 145732"/>
                  <a:gd name="connsiteX21" fmla="*/ 112300 w 144970"/>
                  <a:gd name="connsiteY21" fmla="*/ 0 h 145732"/>
                  <a:gd name="connsiteX22" fmla="*/ 141732 w 144970"/>
                  <a:gd name="connsiteY22" fmla="*/ 0 h 145732"/>
                  <a:gd name="connsiteX23" fmla="*/ 144875 w 144970"/>
                  <a:gd name="connsiteY23" fmla="*/ 3143 h 145732"/>
                  <a:gd name="connsiteX24" fmla="*/ 144875 w 144970"/>
                  <a:gd name="connsiteY24" fmla="*/ 3905 h 145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4970" h="145732">
                    <a:moveTo>
                      <a:pt x="144971" y="4001"/>
                    </a:moveTo>
                    <a:lnTo>
                      <a:pt x="121444" y="138494"/>
                    </a:lnTo>
                    <a:cubicBezTo>
                      <a:pt x="120682" y="142399"/>
                      <a:pt x="116777" y="145733"/>
                      <a:pt x="112776" y="145733"/>
                    </a:cubicBezTo>
                    <a:lnTo>
                      <a:pt x="88487" y="145733"/>
                    </a:lnTo>
                    <a:cubicBezTo>
                      <a:pt x="84963" y="145733"/>
                      <a:pt x="82772" y="144209"/>
                      <a:pt x="81248" y="140399"/>
                    </a:cubicBezTo>
                    <a:lnTo>
                      <a:pt x="52197" y="74676"/>
                    </a:lnTo>
                    <a:cubicBezTo>
                      <a:pt x="51625" y="73343"/>
                      <a:pt x="51054" y="73057"/>
                      <a:pt x="50387" y="73057"/>
                    </a:cubicBezTo>
                    <a:cubicBezTo>
                      <a:pt x="49721" y="73057"/>
                      <a:pt x="49435" y="73438"/>
                      <a:pt x="49244" y="74867"/>
                    </a:cubicBezTo>
                    <a:lnTo>
                      <a:pt x="37433" y="141732"/>
                    </a:lnTo>
                    <a:cubicBezTo>
                      <a:pt x="37052" y="143923"/>
                      <a:pt x="34861" y="145637"/>
                      <a:pt x="32766" y="145637"/>
                    </a:cubicBezTo>
                    <a:lnTo>
                      <a:pt x="3334" y="145637"/>
                    </a:lnTo>
                    <a:cubicBezTo>
                      <a:pt x="1333" y="145637"/>
                      <a:pt x="0" y="144304"/>
                      <a:pt x="0" y="142304"/>
                    </a:cubicBezTo>
                    <a:lnTo>
                      <a:pt x="0" y="141732"/>
                    </a:lnTo>
                    <a:lnTo>
                      <a:pt x="23527" y="7239"/>
                    </a:lnTo>
                    <a:cubicBezTo>
                      <a:pt x="24289" y="3334"/>
                      <a:pt x="28194" y="0"/>
                      <a:pt x="32194" y="0"/>
                    </a:cubicBezTo>
                    <a:lnTo>
                      <a:pt x="56102" y="0"/>
                    </a:lnTo>
                    <a:cubicBezTo>
                      <a:pt x="59817" y="0"/>
                      <a:pt x="61436" y="2381"/>
                      <a:pt x="62960" y="5715"/>
                    </a:cubicBezTo>
                    <a:lnTo>
                      <a:pt x="92773" y="73343"/>
                    </a:lnTo>
                    <a:cubicBezTo>
                      <a:pt x="93345" y="74676"/>
                      <a:pt x="93536" y="75152"/>
                      <a:pt x="94107" y="75152"/>
                    </a:cubicBezTo>
                    <a:cubicBezTo>
                      <a:pt x="94678" y="75152"/>
                      <a:pt x="95250" y="74962"/>
                      <a:pt x="95440" y="73343"/>
                    </a:cubicBezTo>
                    <a:lnTo>
                      <a:pt x="107632" y="3905"/>
                    </a:lnTo>
                    <a:cubicBezTo>
                      <a:pt x="108013" y="1715"/>
                      <a:pt x="110204" y="0"/>
                      <a:pt x="112300" y="0"/>
                    </a:cubicBezTo>
                    <a:lnTo>
                      <a:pt x="141732" y="0"/>
                    </a:lnTo>
                    <a:cubicBezTo>
                      <a:pt x="143732" y="0"/>
                      <a:pt x="144875" y="1333"/>
                      <a:pt x="144875" y="3143"/>
                    </a:cubicBezTo>
                    <a:lnTo>
                      <a:pt x="144875" y="390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D74664FB-1607-4AB1-8695-81761EA6CB71}"/>
                  </a:ext>
                </a:extLst>
              </p:cNvPr>
              <p:cNvSpPr/>
              <p:nvPr/>
            </p:nvSpPr>
            <p:spPr>
              <a:xfrm>
                <a:off x="5791581" y="3864959"/>
                <a:ext cx="128111" cy="147447"/>
              </a:xfrm>
              <a:custGeom>
                <a:avLst/>
                <a:gdLst>
                  <a:gd name="connsiteX0" fmla="*/ 124396 w 128111"/>
                  <a:gd name="connsiteY0" fmla="*/ 147447 h 147447"/>
                  <a:gd name="connsiteX1" fmla="*/ 91059 w 128111"/>
                  <a:gd name="connsiteY1" fmla="*/ 147447 h 147447"/>
                  <a:gd name="connsiteX2" fmla="*/ 87725 w 128111"/>
                  <a:gd name="connsiteY2" fmla="*/ 143732 h 147447"/>
                  <a:gd name="connsiteX3" fmla="*/ 87154 w 128111"/>
                  <a:gd name="connsiteY3" fmla="*/ 116491 h 147447"/>
                  <a:gd name="connsiteX4" fmla="*/ 52292 w 128111"/>
                  <a:gd name="connsiteY4" fmla="*/ 116491 h 147447"/>
                  <a:gd name="connsiteX5" fmla="*/ 41910 w 128111"/>
                  <a:gd name="connsiteY5" fmla="*/ 143732 h 147447"/>
                  <a:gd name="connsiteX6" fmla="*/ 37433 w 128111"/>
                  <a:gd name="connsiteY6" fmla="*/ 147447 h 147447"/>
                  <a:gd name="connsiteX7" fmla="*/ 2762 w 128111"/>
                  <a:gd name="connsiteY7" fmla="*/ 147447 h 147447"/>
                  <a:gd name="connsiteX8" fmla="*/ 0 w 128111"/>
                  <a:gd name="connsiteY8" fmla="*/ 144875 h 147447"/>
                  <a:gd name="connsiteX9" fmla="*/ 381 w 128111"/>
                  <a:gd name="connsiteY9" fmla="*/ 143351 h 147447"/>
                  <a:gd name="connsiteX10" fmla="*/ 47815 w 128111"/>
                  <a:gd name="connsiteY10" fmla="*/ 23336 h 147447"/>
                  <a:gd name="connsiteX11" fmla="*/ 89535 w 128111"/>
                  <a:gd name="connsiteY11" fmla="*/ 0 h 147447"/>
                  <a:gd name="connsiteX12" fmla="*/ 123063 w 128111"/>
                  <a:gd name="connsiteY12" fmla="*/ 23336 h 147447"/>
                  <a:gd name="connsiteX13" fmla="*/ 128111 w 128111"/>
                  <a:gd name="connsiteY13" fmla="*/ 143351 h 147447"/>
                  <a:gd name="connsiteX14" fmla="*/ 128111 w 128111"/>
                  <a:gd name="connsiteY14" fmla="*/ 143542 h 147447"/>
                  <a:gd name="connsiteX15" fmla="*/ 124396 w 128111"/>
                  <a:gd name="connsiteY15" fmla="*/ 147447 h 147447"/>
                  <a:gd name="connsiteX16" fmla="*/ 86201 w 128111"/>
                  <a:gd name="connsiteY16" fmla="*/ 35338 h 147447"/>
                  <a:gd name="connsiteX17" fmla="*/ 84392 w 128111"/>
                  <a:gd name="connsiteY17" fmla="*/ 32576 h 147447"/>
                  <a:gd name="connsiteX18" fmla="*/ 81820 w 128111"/>
                  <a:gd name="connsiteY18" fmla="*/ 35338 h 147447"/>
                  <a:gd name="connsiteX19" fmla="*/ 63341 w 128111"/>
                  <a:gd name="connsiteY19" fmla="*/ 85154 h 147447"/>
                  <a:gd name="connsiteX20" fmla="*/ 86868 w 128111"/>
                  <a:gd name="connsiteY20" fmla="*/ 85154 h 147447"/>
                  <a:gd name="connsiteX21" fmla="*/ 86106 w 128111"/>
                  <a:gd name="connsiteY21" fmla="*/ 35338 h 147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8111" h="147447">
                    <a:moveTo>
                      <a:pt x="124396" y="147447"/>
                    </a:moveTo>
                    <a:lnTo>
                      <a:pt x="91059" y="147447"/>
                    </a:lnTo>
                    <a:cubicBezTo>
                      <a:pt x="89059" y="147447"/>
                      <a:pt x="87725" y="145637"/>
                      <a:pt x="87725" y="143732"/>
                    </a:cubicBezTo>
                    <a:lnTo>
                      <a:pt x="87154" y="116491"/>
                    </a:lnTo>
                    <a:lnTo>
                      <a:pt x="52292" y="116491"/>
                    </a:lnTo>
                    <a:lnTo>
                      <a:pt x="41910" y="143732"/>
                    </a:lnTo>
                    <a:cubicBezTo>
                      <a:pt x="41148" y="145733"/>
                      <a:pt x="39338" y="147447"/>
                      <a:pt x="37433" y="147447"/>
                    </a:cubicBezTo>
                    <a:lnTo>
                      <a:pt x="2762" y="147447"/>
                    </a:lnTo>
                    <a:cubicBezTo>
                      <a:pt x="952" y="147447"/>
                      <a:pt x="0" y="146495"/>
                      <a:pt x="0" y="144875"/>
                    </a:cubicBezTo>
                    <a:cubicBezTo>
                      <a:pt x="0" y="144494"/>
                      <a:pt x="190" y="143923"/>
                      <a:pt x="381" y="143351"/>
                    </a:cubicBezTo>
                    <a:lnTo>
                      <a:pt x="47815" y="23336"/>
                    </a:lnTo>
                    <a:cubicBezTo>
                      <a:pt x="55435" y="3905"/>
                      <a:pt x="70961" y="0"/>
                      <a:pt x="89535" y="0"/>
                    </a:cubicBezTo>
                    <a:cubicBezTo>
                      <a:pt x="108109" y="0"/>
                      <a:pt x="122301" y="3905"/>
                      <a:pt x="123063" y="23336"/>
                    </a:cubicBezTo>
                    <a:lnTo>
                      <a:pt x="128111" y="143351"/>
                    </a:lnTo>
                    <a:lnTo>
                      <a:pt x="128111" y="143542"/>
                    </a:lnTo>
                    <a:cubicBezTo>
                      <a:pt x="128111" y="145733"/>
                      <a:pt x="126587" y="147447"/>
                      <a:pt x="124396" y="147447"/>
                    </a:cubicBezTo>
                    <a:close/>
                    <a:moveTo>
                      <a:pt x="86201" y="35338"/>
                    </a:moveTo>
                    <a:cubicBezTo>
                      <a:pt x="86201" y="33528"/>
                      <a:pt x="86201" y="32576"/>
                      <a:pt x="84392" y="32576"/>
                    </a:cubicBezTo>
                    <a:cubicBezTo>
                      <a:pt x="82582" y="32576"/>
                      <a:pt x="82391" y="33528"/>
                      <a:pt x="81820" y="35338"/>
                    </a:cubicBezTo>
                    <a:lnTo>
                      <a:pt x="63341" y="85154"/>
                    </a:lnTo>
                    <a:lnTo>
                      <a:pt x="86868" y="85154"/>
                    </a:lnTo>
                    <a:lnTo>
                      <a:pt x="86106" y="35338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9" name="Forma Livre: Forma 78">
                <a:extLst>
                  <a:ext uri="{FF2B5EF4-FFF2-40B4-BE49-F238E27FC236}">
                    <a16:creationId xmlns:a16="http://schemas.microsoft.com/office/drawing/2014/main" id="{6C565888-D661-41A3-908B-EE476B676DEE}"/>
                  </a:ext>
                </a:extLst>
              </p:cNvPr>
              <p:cNvSpPr/>
              <p:nvPr/>
            </p:nvSpPr>
            <p:spPr>
              <a:xfrm>
                <a:off x="5931431" y="3866768"/>
                <a:ext cx="64424" cy="145637"/>
              </a:xfrm>
              <a:custGeom>
                <a:avLst/>
                <a:gdLst>
                  <a:gd name="connsiteX0" fmla="*/ 64366 w 64424"/>
                  <a:gd name="connsiteY0" fmla="*/ 3715 h 145637"/>
                  <a:gd name="connsiteX1" fmla="*/ 40077 w 64424"/>
                  <a:gd name="connsiteY1" fmla="*/ 141732 h 145637"/>
                  <a:gd name="connsiteX2" fmla="*/ 35410 w 64424"/>
                  <a:gd name="connsiteY2" fmla="*/ 145637 h 145637"/>
                  <a:gd name="connsiteX3" fmla="*/ 3215 w 64424"/>
                  <a:gd name="connsiteY3" fmla="*/ 145637 h 145637"/>
                  <a:gd name="connsiteX4" fmla="*/ 72 w 64424"/>
                  <a:gd name="connsiteY4" fmla="*/ 141732 h 145637"/>
                  <a:gd name="connsiteX5" fmla="*/ 24361 w 64424"/>
                  <a:gd name="connsiteY5" fmla="*/ 3715 h 145637"/>
                  <a:gd name="connsiteX6" fmla="*/ 28837 w 64424"/>
                  <a:gd name="connsiteY6" fmla="*/ 0 h 145637"/>
                  <a:gd name="connsiteX7" fmla="*/ 61032 w 64424"/>
                  <a:gd name="connsiteY7" fmla="*/ 0 h 145637"/>
                  <a:gd name="connsiteX8" fmla="*/ 64366 w 64424"/>
                  <a:gd name="connsiteY8" fmla="*/ 3715 h 145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424" h="145637">
                    <a:moveTo>
                      <a:pt x="64366" y="3715"/>
                    </a:moveTo>
                    <a:lnTo>
                      <a:pt x="40077" y="141732"/>
                    </a:lnTo>
                    <a:cubicBezTo>
                      <a:pt x="39696" y="143923"/>
                      <a:pt x="38267" y="145637"/>
                      <a:pt x="35410" y="145637"/>
                    </a:cubicBezTo>
                    <a:lnTo>
                      <a:pt x="3215" y="145637"/>
                    </a:lnTo>
                    <a:cubicBezTo>
                      <a:pt x="834" y="145637"/>
                      <a:pt x="-309" y="143637"/>
                      <a:pt x="72" y="141732"/>
                    </a:cubicBezTo>
                    <a:lnTo>
                      <a:pt x="24361" y="3715"/>
                    </a:lnTo>
                    <a:cubicBezTo>
                      <a:pt x="24742" y="1524"/>
                      <a:pt x="26742" y="0"/>
                      <a:pt x="28837" y="0"/>
                    </a:cubicBezTo>
                    <a:lnTo>
                      <a:pt x="61032" y="0"/>
                    </a:lnTo>
                    <a:cubicBezTo>
                      <a:pt x="63223" y="0"/>
                      <a:pt x="64747" y="1143"/>
                      <a:pt x="64366" y="37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AD5FAA37-A1A6-4940-97D4-0DA1363BCF73}"/>
                </a:ext>
              </a:extLst>
            </p:cNvPr>
            <p:cNvSpPr/>
            <p:nvPr/>
          </p:nvSpPr>
          <p:spPr>
            <a:xfrm>
              <a:off x="6037611" y="3866768"/>
              <a:ext cx="33146" cy="145637"/>
            </a:xfrm>
            <a:custGeom>
              <a:avLst/>
              <a:gdLst>
                <a:gd name="connsiteX0" fmla="*/ 33147 w 33146"/>
                <a:gd name="connsiteY0" fmla="*/ 3715 h 145637"/>
                <a:gd name="connsiteX1" fmla="*/ 8668 w 33146"/>
                <a:gd name="connsiteY1" fmla="*/ 141923 h 145637"/>
                <a:gd name="connsiteX2" fmla="*/ 4763 w 33146"/>
                <a:gd name="connsiteY2" fmla="*/ 145637 h 145637"/>
                <a:gd name="connsiteX3" fmla="*/ 2762 w 33146"/>
                <a:gd name="connsiteY3" fmla="*/ 145637 h 145637"/>
                <a:gd name="connsiteX4" fmla="*/ 0 w 33146"/>
                <a:gd name="connsiteY4" fmla="*/ 142685 h 145637"/>
                <a:gd name="connsiteX5" fmla="*/ 0 w 33146"/>
                <a:gd name="connsiteY5" fmla="*/ 141923 h 145637"/>
                <a:gd name="connsiteX6" fmla="*/ 24479 w 33146"/>
                <a:gd name="connsiteY6" fmla="*/ 3715 h 145637"/>
                <a:gd name="connsiteX7" fmla="*/ 28384 w 33146"/>
                <a:gd name="connsiteY7" fmla="*/ 0 h 145637"/>
                <a:gd name="connsiteX8" fmla="*/ 30385 w 33146"/>
                <a:gd name="connsiteY8" fmla="*/ 0 h 145637"/>
                <a:gd name="connsiteX9" fmla="*/ 33147 w 33146"/>
                <a:gd name="connsiteY9" fmla="*/ 2953 h 145637"/>
                <a:gd name="connsiteX10" fmla="*/ 33147 w 33146"/>
                <a:gd name="connsiteY10" fmla="*/ 3715 h 145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46" h="145637">
                  <a:moveTo>
                    <a:pt x="33147" y="3715"/>
                  </a:moveTo>
                  <a:lnTo>
                    <a:pt x="8668" y="141923"/>
                  </a:lnTo>
                  <a:cubicBezTo>
                    <a:pt x="8287" y="143923"/>
                    <a:pt x="6667" y="145637"/>
                    <a:pt x="4763" y="145637"/>
                  </a:cubicBezTo>
                  <a:lnTo>
                    <a:pt x="2762" y="145637"/>
                  </a:lnTo>
                  <a:cubicBezTo>
                    <a:pt x="952" y="145637"/>
                    <a:pt x="0" y="144304"/>
                    <a:pt x="0" y="142685"/>
                  </a:cubicBezTo>
                  <a:lnTo>
                    <a:pt x="0" y="141923"/>
                  </a:lnTo>
                  <a:lnTo>
                    <a:pt x="24479" y="3715"/>
                  </a:lnTo>
                  <a:cubicBezTo>
                    <a:pt x="24860" y="1715"/>
                    <a:pt x="26479" y="0"/>
                    <a:pt x="28384" y="0"/>
                  </a:cubicBezTo>
                  <a:lnTo>
                    <a:pt x="30385" y="0"/>
                  </a:lnTo>
                  <a:cubicBezTo>
                    <a:pt x="32194" y="0"/>
                    <a:pt x="33147" y="1333"/>
                    <a:pt x="33147" y="2953"/>
                  </a:cubicBezTo>
                  <a:lnTo>
                    <a:pt x="33147" y="371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63" name="Gráfico 4">
              <a:extLst>
                <a:ext uri="{FF2B5EF4-FFF2-40B4-BE49-F238E27FC236}">
                  <a16:creationId xmlns:a16="http://schemas.microsoft.com/office/drawing/2014/main" id="{A138DE00-8EF8-47E3-A6BB-0D06FD44D5E1}"/>
                </a:ext>
              </a:extLst>
            </p:cNvPr>
            <p:cNvGrpSpPr/>
            <p:nvPr/>
          </p:nvGrpSpPr>
          <p:grpSpPr>
            <a:xfrm>
              <a:off x="6113739" y="3864768"/>
              <a:ext cx="259723" cy="149447"/>
              <a:chOff x="6113739" y="3864768"/>
              <a:chExt cx="259723" cy="149447"/>
            </a:xfrm>
            <a:solidFill>
              <a:srgbClr val="FFFFFF"/>
            </a:solidFill>
          </p:grpSpPr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5624DAA7-9CCF-4B1D-95CF-AC57C0788F91}"/>
                  </a:ext>
                </a:extLst>
              </p:cNvPr>
              <p:cNvSpPr/>
              <p:nvPr/>
            </p:nvSpPr>
            <p:spPr>
              <a:xfrm>
                <a:off x="6113739" y="3866768"/>
                <a:ext cx="64424" cy="145637"/>
              </a:xfrm>
              <a:custGeom>
                <a:avLst/>
                <a:gdLst>
                  <a:gd name="connsiteX0" fmla="*/ 64366 w 64424"/>
                  <a:gd name="connsiteY0" fmla="*/ 3715 h 145637"/>
                  <a:gd name="connsiteX1" fmla="*/ 40077 w 64424"/>
                  <a:gd name="connsiteY1" fmla="*/ 141732 h 145637"/>
                  <a:gd name="connsiteX2" fmla="*/ 35410 w 64424"/>
                  <a:gd name="connsiteY2" fmla="*/ 145637 h 145637"/>
                  <a:gd name="connsiteX3" fmla="*/ 3215 w 64424"/>
                  <a:gd name="connsiteY3" fmla="*/ 145637 h 145637"/>
                  <a:gd name="connsiteX4" fmla="*/ 72 w 64424"/>
                  <a:gd name="connsiteY4" fmla="*/ 141732 h 145637"/>
                  <a:gd name="connsiteX5" fmla="*/ 24361 w 64424"/>
                  <a:gd name="connsiteY5" fmla="*/ 3715 h 145637"/>
                  <a:gd name="connsiteX6" fmla="*/ 28837 w 64424"/>
                  <a:gd name="connsiteY6" fmla="*/ 0 h 145637"/>
                  <a:gd name="connsiteX7" fmla="*/ 61032 w 64424"/>
                  <a:gd name="connsiteY7" fmla="*/ 0 h 145637"/>
                  <a:gd name="connsiteX8" fmla="*/ 64366 w 64424"/>
                  <a:gd name="connsiteY8" fmla="*/ 3715 h 145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424" h="145637">
                    <a:moveTo>
                      <a:pt x="64366" y="3715"/>
                    </a:moveTo>
                    <a:lnTo>
                      <a:pt x="40077" y="141732"/>
                    </a:lnTo>
                    <a:cubicBezTo>
                      <a:pt x="39696" y="143923"/>
                      <a:pt x="38267" y="145637"/>
                      <a:pt x="35410" y="145637"/>
                    </a:cubicBezTo>
                    <a:lnTo>
                      <a:pt x="3215" y="145637"/>
                    </a:lnTo>
                    <a:cubicBezTo>
                      <a:pt x="834" y="145637"/>
                      <a:pt x="-309" y="143637"/>
                      <a:pt x="72" y="141732"/>
                    </a:cubicBezTo>
                    <a:lnTo>
                      <a:pt x="24361" y="3715"/>
                    </a:lnTo>
                    <a:cubicBezTo>
                      <a:pt x="24742" y="1524"/>
                      <a:pt x="26742" y="0"/>
                      <a:pt x="28837" y="0"/>
                    </a:cubicBezTo>
                    <a:lnTo>
                      <a:pt x="61032" y="0"/>
                    </a:lnTo>
                    <a:cubicBezTo>
                      <a:pt x="63223" y="0"/>
                      <a:pt x="64747" y="1143"/>
                      <a:pt x="64366" y="37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4A2AE339-CFD9-4F26-90EE-3435603A63F8}"/>
                  </a:ext>
                </a:extLst>
              </p:cNvPr>
              <p:cNvSpPr/>
              <p:nvPr/>
            </p:nvSpPr>
            <p:spPr>
              <a:xfrm>
                <a:off x="6178867" y="3864768"/>
                <a:ext cx="111061" cy="149352"/>
              </a:xfrm>
              <a:custGeom>
                <a:avLst/>
                <a:gdLst>
                  <a:gd name="connsiteX0" fmla="*/ 111062 w 111061"/>
                  <a:gd name="connsiteY0" fmla="*/ 6287 h 149352"/>
                  <a:gd name="connsiteX1" fmla="*/ 106966 w 111061"/>
                  <a:gd name="connsiteY1" fmla="*/ 30194 h 149352"/>
                  <a:gd name="connsiteX2" fmla="*/ 102299 w 111061"/>
                  <a:gd name="connsiteY2" fmla="*/ 34100 h 149352"/>
                  <a:gd name="connsiteX3" fmla="*/ 62675 w 111061"/>
                  <a:gd name="connsiteY3" fmla="*/ 34100 h 149352"/>
                  <a:gd name="connsiteX4" fmla="*/ 51530 w 111061"/>
                  <a:gd name="connsiteY4" fmla="*/ 43910 h 149352"/>
                  <a:gd name="connsiteX5" fmla="*/ 48958 w 111061"/>
                  <a:gd name="connsiteY5" fmla="*/ 58198 h 149352"/>
                  <a:gd name="connsiteX6" fmla="*/ 97155 w 111061"/>
                  <a:gd name="connsiteY6" fmla="*/ 58198 h 149352"/>
                  <a:gd name="connsiteX7" fmla="*/ 100489 w 111061"/>
                  <a:gd name="connsiteY7" fmla="*/ 61531 h 149352"/>
                  <a:gd name="connsiteX8" fmla="*/ 100489 w 111061"/>
                  <a:gd name="connsiteY8" fmla="*/ 62103 h 149352"/>
                  <a:gd name="connsiteX9" fmla="*/ 96393 w 111061"/>
                  <a:gd name="connsiteY9" fmla="*/ 85249 h 149352"/>
                  <a:gd name="connsiteX10" fmla="*/ 91916 w 111061"/>
                  <a:gd name="connsiteY10" fmla="*/ 89154 h 149352"/>
                  <a:gd name="connsiteX11" fmla="*/ 43720 w 111061"/>
                  <a:gd name="connsiteY11" fmla="*/ 89154 h 149352"/>
                  <a:gd name="connsiteX12" fmla="*/ 40767 w 111061"/>
                  <a:gd name="connsiteY12" fmla="*/ 105442 h 149352"/>
                  <a:gd name="connsiteX13" fmla="*/ 40386 w 111061"/>
                  <a:gd name="connsiteY13" fmla="*/ 109347 h 149352"/>
                  <a:gd name="connsiteX14" fmla="*/ 48387 w 111061"/>
                  <a:gd name="connsiteY14" fmla="*/ 115252 h 149352"/>
                  <a:gd name="connsiteX15" fmla="*/ 88011 w 111061"/>
                  <a:gd name="connsiteY15" fmla="*/ 115252 h 149352"/>
                  <a:gd name="connsiteX16" fmla="*/ 91345 w 111061"/>
                  <a:gd name="connsiteY16" fmla="*/ 118586 h 149352"/>
                  <a:gd name="connsiteX17" fmla="*/ 91345 w 111061"/>
                  <a:gd name="connsiteY17" fmla="*/ 119158 h 149352"/>
                  <a:gd name="connsiteX18" fmla="*/ 87058 w 111061"/>
                  <a:gd name="connsiteY18" fmla="*/ 143065 h 149352"/>
                  <a:gd name="connsiteX19" fmla="*/ 82582 w 111061"/>
                  <a:gd name="connsiteY19" fmla="*/ 146971 h 149352"/>
                  <a:gd name="connsiteX20" fmla="*/ 43910 w 111061"/>
                  <a:gd name="connsiteY20" fmla="*/ 149352 h 149352"/>
                  <a:gd name="connsiteX21" fmla="*/ 0 w 111061"/>
                  <a:gd name="connsiteY21" fmla="*/ 115443 h 149352"/>
                  <a:gd name="connsiteX22" fmla="*/ 953 w 111061"/>
                  <a:gd name="connsiteY22" fmla="*/ 105442 h 149352"/>
                  <a:gd name="connsiteX23" fmla="*/ 11716 w 111061"/>
                  <a:gd name="connsiteY23" fmla="*/ 43910 h 149352"/>
                  <a:gd name="connsiteX24" fmla="*/ 69723 w 111061"/>
                  <a:gd name="connsiteY24" fmla="*/ 0 h 149352"/>
                  <a:gd name="connsiteX25" fmla="*/ 107918 w 111061"/>
                  <a:gd name="connsiteY25" fmla="*/ 2381 h 149352"/>
                  <a:gd name="connsiteX26" fmla="*/ 111062 w 111061"/>
                  <a:gd name="connsiteY26" fmla="*/ 5525 h 149352"/>
                  <a:gd name="connsiteX27" fmla="*/ 111062 w 111061"/>
                  <a:gd name="connsiteY27" fmla="*/ 6287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1061" h="149352">
                    <a:moveTo>
                      <a:pt x="111062" y="6287"/>
                    </a:moveTo>
                    <a:lnTo>
                      <a:pt x="106966" y="30194"/>
                    </a:lnTo>
                    <a:cubicBezTo>
                      <a:pt x="106585" y="32385"/>
                      <a:pt x="104394" y="34100"/>
                      <a:pt x="102299" y="34100"/>
                    </a:cubicBezTo>
                    <a:lnTo>
                      <a:pt x="62675" y="34100"/>
                    </a:lnTo>
                    <a:cubicBezTo>
                      <a:pt x="55626" y="34100"/>
                      <a:pt x="52864" y="36481"/>
                      <a:pt x="51530" y="43910"/>
                    </a:cubicBezTo>
                    <a:lnTo>
                      <a:pt x="48958" y="58198"/>
                    </a:lnTo>
                    <a:lnTo>
                      <a:pt x="97155" y="58198"/>
                    </a:lnTo>
                    <a:cubicBezTo>
                      <a:pt x="99155" y="58198"/>
                      <a:pt x="100489" y="59531"/>
                      <a:pt x="100489" y="61531"/>
                    </a:cubicBezTo>
                    <a:lnTo>
                      <a:pt x="100489" y="62103"/>
                    </a:lnTo>
                    <a:lnTo>
                      <a:pt x="96393" y="85249"/>
                    </a:lnTo>
                    <a:cubicBezTo>
                      <a:pt x="96012" y="87440"/>
                      <a:pt x="94012" y="89154"/>
                      <a:pt x="91916" y="89154"/>
                    </a:cubicBezTo>
                    <a:lnTo>
                      <a:pt x="43720" y="89154"/>
                    </a:lnTo>
                    <a:lnTo>
                      <a:pt x="40767" y="105442"/>
                    </a:lnTo>
                    <a:cubicBezTo>
                      <a:pt x="40577" y="106966"/>
                      <a:pt x="40386" y="108204"/>
                      <a:pt x="40386" y="109347"/>
                    </a:cubicBezTo>
                    <a:cubicBezTo>
                      <a:pt x="40386" y="113824"/>
                      <a:pt x="42767" y="115252"/>
                      <a:pt x="48387" y="115252"/>
                    </a:cubicBezTo>
                    <a:lnTo>
                      <a:pt x="88011" y="115252"/>
                    </a:lnTo>
                    <a:cubicBezTo>
                      <a:pt x="90011" y="115252"/>
                      <a:pt x="91345" y="116586"/>
                      <a:pt x="91345" y="118586"/>
                    </a:cubicBezTo>
                    <a:lnTo>
                      <a:pt x="91345" y="119158"/>
                    </a:lnTo>
                    <a:lnTo>
                      <a:pt x="87058" y="143065"/>
                    </a:lnTo>
                    <a:cubicBezTo>
                      <a:pt x="86678" y="145447"/>
                      <a:pt x="85058" y="146590"/>
                      <a:pt x="82582" y="146971"/>
                    </a:cubicBezTo>
                    <a:cubicBezTo>
                      <a:pt x="74962" y="147923"/>
                      <a:pt x="62960" y="149352"/>
                      <a:pt x="43910" y="149352"/>
                    </a:cubicBezTo>
                    <a:cubicBezTo>
                      <a:pt x="20955" y="149352"/>
                      <a:pt x="0" y="141161"/>
                      <a:pt x="0" y="115443"/>
                    </a:cubicBezTo>
                    <a:cubicBezTo>
                      <a:pt x="0" y="112300"/>
                      <a:pt x="381" y="108966"/>
                      <a:pt x="953" y="105442"/>
                    </a:cubicBezTo>
                    <a:lnTo>
                      <a:pt x="11716" y="43910"/>
                    </a:lnTo>
                    <a:cubicBezTo>
                      <a:pt x="18574" y="4286"/>
                      <a:pt x="42100" y="0"/>
                      <a:pt x="69723" y="0"/>
                    </a:cubicBezTo>
                    <a:cubicBezTo>
                      <a:pt x="88773" y="0"/>
                      <a:pt x="100679" y="1333"/>
                      <a:pt x="107918" y="2381"/>
                    </a:cubicBezTo>
                    <a:cubicBezTo>
                      <a:pt x="110109" y="2572"/>
                      <a:pt x="111062" y="3524"/>
                      <a:pt x="111062" y="5525"/>
                    </a:cubicBezTo>
                    <a:lnTo>
                      <a:pt x="111062" y="62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D0AD12B3-A5CD-49A4-B242-E8D5723312D1}"/>
                  </a:ext>
                </a:extLst>
              </p:cNvPr>
              <p:cNvSpPr/>
              <p:nvPr/>
            </p:nvSpPr>
            <p:spPr>
              <a:xfrm>
                <a:off x="6289833" y="3866768"/>
                <a:ext cx="83629" cy="147447"/>
              </a:xfrm>
              <a:custGeom>
                <a:avLst/>
                <a:gdLst>
                  <a:gd name="connsiteX0" fmla="*/ 83629 w 83629"/>
                  <a:gd name="connsiteY0" fmla="*/ 117253 h 147447"/>
                  <a:gd name="connsiteX1" fmla="*/ 79343 w 83629"/>
                  <a:gd name="connsiteY1" fmla="*/ 141161 h 147447"/>
                  <a:gd name="connsiteX2" fmla="*/ 74867 w 83629"/>
                  <a:gd name="connsiteY2" fmla="*/ 145066 h 147447"/>
                  <a:gd name="connsiteX3" fmla="*/ 43910 w 83629"/>
                  <a:gd name="connsiteY3" fmla="*/ 147447 h 147447"/>
                  <a:gd name="connsiteX4" fmla="*/ 0 w 83629"/>
                  <a:gd name="connsiteY4" fmla="*/ 113729 h 147447"/>
                  <a:gd name="connsiteX5" fmla="*/ 952 w 83629"/>
                  <a:gd name="connsiteY5" fmla="*/ 103537 h 147447"/>
                  <a:gd name="connsiteX6" fmla="*/ 18383 w 83629"/>
                  <a:gd name="connsiteY6" fmla="*/ 3905 h 147447"/>
                  <a:gd name="connsiteX7" fmla="*/ 23241 w 83629"/>
                  <a:gd name="connsiteY7" fmla="*/ 0 h 147447"/>
                  <a:gd name="connsiteX8" fmla="*/ 55150 w 83629"/>
                  <a:gd name="connsiteY8" fmla="*/ 0 h 147447"/>
                  <a:gd name="connsiteX9" fmla="*/ 58293 w 83629"/>
                  <a:gd name="connsiteY9" fmla="*/ 3143 h 147447"/>
                  <a:gd name="connsiteX10" fmla="*/ 58293 w 83629"/>
                  <a:gd name="connsiteY10" fmla="*/ 3905 h 147447"/>
                  <a:gd name="connsiteX11" fmla="*/ 40862 w 83629"/>
                  <a:gd name="connsiteY11" fmla="*/ 103537 h 147447"/>
                  <a:gd name="connsiteX12" fmla="*/ 40481 w 83629"/>
                  <a:gd name="connsiteY12" fmla="*/ 107252 h 147447"/>
                  <a:gd name="connsiteX13" fmla="*/ 48482 w 83629"/>
                  <a:gd name="connsiteY13" fmla="*/ 113348 h 147447"/>
                  <a:gd name="connsiteX14" fmla="*/ 80200 w 83629"/>
                  <a:gd name="connsiteY14" fmla="*/ 113348 h 147447"/>
                  <a:gd name="connsiteX15" fmla="*/ 83534 w 83629"/>
                  <a:gd name="connsiteY15" fmla="*/ 116681 h 147447"/>
                  <a:gd name="connsiteX16" fmla="*/ 83534 w 83629"/>
                  <a:gd name="connsiteY16" fmla="*/ 117253 h 147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3629" h="147447">
                    <a:moveTo>
                      <a:pt x="83629" y="117253"/>
                    </a:moveTo>
                    <a:lnTo>
                      <a:pt x="79343" y="141161"/>
                    </a:lnTo>
                    <a:cubicBezTo>
                      <a:pt x="78962" y="143542"/>
                      <a:pt x="77343" y="144685"/>
                      <a:pt x="74867" y="145066"/>
                    </a:cubicBezTo>
                    <a:cubicBezTo>
                      <a:pt x="67437" y="146399"/>
                      <a:pt x="54292" y="147447"/>
                      <a:pt x="43910" y="147447"/>
                    </a:cubicBezTo>
                    <a:cubicBezTo>
                      <a:pt x="21717" y="147447"/>
                      <a:pt x="0" y="140208"/>
                      <a:pt x="0" y="113729"/>
                    </a:cubicBezTo>
                    <a:cubicBezTo>
                      <a:pt x="0" y="110585"/>
                      <a:pt x="381" y="107252"/>
                      <a:pt x="952" y="103537"/>
                    </a:cubicBezTo>
                    <a:lnTo>
                      <a:pt x="18383" y="3905"/>
                    </a:lnTo>
                    <a:cubicBezTo>
                      <a:pt x="18764" y="1715"/>
                      <a:pt x="21146" y="0"/>
                      <a:pt x="23241" y="0"/>
                    </a:cubicBezTo>
                    <a:lnTo>
                      <a:pt x="55150" y="0"/>
                    </a:lnTo>
                    <a:cubicBezTo>
                      <a:pt x="57150" y="0"/>
                      <a:pt x="58293" y="1333"/>
                      <a:pt x="58293" y="3143"/>
                    </a:cubicBezTo>
                    <a:lnTo>
                      <a:pt x="58293" y="3905"/>
                    </a:lnTo>
                    <a:lnTo>
                      <a:pt x="40862" y="103537"/>
                    </a:lnTo>
                    <a:cubicBezTo>
                      <a:pt x="40672" y="104870"/>
                      <a:pt x="40481" y="106108"/>
                      <a:pt x="40481" y="107252"/>
                    </a:cubicBezTo>
                    <a:cubicBezTo>
                      <a:pt x="40481" y="111728"/>
                      <a:pt x="42863" y="113348"/>
                      <a:pt x="48482" y="113348"/>
                    </a:cubicBezTo>
                    <a:lnTo>
                      <a:pt x="80200" y="113348"/>
                    </a:lnTo>
                    <a:cubicBezTo>
                      <a:pt x="82201" y="113348"/>
                      <a:pt x="83534" y="114681"/>
                      <a:pt x="83534" y="116681"/>
                    </a:cubicBezTo>
                    <a:lnTo>
                      <a:pt x="83534" y="11725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59FCB154-1234-4711-B8F6-E6AE75216868}"/>
                </a:ext>
              </a:extLst>
            </p:cNvPr>
            <p:cNvSpPr/>
            <p:nvPr/>
          </p:nvSpPr>
          <p:spPr>
            <a:xfrm>
              <a:off x="6427088" y="3866768"/>
              <a:ext cx="33147" cy="145637"/>
            </a:xfrm>
            <a:custGeom>
              <a:avLst/>
              <a:gdLst>
                <a:gd name="connsiteX0" fmla="*/ 33147 w 33147"/>
                <a:gd name="connsiteY0" fmla="*/ 3715 h 145637"/>
                <a:gd name="connsiteX1" fmla="*/ 8668 w 33147"/>
                <a:gd name="connsiteY1" fmla="*/ 141923 h 145637"/>
                <a:gd name="connsiteX2" fmla="*/ 4763 w 33147"/>
                <a:gd name="connsiteY2" fmla="*/ 145637 h 145637"/>
                <a:gd name="connsiteX3" fmla="*/ 2762 w 33147"/>
                <a:gd name="connsiteY3" fmla="*/ 145637 h 145637"/>
                <a:gd name="connsiteX4" fmla="*/ 0 w 33147"/>
                <a:gd name="connsiteY4" fmla="*/ 142685 h 145637"/>
                <a:gd name="connsiteX5" fmla="*/ 0 w 33147"/>
                <a:gd name="connsiteY5" fmla="*/ 141923 h 145637"/>
                <a:gd name="connsiteX6" fmla="*/ 24479 w 33147"/>
                <a:gd name="connsiteY6" fmla="*/ 3715 h 145637"/>
                <a:gd name="connsiteX7" fmla="*/ 28385 w 33147"/>
                <a:gd name="connsiteY7" fmla="*/ 0 h 145637"/>
                <a:gd name="connsiteX8" fmla="*/ 30385 w 33147"/>
                <a:gd name="connsiteY8" fmla="*/ 0 h 145637"/>
                <a:gd name="connsiteX9" fmla="*/ 33147 w 33147"/>
                <a:gd name="connsiteY9" fmla="*/ 2953 h 145637"/>
                <a:gd name="connsiteX10" fmla="*/ 33147 w 33147"/>
                <a:gd name="connsiteY10" fmla="*/ 3715 h 145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47" h="145637">
                  <a:moveTo>
                    <a:pt x="33147" y="3715"/>
                  </a:moveTo>
                  <a:lnTo>
                    <a:pt x="8668" y="141923"/>
                  </a:lnTo>
                  <a:cubicBezTo>
                    <a:pt x="8287" y="143923"/>
                    <a:pt x="6668" y="145637"/>
                    <a:pt x="4763" y="145637"/>
                  </a:cubicBezTo>
                  <a:lnTo>
                    <a:pt x="2762" y="145637"/>
                  </a:lnTo>
                  <a:cubicBezTo>
                    <a:pt x="953" y="145637"/>
                    <a:pt x="0" y="144304"/>
                    <a:pt x="0" y="142685"/>
                  </a:cubicBezTo>
                  <a:lnTo>
                    <a:pt x="0" y="141923"/>
                  </a:lnTo>
                  <a:lnTo>
                    <a:pt x="24479" y="3715"/>
                  </a:lnTo>
                  <a:cubicBezTo>
                    <a:pt x="24860" y="1715"/>
                    <a:pt x="26479" y="0"/>
                    <a:pt x="28385" y="0"/>
                  </a:cubicBezTo>
                  <a:lnTo>
                    <a:pt x="30385" y="0"/>
                  </a:lnTo>
                  <a:cubicBezTo>
                    <a:pt x="32195" y="0"/>
                    <a:pt x="33147" y="1333"/>
                    <a:pt x="33147" y="2953"/>
                  </a:cubicBezTo>
                  <a:lnTo>
                    <a:pt x="33147" y="3715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65" name="Gráfico 4">
              <a:extLst>
                <a:ext uri="{FF2B5EF4-FFF2-40B4-BE49-F238E27FC236}">
                  <a16:creationId xmlns:a16="http://schemas.microsoft.com/office/drawing/2014/main" id="{CC9DB122-8F97-434D-8701-23BC3326DE7C}"/>
                </a:ext>
              </a:extLst>
            </p:cNvPr>
            <p:cNvGrpSpPr/>
            <p:nvPr/>
          </p:nvGrpSpPr>
          <p:grpSpPr>
            <a:xfrm>
              <a:off x="6508623" y="3864578"/>
              <a:ext cx="644366" cy="149542"/>
              <a:chOff x="6508623" y="3864578"/>
              <a:chExt cx="644366" cy="149542"/>
            </a:xfrm>
            <a:solidFill>
              <a:srgbClr val="FFFFFF"/>
            </a:solidFill>
          </p:grpSpPr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234D4D31-28A1-44DC-ACFC-E89B1F185E77}"/>
                  </a:ext>
                </a:extLst>
              </p:cNvPr>
              <p:cNvSpPr/>
              <p:nvPr/>
            </p:nvSpPr>
            <p:spPr>
              <a:xfrm>
                <a:off x="6508623" y="3864578"/>
                <a:ext cx="107346" cy="149447"/>
              </a:xfrm>
              <a:custGeom>
                <a:avLst/>
                <a:gdLst>
                  <a:gd name="connsiteX0" fmla="*/ 107251 w 107346"/>
                  <a:gd name="connsiteY0" fmla="*/ 8287 h 149447"/>
                  <a:gd name="connsiteX1" fmla="*/ 102775 w 107346"/>
                  <a:gd name="connsiteY1" fmla="*/ 33338 h 149447"/>
                  <a:gd name="connsiteX2" fmla="*/ 98679 w 107346"/>
                  <a:gd name="connsiteY2" fmla="*/ 37052 h 149447"/>
                  <a:gd name="connsiteX3" fmla="*/ 98107 w 107346"/>
                  <a:gd name="connsiteY3" fmla="*/ 37052 h 149447"/>
                  <a:gd name="connsiteX4" fmla="*/ 70866 w 107346"/>
                  <a:gd name="connsiteY4" fmla="*/ 35242 h 149447"/>
                  <a:gd name="connsiteX5" fmla="*/ 45529 w 107346"/>
                  <a:gd name="connsiteY5" fmla="*/ 64865 h 149447"/>
                  <a:gd name="connsiteX6" fmla="*/ 41815 w 107346"/>
                  <a:gd name="connsiteY6" fmla="*/ 85058 h 149447"/>
                  <a:gd name="connsiteX7" fmla="*/ 40672 w 107346"/>
                  <a:gd name="connsiteY7" fmla="*/ 97060 h 149447"/>
                  <a:gd name="connsiteX8" fmla="*/ 56959 w 107346"/>
                  <a:gd name="connsiteY8" fmla="*/ 114681 h 149447"/>
                  <a:gd name="connsiteX9" fmla="*/ 84582 w 107346"/>
                  <a:gd name="connsiteY9" fmla="*/ 112871 h 149447"/>
                  <a:gd name="connsiteX10" fmla="*/ 85153 w 107346"/>
                  <a:gd name="connsiteY10" fmla="*/ 112871 h 149447"/>
                  <a:gd name="connsiteX11" fmla="*/ 88106 w 107346"/>
                  <a:gd name="connsiteY11" fmla="*/ 115633 h 149447"/>
                  <a:gd name="connsiteX12" fmla="*/ 88106 w 107346"/>
                  <a:gd name="connsiteY12" fmla="*/ 116586 h 149447"/>
                  <a:gd name="connsiteX13" fmla="*/ 83629 w 107346"/>
                  <a:gd name="connsiteY13" fmla="*/ 141637 h 149447"/>
                  <a:gd name="connsiteX14" fmla="*/ 78772 w 107346"/>
                  <a:gd name="connsiteY14" fmla="*/ 145923 h 149447"/>
                  <a:gd name="connsiteX15" fmla="*/ 50959 w 107346"/>
                  <a:gd name="connsiteY15" fmla="*/ 149447 h 149447"/>
                  <a:gd name="connsiteX16" fmla="*/ 0 w 107346"/>
                  <a:gd name="connsiteY16" fmla="*/ 100774 h 149447"/>
                  <a:gd name="connsiteX17" fmla="*/ 1524 w 107346"/>
                  <a:gd name="connsiteY17" fmla="*/ 84868 h 149447"/>
                  <a:gd name="connsiteX18" fmla="*/ 5239 w 107346"/>
                  <a:gd name="connsiteY18" fmla="*/ 64675 h 149447"/>
                  <a:gd name="connsiteX19" fmla="*/ 76581 w 107346"/>
                  <a:gd name="connsiteY19" fmla="*/ 0 h 149447"/>
                  <a:gd name="connsiteX20" fmla="*/ 103632 w 107346"/>
                  <a:gd name="connsiteY20" fmla="*/ 3715 h 149447"/>
                  <a:gd name="connsiteX21" fmla="*/ 107347 w 107346"/>
                  <a:gd name="connsiteY21" fmla="*/ 7048 h 149447"/>
                  <a:gd name="connsiteX22" fmla="*/ 107347 w 107346"/>
                  <a:gd name="connsiteY22" fmla="*/ 8001 h 149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7346" h="149447">
                    <a:moveTo>
                      <a:pt x="107251" y="8287"/>
                    </a:moveTo>
                    <a:lnTo>
                      <a:pt x="102775" y="33338"/>
                    </a:lnTo>
                    <a:cubicBezTo>
                      <a:pt x="102394" y="35719"/>
                      <a:pt x="100965" y="37052"/>
                      <a:pt x="98679" y="37052"/>
                    </a:cubicBezTo>
                    <a:lnTo>
                      <a:pt x="98107" y="37052"/>
                    </a:lnTo>
                    <a:cubicBezTo>
                      <a:pt x="90297" y="36290"/>
                      <a:pt x="82010" y="35242"/>
                      <a:pt x="70866" y="35242"/>
                    </a:cubicBezTo>
                    <a:cubicBezTo>
                      <a:pt x="60293" y="35242"/>
                      <a:pt x="50292" y="38957"/>
                      <a:pt x="45529" y="64865"/>
                    </a:cubicBezTo>
                    <a:lnTo>
                      <a:pt x="41815" y="85058"/>
                    </a:lnTo>
                    <a:cubicBezTo>
                      <a:pt x="41053" y="89725"/>
                      <a:pt x="40672" y="93726"/>
                      <a:pt x="40672" y="97060"/>
                    </a:cubicBezTo>
                    <a:cubicBezTo>
                      <a:pt x="40672" y="111728"/>
                      <a:pt x="48292" y="114681"/>
                      <a:pt x="56959" y="114681"/>
                    </a:cubicBezTo>
                    <a:cubicBezTo>
                      <a:pt x="68104" y="114681"/>
                      <a:pt x="76581" y="113728"/>
                      <a:pt x="84582" y="112871"/>
                    </a:cubicBezTo>
                    <a:lnTo>
                      <a:pt x="85153" y="112871"/>
                    </a:lnTo>
                    <a:cubicBezTo>
                      <a:pt x="87154" y="112871"/>
                      <a:pt x="88106" y="113633"/>
                      <a:pt x="88106" y="115633"/>
                    </a:cubicBezTo>
                    <a:lnTo>
                      <a:pt x="88106" y="116586"/>
                    </a:lnTo>
                    <a:lnTo>
                      <a:pt x="83629" y="141637"/>
                    </a:lnTo>
                    <a:cubicBezTo>
                      <a:pt x="83248" y="144209"/>
                      <a:pt x="82010" y="144970"/>
                      <a:pt x="78772" y="145923"/>
                    </a:cubicBezTo>
                    <a:cubicBezTo>
                      <a:pt x="73247" y="147733"/>
                      <a:pt x="63246" y="149447"/>
                      <a:pt x="50959" y="149447"/>
                    </a:cubicBezTo>
                    <a:cubicBezTo>
                      <a:pt x="21717" y="149447"/>
                      <a:pt x="0" y="133159"/>
                      <a:pt x="0" y="100774"/>
                    </a:cubicBezTo>
                    <a:cubicBezTo>
                      <a:pt x="0" y="95917"/>
                      <a:pt x="571" y="90583"/>
                      <a:pt x="1524" y="84868"/>
                    </a:cubicBezTo>
                    <a:lnTo>
                      <a:pt x="5239" y="64675"/>
                    </a:lnTo>
                    <a:cubicBezTo>
                      <a:pt x="14288" y="15240"/>
                      <a:pt x="39529" y="0"/>
                      <a:pt x="76581" y="0"/>
                    </a:cubicBezTo>
                    <a:cubicBezTo>
                      <a:pt x="88773" y="0"/>
                      <a:pt x="98774" y="2000"/>
                      <a:pt x="103632" y="3715"/>
                    </a:cubicBezTo>
                    <a:cubicBezTo>
                      <a:pt x="105823" y="4477"/>
                      <a:pt x="107347" y="5048"/>
                      <a:pt x="107347" y="7048"/>
                    </a:cubicBezTo>
                    <a:lnTo>
                      <a:pt x="107347" y="8001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D3EDC048-0E16-4FDA-A751-ACE947C83590}"/>
                  </a:ext>
                </a:extLst>
              </p:cNvPr>
              <p:cNvSpPr/>
              <p:nvPr/>
            </p:nvSpPr>
            <p:spPr>
              <a:xfrm>
                <a:off x="6606944" y="3866768"/>
                <a:ext cx="64424" cy="145637"/>
              </a:xfrm>
              <a:custGeom>
                <a:avLst/>
                <a:gdLst>
                  <a:gd name="connsiteX0" fmla="*/ 64366 w 64424"/>
                  <a:gd name="connsiteY0" fmla="*/ 3715 h 145637"/>
                  <a:gd name="connsiteX1" fmla="*/ 40077 w 64424"/>
                  <a:gd name="connsiteY1" fmla="*/ 141732 h 145637"/>
                  <a:gd name="connsiteX2" fmla="*/ 35410 w 64424"/>
                  <a:gd name="connsiteY2" fmla="*/ 145637 h 145637"/>
                  <a:gd name="connsiteX3" fmla="*/ 3215 w 64424"/>
                  <a:gd name="connsiteY3" fmla="*/ 145637 h 145637"/>
                  <a:gd name="connsiteX4" fmla="*/ 72 w 64424"/>
                  <a:gd name="connsiteY4" fmla="*/ 141732 h 145637"/>
                  <a:gd name="connsiteX5" fmla="*/ 24361 w 64424"/>
                  <a:gd name="connsiteY5" fmla="*/ 3715 h 145637"/>
                  <a:gd name="connsiteX6" fmla="*/ 28838 w 64424"/>
                  <a:gd name="connsiteY6" fmla="*/ 0 h 145637"/>
                  <a:gd name="connsiteX7" fmla="*/ 61032 w 64424"/>
                  <a:gd name="connsiteY7" fmla="*/ 0 h 145637"/>
                  <a:gd name="connsiteX8" fmla="*/ 64366 w 64424"/>
                  <a:gd name="connsiteY8" fmla="*/ 3715 h 145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424" h="145637">
                    <a:moveTo>
                      <a:pt x="64366" y="3715"/>
                    </a:moveTo>
                    <a:lnTo>
                      <a:pt x="40077" y="141732"/>
                    </a:lnTo>
                    <a:cubicBezTo>
                      <a:pt x="39696" y="143923"/>
                      <a:pt x="38267" y="145637"/>
                      <a:pt x="35410" y="145637"/>
                    </a:cubicBezTo>
                    <a:lnTo>
                      <a:pt x="3215" y="145637"/>
                    </a:lnTo>
                    <a:cubicBezTo>
                      <a:pt x="834" y="145637"/>
                      <a:pt x="-309" y="143637"/>
                      <a:pt x="72" y="141732"/>
                    </a:cubicBezTo>
                    <a:lnTo>
                      <a:pt x="24361" y="3715"/>
                    </a:lnTo>
                    <a:cubicBezTo>
                      <a:pt x="24742" y="1524"/>
                      <a:pt x="26742" y="0"/>
                      <a:pt x="28838" y="0"/>
                    </a:cubicBezTo>
                    <a:lnTo>
                      <a:pt x="61032" y="0"/>
                    </a:lnTo>
                    <a:cubicBezTo>
                      <a:pt x="63223" y="0"/>
                      <a:pt x="64747" y="1143"/>
                      <a:pt x="64366" y="3715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29E0B114-F7E0-4946-B89C-B0D7F950E612}"/>
                  </a:ext>
                </a:extLst>
              </p:cNvPr>
              <p:cNvSpPr/>
              <p:nvPr/>
            </p:nvSpPr>
            <p:spPr>
              <a:xfrm>
                <a:off x="6672071" y="3864768"/>
                <a:ext cx="111061" cy="149352"/>
              </a:xfrm>
              <a:custGeom>
                <a:avLst/>
                <a:gdLst>
                  <a:gd name="connsiteX0" fmla="*/ 111062 w 111061"/>
                  <a:gd name="connsiteY0" fmla="*/ 6287 h 149352"/>
                  <a:gd name="connsiteX1" fmla="*/ 106966 w 111061"/>
                  <a:gd name="connsiteY1" fmla="*/ 30194 h 149352"/>
                  <a:gd name="connsiteX2" fmla="*/ 102299 w 111061"/>
                  <a:gd name="connsiteY2" fmla="*/ 34100 h 149352"/>
                  <a:gd name="connsiteX3" fmla="*/ 62675 w 111061"/>
                  <a:gd name="connsiteY3" fmla="*/ 34100 h 149352"/>
                  <a:gd name="connsiteX4" fmla="*/ 51530 w 111061"/>
                  <a:gd name="connsiteY4" fmla="*/ 43910 h 149352"/>
                  <a:gd name="connsiteX5" fmla="*/ 48958 w 111061"/>
                  <a:gd name="connsiteY5" fmla="*/ 58198 h 149352"/>
                  <a:gd name="connsiteX6" fmla="*/ 97155 w 111061"/>
                  <a:gd name="connsiteY6" fmla="*/ 58198 h 149352"/>
                  <a:gd name="connsiteX7" fmla="*/ 100489 w 111061"/>
                  <a:gd name="connsiteY7" fmla="*/ 61531 h 149352"/>
                  <a:gd name="connsiteX8" fmla="*/ 100489 w 111061"/>
                  <a:gd name="connsiteY8" fmla="*/ 62103 h 149352"/>
                  <a:gd name="connsiteX9" fmla="*/ 96393 w 111061"/>
                  <a:gd name="connsiteY9" fmla="*/ 85249 h 149352"/>
                  <a:gd name="connsiteX10" fmla="*/ 91916 w 111061"/>
                  <a:gd name="connsiteY10" fmla="*/ 89154 h 149352"/>
                  <a:gd name="connsiteX11" fmla="*/ 43720 w 111061"/>
                  <a:gd name="connsiteY11" fmla="*/ 89154 h 149352"/>
                  <a:gd name="connsiteX12" fmla="*/ 40767 w 111061"/>
                  <a:gd name="connsiteY12" fmla="*/ 105442 h 149352"/>
                  <a:gd name="connsiteX13" fmla="*/ 40386 w 111061"/>
                  <a:gd name="connsiteY13" fmla="*/ 109347 h 149352"/>
                  <a:gd name="connsiteX14" fmla="*/ 48387 w 111061"/>
                  <a:gd name="connsiteY14" fmla="*/ 115252 h 149352"/>
                  <a:gd name="connsiteX15" fmla="*/ 88011 w 111061"/>
                  <a:gd name="connsiteY15" fmla="*/ 115252 h 149352"/>
                  <a:gd name="connsiteX16" fmla="*/ 91345 w 111061"/>
                  <a:gd name="connsiteY16" fmla="*/ 118586 h 149352"/>
                  <a:gd name="connsiteX17" fmla="*/ 91345 w 111061"/>
                  <a:gd name="connsiteY17" fmla="*/ 119158 h 149352"/>
                  <a:gd name="connsiteX18" fmla="*/ 87058 w 111061"/>
                  <a:gd name="connsiteY18" fmla="*/ 143065 h 149352"/>
                  <a:gd name="connsiteX19" fmla="*/ 82582 w 111061"/>
                  <a:gd name="connsiteY19" fmla="*/ 146971 h 149352"/>
                  <a:gd name="connsiteX20" fmla="*/ 43910 w 111061"/>
                  <a:gd name="connsiteY20" fmla="*/ 149352 h 149352"/>
                  <a:gd name="connsiteX21" fmla="*/ 0 w 111061"/>
                  <a:gd name="connsiteY21" fmla="*/ 115443 h 149352"/>
                  <a:gd name="connsiteX22" fmla="*/ 953 w 111061"/>
                  <a:gd name="connsiteY22" fmla="*/ 105442 h 149352"/>
                  <a:gd name="connsiteX23" fmla="*/ 11716 w 111061"/>
                  <a:gd name="connsiteY23" fmla="*/ 43910 h 149352"/>
                  <a:gd name="connsiteX24" fmla="*/ 69723 w 111061"/>
                  <a:gd name="connsiteY24" fmla="*/ 0 h 149352"/>
                  <a:gd name="connsiteX25" fmla="*/ 107918 w 111061"/>
                  <a:gd name="connsiteY25" fmla="*/ 2381 h 149352"/>
                  <a:gd name="connsiteX26" fmla="*/ 111062 w 111061"/>
                  <a:gd name="connsiteY26" fmla="*/ 5525 h 149352"/>
                  <a:gd name="connsiteX27" fmla="*/ 111062 w 111061"/>
                  <a:gd name="connsiteY27" fmla="*/ 6287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1061" h="149352">
                    <a:moveTo>
                      <a:pt x="111062" y="6287"/>
                    </a:moveTo>
                    <a:lnTo>
                      <a:pt x="106966" y="30194"/>
                    </a:lnTo>
                    <a:cubicBezTo>
                      <a:pt x="106585" y="32385"/>
                      <a:pt x="104394" y="34100"/>
                      <a:pt x="102299" y="34100"/>
                    </a:cubicBezTo>
                    <a:lnTo>
                      <a:pt x="62675" y="34100"/>
                    </a:lnTo>
                    <a:cubicBezTo>
                      <a:pt x="55626" y="34100"/>
                      <a:pt x="52864" y="36481"/>
                      <a:pt x="51530" y="43910"/>
                    </a:cubicBezTo>
                    <a:lnTo>
                      <a:pt x="48958" y="58198"/>
                    </a:lnTo>
                    <a:lnTo>
                      <a:pt x="97155" y="58198"/>
                    </a:lnTo>
                    <a:cubicBezTo>
                      <a:pt x="99155" y="58198"/>
                      <a:pt x="100489" y="59531"/>
                      <a:pt x="100489" y="61531"/>
                    </a:cubicBezTo>
                    <a:lnTo>
                      <a:pt x="100489" y="62103"/>
                    </a:lnTo>
                    <a:lnTo>
                      <a:pt x="96393" y="85249"/>
                    </a:lnTo>
                    <a:cubicBezTo>
                      <a:pt x="96012" y="87440"/>
                      <a:pt x="94012" y="89154"/>
                      <a:pt x="91916" y="89154"/>
                    </a:cubicBezTo>
                    <a:lnTo>
                      <a:pt x="43720" y="89154"/>
                    </a:lnTo>
                    <a:lnTo>
                      <a:pt x="40767" y="105442"/>
                    </a:lnTo>
                    <a:cubicBezTo>
                      <a:pt x="40577" y="106966"/>
                      <a:pt x="40386" y="108204"/>
                      <a:pt x="40386" y="109347"/>
                    </a:cubicBezTo>
                    <a:cubicBezTo>
                      <a:pt x="40386" y="113824"/>
                      <a:pt x="42767" y="115252"/>
                      <a:pt x="48387" y="115252"/>
                    </a:cubicBezTo>
                    <a:lnTo>
                      <a:pt x="88011" y="115252"/>
                    </a:lnTo>
                    <a:cubicBezTo>
                      <a:pt x="90011" y="115252"/>
                      <a:pt x="91345" y="116586"/>
                      <a:pt x="91345" y="118586"/>
                    </a:cubicBezTo>
                    <a:lnTo>
                      <a:pt x="91345" y="119158"/>
                    </a:lnTo>
                    <a:lnTo>
                      <a:pt x="87058" y="143065"/>
                    </a:lnTo>
                    <a:cubicBezTo>
                      <a:pt x="86678" y="145447"/>
                      <a:pt x="85058" y="146590"/>
                      <a:pt x="82582" y="146971"/>
                    </a:cubicBezTo>
                    <a:cubicBezTo>
                      <a:pt x="74962" y="147923"/>
                      <a:pt x="62960" y="149352"/>
                      <a:pt x="43910" y="149352"/>
                    </a:cubicBezTo>
                    <a:cubicBezTo>
                      <a:pt x="20955" y="149352"/>
                      <a:pt x="0" y="141161"/>
                      <a:pt x="0" y="115443"/>
                    </a:cubicBezTo>
                    <a:cubicBezTo>
                      <a:pt x="0" y="112300"/>
                      <a:pt x="381" y="108966"/>
                      <a:pt x="953" y="105442"/>
                    </a:cubicBezTo>
                    <a:lnTo>
                      <a:pt x="11716" y="43910"/>
                    </a:lnTo>
                    <a:cubicBezTo>
                      <a:pt x="18574" y="4286"/>
                      <a:pt x="42100" y="0"/>
                      <a:pt x="69723" y="0"/>
                    </a:cubicBezTo>
                    <a:cubicBezTo>
                      <a:pt x="88773" y="0"/>
                      <a:pt x="100679" y="1333"/>
                      <a:pt x="107918" y="2381"/>
                    </a:cubicBezTo>
                    <a:cubicBezTo>
                      <a:pt x="110109" y="2572"/>
                      <a:pt x="111062" y="3524"/>
                      <a:pt x="111062" y="5525"/>
                    </a:cubicBezTo>
                    <a:lnTo>
                      <a:pt x="111062" y="628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8112A59C-FD7D-43DC-9A06-50D670B39F6E}"/>
                  </a:ext>
                </a:extLst>
              </p:cNvPr>
              <p:cNvSpPr/>
              <p:nvPr/>
            </p:nvSpPr>
            <p:spPr>
              <a:xfrm>
                <a:off x="6777323" y="3864768"/>
                <a:ext cx="131921" cy="147637"/>
              </a:xfrm>
              <a:custGeom>
                <a:avLst/>
                <a:gdLst>
                  <a:gd name="connsiteX0" fmla="*/ 99727 w 131921"/>
                  <a:gd name="connsiteY0" fmla="*/ 89249 h 147637"/>
                  <a:gd name="connsiteX1" fmla="*/ 118777 w 131921"/>
                  <a:gd name="connsiteY1" fmla="*/ 142589 h 147637"/>
                  <a:gd name="connsiteX2" fmla="*/ 118967 w 131921"/>
                  <a:gd name="connsiteY2" fmla="*/ 143923 h 147637"/>
                  <a:gd name="connsiteX3" fmla="*/ 115062 w 131921"/>
                  <a:gd name="connsiteY3" fmla="*/ 147638 h 147637"/>
                  <a:gd name="connsiteX4" fmla="*/ 80582 w 131921"/>
                  <a:gd name="connsiteY4" fmla="*/ 147638 h 147637"/>
                  <a:gd name="connsiteX5" fmla="*/ 77438 w 131921"/>
                  <a:gd name="connsiteY5" fmla="*/ 143732 h 147637"/>
                  <a:gd name="connsiteX6" fmla="*/ 60960 w 131921"/>
                  <a:gd name="connsiteY6" fmla="*/ 95917 h 147637"/>
                  <a:gd name="connsiteX7" fmla="*/ 48196 w 131921"/>
                  <a:gd name="connsiteY7" fmla="*/ 95536 h 147637"/>
                  <a:gd name="connsiteX8" fmla="*/ 39719 w 131921"/>
                  <a:gd name="connsiteY8" fmla="*/ 143732 h 147637"/>
                  <a:gd name="connsiteX9" fmla="*/ 35052 w 131921"/>
                  <a:gd name="connsiteY9" fmla="*/ 147638 h 147637"/>
                  <a:gd name="connsiteX10" fmla="*/ 3334 w 131921"/>
                  <a:gd name="connsiteY10" fmla="*/ 147638 h 147637"/>
                  <a:gd name="connsiteX11" fmla="*/ 0 w 131921"/>
                  <a:gd name="connsiteY11" fmla="*/ 144304 h 147637"/>
                  <a:gd name="connsiteX12" fmla="*/ 0 w 131921"/>
                  <a:gd name="connsiteY12" fmla="*/ 143732 h 147637"/>
                  <a:gd name="connsiteX13" fmla="*/ 22574 w 131921"/>
                  <a:gd name="connsiteY13" fmla="*/ 15526 h 147637"/>
                  <a:gd name="connsiteX14" fmla="*/ 36100 w 131921"/>
                  <a:gd name="connsiteY14" fmla="*/ 2572 h 147637"/>
                  <a:gd name="connsiteX15" fmla="*/ 77248 w 131921"/>
                  <a:gd name="connsiteY15" fmla="*/ 0 h 147637"/>
                  <a:gd name="connsiteX16" fmla="*/ 131921 w 131921"/>
                  <a:gd name="connsiteY16" fmla="*/ 38195 h 147637"/>
                  <a:gd name="connsiteX17" fmla="*/ 99727 w 131921"/>
                  <a:gd name="connsiteY17" fmla="*/ 89154 h 147637"/>
                  <a:gd name="connsiteX18" fmla="*/ 74200 w 131921"/>
                  <a:gd name="connsiteY18" fmla="*/ 33528 h 147637"/>
                  <a:gd name="connsiteX19" fmla="*/ 58865 w 131921"/>
                  <a:gd name="connsiteY19" fmla="*/ 33909 h 147637"/>
                  <a:gd name="connsiteX20" fmla="*/ 53340 w 131921"/>
                  <a:gd name="connsiteY20" fmla="*/ 65056 h 147637"/>
                  <a:gd name="connsiteX21" fmla="*/ 60198 w 131921"/>
                  <a:gd name="connsiteY21" fmla="*/ 65246 h 147637"/>
                  <a:gd name="connsiteX22" fmla="*/ 67628 w 131921"/>
                  <a:gd name="connsiteY22" fmla="*/ 65246 h 147637"/>
                  <a:gd name="connsiteX23" fmla="*/ 91535 w 131921"/>
                  <a:gd name="connsiteY23" fmla="*/ 43910 h 147637"/>
                  <a:gd name="connsiteX24" fmla="*/ 74104 w 131921"/>
                  <a:gd name="connsiteY24" fmla="*/ 33528 h 147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1921" h="147637">
                    <a:moveTo>
                      <a:pt x="99727" y="89249"/>
                    </a:moveTo>
                    <a:lnTo>
                      <a:pt x="118777" y="142589"/>
                    </a:lnTo>
                    <a:cubicBezTo>
                      <a:pt x="118777" y="142589"/>
                      <a:pt x="118967" y="143542"/>
                      <a:pt x="118967" y="143923"/>
                    </a:cubicBezTo>
                    <a:cubicBezTo>
                      <a:pt x="118967" y="146113"/>
                      <a:pt x="117443" y="147638"/>
                      <a:pt x="115062" y="147638"/>
                    </a:cubicBezTo>
                    <a:lnTo>
                      <a:pt x="80582" y="147638"/>
                    </a:lnTo>
                    <a:cubicBezTo>
                      <a:pt x="78391" y="147638"/>
                      <a:pt x="78010" y="145637"/>
                      <a:pt x="77438" y="143732"/>
                    </a:cubicBezTo>
                    <a:lnTo>
                      <a:pt x="60960" y="95917"/>
                    </a:lnTo>
                    <a:cubicBezTo>
                      <a:pt x="56674" y="95917"/>
                      <a:pt x="52483" y="95917"/>
                      <a:pt x="48196" y="95536"/>
                    </a:cubicBezTo>
                    <a:lnTo>
                      <a:pt x="39719" y="143732"/>
                    </a:lnTo>
                    <a:cubicBezTo>
                      <a:pt x="39338" y="145923"/>
                      <a:pt x="37147" y="147638"/>
                      <a:pt x="35052" y="147638"/>
                    </a:cubicBezTo>
                    <a:lnTo>
                      <a:pt x="3334" y="147638"/>
                    </a:lnTo>
                    <a:cubicBezTo>
                      <a:pt x="1333" y="147638"/>
                      <a:pt x="0" y="146304"/>
                      <a:pt x="0" y="144304"/>
                    </a:cubicBezTo>
                    <a:lnTo>
                      <a:pt x="0" y="143732"/>
                    </a:lnTo>
                    <a:lnTo>
                      <a:pt x="22574" y="15526"/>
                    </a:lnTo>
                    <a:cubicBezTo>
                      <a:pt x="24098" y="6096"/>
                      <a:pt x="27432" y="4000"/>
                      <a:pt x="36100" y="2572"/>
                    </a:cubicBezTo>
                    <a:cubicBezTo>
                      <a:pt x="44101" y="1429"/>
                      <a:pt x="59817" y="0"/>
                      <a:pt x="77248" y="0"/>
                    </a:cubicBezTo>
                    <a:cubicBezTo>
                      <a:pt x="108395" y="0"/>
                      <a:pt x="131921" y="11144"/>
                      <a:pt x="131921" y="38195"/>
                    </a:cubicBezTo>
                    <a:cubicBezTo>
                      <a:pt x="131921" y="60769"/>
                      <a:pt x="121729" y="80581"/>
                      <a:pt x="99727" y="89154"/>
                    </a:cubicBezTo>
                    <a:close/>
                    <a:moveTo>
                      <a:pt x="74200" y="33528"/>
                    </a:moveTo>
                    <a:cubicBezTo>
                      <a:pt x="68866" y="33528"/>
                      <a:pt x="62198" y="33719"/>
                      <a:pt x="58865" y="33909"/>
                    </a:cubicBezTo>
                    <a:lnTo>
                      <a:pt x="53340" y="65056"/>
                    </a:lnTo>
                    <a:cubicBezTo>
                      <a:pt x="55531" y="65246"/>
                      <a:pt x="57817" y="65246"/>
                      <a:pt x="60198" y="65246"/>
                    </a:cubicBezTo>
                    <a:lnTo>
                      <a:pt x="67628" y="65246"/>
                    </a:lnTo>
                    <a:cubicBezTo>
                      <a:pt x="83153" y="65246"/>
                      <a:pt x="91535" y="59341"/>
                      <a:pt x="91535" y="43910"/>
                    </a:cubicBezTo>
                    <a:cubicBezTo>
                      <a:pt x="91535" y="36671"/>
                      <a:pt x="86392" y="33528"/>
                      <a:pt x="74104" y="335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BF2345FF-1931-425F-9A0B-D7AD5BD68CFB}"/>
                  </a:ext>
                </a:extLst>
              </p:cNvPr>
              <p:cNvSpPr/>
              <p:nvPr/>
            </p:nvSpPr>
            <p:spPr>
              <a:xfrm>
                <a:off x="6915816" y="3864673"/>
                <a:ext cx="123729" cy="149447"/>
              </a:xfrm>
              <a:custGeom>
                <a:avLst/>
                <a:gdLst>
                  <a:gd name="connsiteX0" fmla="*/ 123539 w 123729"/>
                  <a:gd name="connsiteY0" fmla="*/ 9144 h 149447"/>
                  <a:gd name="connsiteX1" fmla="*/ 119063 w 123729"/>
                  <a:gd name="connsiteY1" fmla="*/ 33814 h 149447"/>
                  <a:gd name="connsiteX2" fmla="*/ 115919 w 123729"/>
                  <a:gd name="connsiteY2" fmla="*/ 36957 h 149447"/>
                  <a:gd name="connsiteX3" fmla="*/ 115348 w 123729"/>
                  <a:gd name="connsiteY3" fmla="*/ 36957 h 149447"/>
                  <a:gd name="connsiteX4" fmla="*/ 77724 w 123729"/>
                  <a:gd name="connsiteY4" fmla="*/ 35147 h 149447"/>
                  <a:gd name="connsiteX5" fmla="*/ 45529 w 123729"/>
                  <a:gd name="connsiteY5" fmla="*/ 64579 h 149447"/>
                  <a:gd name="connsiteX6" fmla="*/ 41815 w 123729"/>
                  <a:gd name="connsiteY6" fmla="*/ 85344 h 149447"/>
                  <a:gd name="connsiteX7" fmla="*/ 40672 w 123729"/>
                  <a:gd name="connsiteY7" fmla="*/ 97727 h 149447"/>
                  <a:gd name="connsiteX8" fmla="*/ 55340 w 123729"/>
                  <a:gd name="connsiteY8" fmla="*/ 115348 h 149447"/>
                  <a:gd name="connsiteX9" fmla="*/ 66294 w 123729"/>
                  <a:gd name="connsiteY9" fmla="*/ 114776 h 149447"/>
                  <a:gd name="connsiteX10" fmla="*/ 73342 w 123729"/>
                  <a:gd name="connsiteY10" fmla="*/ 74581 h 149447"/>
                  <a:gd name="connsiteX11" fmla="*/ 77629 w 123729"/>
                  <a:gd name="connsiteY11" fmla="*/ 70676 h 149447"/>
                  <a:gd name="connsiteX12" fmla="*/ 108585 w 123729"/>
                  <a:gd name="connsiteY12" fmla="*/ 70676 h 149447"/>
                  <a:gd name="connsiteX13" fmla="*/ 111919 w 123729"/>
                  <a:gd name="connsiteY13" fmla="*/ 74009 h 149447"/>
                  <a:gd name="connsiteX14" fmla="*/ 111919 w 123729"/>
                  <a:gd name="connsiteY14" fmla="*/ 74581 h 149447"/>
                  <a:gd name="connsiteX15" fmla="*/ 100393 w 123729"/>
                  <a:gd name="connsiteY15" fmla="*/ 140303 h 149447"/>
                  <a:gd name="connsiteX16" fmla="*/ 95536 w 123729"/>
                  <a:gd name="connsiteY16" fmla="*/ 144780 h 149447"/>
                  <a:gd name="connsiteX17" fmla="*/ 49244 w 123729"/>
                  <a:gd name="connsiteY17" fmla="*/ 149447 h 149447"/>
                  <a:gd name="connsiteX18" fmla="*/ 0 w 123729"/>
                  <a:gd name="connsiteY18" fmla="*/ 100584 h 149447"/>
                  <a:gd name="connsiteX19" fmla="*/ 1333 w 123729"/>
                  <a:gd name="connsiteY19" fmla="*/ 85058 h 149447"/>
                  <a:gd name="connsiteX20" fmla="*/ 5048 w 123729"/>
                  <a:gd name="connsiteY20" fmla="*/ 64484 h 149447"/>
                  <a:gd name="connsiteX21" fmla="*/ 78391 w 123729"/>
                  <a:gd name="connsiteY21" fmla="*/ 0 h 149447"/>
                  <a:gd name="connsiteX22" fmla="*/ 120396 w 123729"/>
                  <a:gd name="connsiteY22" fmla="*/ 5334 h 149447"/>
                  <a:gd name="connsiteX23" fmla="*/ 123730 w 123729"/>
                  <a:gd name="connsiteY23" fmla="*/ 8096 h 149447"/>
                  <a:gd name="connsiteX24" fmla="*/ 123539 w 123729"/>
                  <a:gd name="connsiteY24" fmla="*/ 9049 h 149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23729" h="149447">
                    <a:moveTo>
                      <a:pt x="123539" y="9144"/>
                    </a:moveTo>
                    <a:lnTo>
                      <a:pt x="119063" y="33814"/>
                    </a:lnTo>
                    <a:cubicBezTo>
                      <a:pt x="118681" y="36195"/>
                      <a:pt x="117919" y="36957"/>
                      <a:pt x="115919" y="36957"/>
                    </a:cubicBezTo>
                    <a:lnTo>
                      <a:pt x="115348" y="36957"/>
                    </a:lnTo>
                    <a:cubicBezTo>
                      <a:pt x="107918" y="36576"/>
                      <a:pt x="92202" y="35147"/>
                      <a:pt x="77724" y="35147"/>
                    </a:cubicBezTo>
                    <a:cubicBezTo>
                      <a:pt x="58102" y="35147"/>
                      <a:pt x="49911" y="41053"/>
                      <a:pt x="45529" y="64579"/>
                    </a:cubicBezTo>
                    <a:lnTo>
                      <a:pt x="41815" y="85344"/>
                    </a:lnTo>
                    <a:cubicBezTo>
                      <a:pt x="41053" y="90202"/>
                      <a:pt x="40672" y="94202"/>
                      <a:pt x="40672" y="97727"/>
                    </a:cubicBezTo>
                    <a:cubicBezTo>
                      <a:pt x="40672" y="112776"/>
                      <a:pt x="48101" y="115348"/>
                      <a:pt x="55340" y="115348"/>
                    </a:cubicBezTo>
                    <a:cubicBezTo>
                      <a:pt x="59055" y="115348"/>
                      <a:pt x="62960" y="115157"/>
                      <a:pt x="66294" y="114776"/>
                    </a:cubicBezTo>
                    <a:lnTo>
                      <a:pt x="73342" y="74581"/>
                    </a:lnTo>
                    <a:cubicBezTo>
                      <a:pt x="73723" y="72390"/>
                      <a:pt x="75533" y="70676"/>
                      <a:pt x="77629" y="70676"/>
                    </a:cubicBezTo>
                    <a:lnTo>
                      <a:pt x="108585" y="70676"/>
                    </a:lnTo>
                    <a:cubicBezTo>
                      <a:pt x="110585" y="70676"/>
                      <a:pt x="111919" y="72009"/>
                      <a:pt x="111919" y="74009"/>
                    </a:cubicBezTo>
                    <a:lnTo>
                      <a:pt x="111919" y="74581"/>
                    </a:lnTo>
                    <a:lnTo>
                      <a:pt x="100393" y="140303"/>
                    </a:lnTo>
                    <a:cubicBezTo>
                      <a:pt x="99822" y="143256"/>
                      <a:pt x="98869" y="144209"/>
                      <a:pt x="95536" y="144780"/>
                    </a:cubicBezTo>
                    <a:cubicBezTo>
                      <a:pt x="83820" y="147161"/>
                      <a:pt x="68294" y="149447"/>
                      <a:pt x="49244" y="149447"/>
                    </a:cubicBezTo>
                    <a:cubicBezTo>
                      <a:pt x="27241" y="149447"/>
                      <a:pt x="0" y="136684"/>
                      <a:pt x="0" y="100584"/>
                    </a:cubicBezTo>
                    <a:cubicBezTo>
                      <a:pt x="0" y="95917"/>
                      <a:pt x="381" y="90583"/>
                      <a:pt x="1333" y="85058"/>
                    </a:cubicBezTo>
                    <a:lnTo>
                      <a:pt x="5048" y="64484"/>
                    </a:lnTo>
                    <a:cubicBezTo>
                      <a:pt x="15430" y="7429"/>
                      <a:pt x="49530" y="0"/>
                      <a:pt x="78391" y="0"/>
                    </a:cubicBezTo>
                    <a:cubicBezTo>
                      <a:pt x="98774" y="0"/>
                      <a:pt x="112681" y="3143"/>
                      <a:pt x="120396" y="5334"/>
                    </a:cubicBezTo>
                    <a:cubicBezTo>
                      <a:pt x="122396" y="5906"/>
                      <a:pt x="123730" y="6287"/>
                      <a:pt x="123730" y="8096"/>
                    </a:cubicBezTo>
                    <a:cubicBezTo>
                      <a:pt x="123730" y="8287"/>
                      <a:pt x="123539" y="8668"/>
                      <a:pt x="123539" y="90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2329C8D9-44AB-4E7C-8DE9-03091726819A}"/>
                  </a:ext>
                </a:extLst>
              </p:cNvPr>
              <p:cNvSpPr/>
              <p:nvPr/>
            </p:nvSpPr>
            <p:spPr>
              <a:xfrm>
                <a:off x="7034879" y="3864768"/>
                <a:ext cx="118109" cy="149352"/>
              </a:xfrm>
              <a:custGeom>
                <a:avLst/>
                <a:gdLst>
                  <a:gd name="connsiteX0" fmla="*/ 117824 w 118109"/>
                  <a:gd name="connsiteY0" fmla="*/ 8668 h 149352"/>
                  <a:gd name="connsiteX1" fmla="*/ 113538 w 118109"/>
                  <a:gd name="connsiteY1" fmla="*/ 33147 h 149352"/>
                  <a:gd name="connsiteX2" fmla="*/ 109442 w 118109"/>
                  <a:gd name="connsiteY2" fmla="*/ 36862 h 149352"/>
                  <a:gd name="connsiteX3" fmla="*/ 109061 w 118109"/>
                  <a:gd name="connsiteY3" fmla="*/ 36862 h 149352"/>
                  <a:gd name="connsiteX4" fmla="*/ 64960 w 118109"/>
                  <a:gd name="connsiteY4" fmla="*/ 34290 h 149352"/>
                  <a:gd name="connsiteX5" fmla="*/ 53816 w 118109"/>
                  <a:gd name="connsiteY5" fmla="*/ 42481 h 149352"/>
                  <a:gd name="connsiteX6" fmla="*/ 62484 w 118109"/>
                  <a:gd name="connsiteY6" fmla="*/ 50959 h 149352"/>
                  <a:gd name="connsiteX7" fmla="*/ 86392 w 118109"/>
                  <a:gd name="connsiteY7" fmla="*/ 65056 h 149352"/>
                  <a:gd name="connsiteX8" fmla="*/ 106013 w 118109"/>
                  <a:gd name="connsiteY8" fmla="*/ 97822 h 149352"/>
                  <a:gd name="connsiteX9" fmla="*/ 41910 w 118109"/>
                  <a:gd name="connsiteY9" fmla="*/ 149352 h 149352"/>
                  <a:gd name="connsiteX10" fmla="*/ 3334 w 118109"/>
                  <a:gd name="connsiteY10" fmla="*/ 144304 h 149352"/>
                  <a:gd name="connsiteX11" fmla="*/ 0 w 118109"/>
                  <a:gd name="connsiteY11" fmla="*/ 140970 h 149352"/>
                  <a:gd name="connsiteX12" fmla="*/ 0 w 118109"/>
                  <a:gd name="connsiteY12" fmla="*/ 140398 h 149352"/>
                  <a:gd name="connsiteX13" fmla="*/ 4096 w 118109"/>
                  <a:gd name="connsiteY13" fmla="*/ 116300 h 149352"/>
                  <a:gd name="connsiteX14" fmla="*/ 8572 w 118109"/>
                  <a:gd name="connsiteY14" fmla="*/ 112395 h 149352"/>
                  <a:gd name="connsiteX15" fmla="*/ 8953 w 118109"/>
                  <a:gd name="connsiteY15" fmla="*/ 112395 h 149352"/>
                  <a:gd name="connsiteX16" fmla="*/ 48196 w 118109"/>
                  <a:gd name="connsiteY16" fmla="*/ 115348 h 149352"/>
                  <a:gd name="connsiteX17" fmla="*/ 62484 w 118109"/>
                  <a:gd name="connsiteY17" fmla="*/ 103823 h 149352"/>
                  <a:gd name="connsiteX18" fmla="*/ 54864 w 118109"/>
                  <a:gd name="connsiteY18" fmla="*/ 94964 h 149352"/>
                  <a:gd name="connsiteX19" fmla="*/ 29623 w 118109"/>
                  <a:gd name="connsiteY19" fmla="*/ 78296 h 149352"/>
                  <a:gd name="connsiteX20" fmla="*/ 12763 w 118109"/>
                  <a:gd name="connsiteY20" fmla="*/ 45910 h 149352"/>
                  <a:gd name="connsiteX21" fmla="*/ 71628 w 118109"/>
                  <a:gd name="connsiteY21" fmla="*/ 0 h 149352"/>
                  <a:gd name="connsiteX22" fmla="*/ 115157 w 118109"/>
                  <a:gd name="connsiteY22" fmla="*/ 4858 h 149352"/>
                  <a:gd name="connsiteX23" fmla="*/ 118110 w 118109"/>
                  <a:gd name="connsiteY23" fmla="*/ 8001 h 149352"/>
                  <a:gd name="connsiteX24" fmla="*/ 118110 w 118109"/>
                  <a:gd name="connsiteY24" fmla="*/ 8573 h 149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18109" h="149352">
                    <a:moveTo>
                      <a:pt x="117824" y="8668"/>
                    </a:moveTo>
                    <a:lnTo>
                      <a:pt x="113538" y="33147"/>
                    </a:lnTo>
                    <a:cubicBezTo>
                      <a:pt x="113157" y="35338"/>
                      <a:pt x="111538" y="36862"/>
                      <a:pt x="109442" y="36862"/>
                    </a:cubicBezTo>
                    <a:lnTo>
                      <a:pt x="109061" y="36862"/>
                    </a:lnTo>
                    <a:cubicBezTo>
                      <a:pt x="101251" y="36290"/>
                      <a:pt x="79057" y="34290"/>
                      <a:pt x="64960" y="34290"/>
                    </a:cubicBezTo>
                    <a:cubicBezTo>
                      <a:pt x="59436" y="34290"/>
                      <a:pt x="53816" y="36100"/>
                      <a:pt x="53816" y="42481"/>
                    </a:cubicBezTo>
                    <a:cubicBezTo>
                      <a:pt x="53816" y="45244"/>
                      <a:pt x="55816" y="46958"/>
                      <a:pt x="62484" y="50959"/>
                    </a:cubicBezTo>
                    <a:lnTo>
                      <a:pt x="86392" y="65056"/>
                    </a:lnTo>
                    <a:cubicBezTo>
                      <a:pt x="100489" y="73247"/>
                      <a:pt x="106013" y="84106"/>
                      <a:pt x="106013" y="97822"/>
                    </a:cubicBezTo>
                    <a:cubicBezTo>
                      <a:pt x="106013" y="134493"/>
                      <a:pt x="75247" y="149352"/>
                      <a:pt x="41910" y="149352"/>
                    </a:cubicBezTo>
                    <a:cubicBezTo>
                      <a:pt x="25813" y="149352"/>
                      <a:pt x="13240" y="147161"/>
                      <a:pt x="3334" y="144304"/>
                    </a:cubicBezTo>
                    <a:cubicBezTo>
                      <a:pt x="1524" y="143732"/>
                      <a:pt x="0" y="142685"/>
                      <a:pt x="0" y="140970"/>
                    </a:cubicBezTo>
                    <a:lnTo>
                      <a:pt x="0" y="140398"/>
                    </a:lnTo>
                    <a:lnTo>
                      <a:pt x="4096" y="116300"/>
                    </a:lnTo>
                    <a:cubicBezTo>
                      <a:pt x="4477" y="114110"/>
                      <a:pt x="6286" y="112395"/>
                      <a:pt x="8572" y="112395"/>
                    </a:cubicBezTo>
                    <a:lnTo>
                      <a:pt x="8953" y="112395"/>
                    </a:lnTo>
                    <a:cubicBezTo>
                      <a:pt x="16954" y="113157"/>
                      <a:pt x="37814" y="115348"/>
                      <a:pt x="48196" y="115348"/>
                    </a:cubicBezTo>
                    <a:cubicBezTo>
                      <a:pt x="56007" y="115348"/>
                      <a:pt x="62484" y="112586"/>
                      <a:pt x="62484" y="103823"/>
                    </a:cubicBezTo>
                    <a:cubicBezTo>
                      <a:pt x="62484" y="100870"/>
                      <a:pt x="60484" y="98679"/>
                      <a:pt x="54864" y="94964"/>
                    </a:cubicBezTo>
                    <a:lnTo>
                      <a:pt x="29623" y="78296"/>
                    </a:lnTo>
                    <a:cubicBezTo>
                      <a:pt x="18288" y="70866"/>
                      <a:pt x="12763" y="58102"/>
                      <a:pt x="12763" y="45910"/>
                    </a:cubicBezTo>
                    <a:cubicBezTo>
                      <a:pt x="12763" y="10573"/>
                      <a:pt x="40386" y="0"/>
                      <a:pt x="71628" y="0"/>
                    </a:cubicBezTo>
                    <a:cubicBezTo>
                      <a:pt x="87154" y="0"/>
                      <a:pt x="107537" y="2572"/>
                      <a:pt x="115157" y="4858"/>
                    </a:cubicBezTo>
                    <a:cubicBezTo>
                      <a:pt x="116681" y="5429"/>
                      <a:pt x="118110" y="6191"/>
                      <a:pt x="118110" y="8001"/>
                    </a:cubicBezTo>
                    <a:lnTo>
                      <a:pt x="118110" y="8573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1104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1_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9C688-740F-48BA-A237-75EBFD60F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DCFC05-D4B9-4FEB-B85B-2D45DF9BF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426D85-CD16-4B8D-B059-5D1B3FAE7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DB0077-B4CD-4FCB-B1A8-2DC54321F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907F-2D02-4CFE-9E27-66FAE7EEEF0D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50FE8F-4E12-4767-8677-04A6C5FA4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490318-D940-42F8-BF50-CF29F9EEF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106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EE623FE-D9A7-4EF4-B3AC-5F41E9CFE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17C4A8-4B31-4CF3-9D49-53393E3C5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51BEAC-0072-44B4-A482-55C67FC6DD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7907F-2D02-4CFE-9E27-66FAE7EEEF0D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D818FD-ECE6-4277-A5F4-D67A5A242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56A2F7-9B2A-4E94-8F05-D1CE49AF3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911C3-8C66-47CF-BC59-D0DA891A4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298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71" r:id="rId3"/>
    <p:sldLayoutId id="2147483672" r:id="rId4"/>
    <p:sldLayoutId id="2147483662" r:id="rId5"/>
    <p:sldLayoutId id="2147483651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50" r:id="rId12"/>
    <p:sldLayoutId id="2147483656" r:id="rId13"/>
    <p:sldLayoutId id="2147483660" r:id="rId14"/>
    <p:sldLayoutId id="2147483669" r:id="rId15"/>
    <p:sldLayoutId id="2147483670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26" Type="http://schemas.openxmlformats.org/officeDocument/2006/relationships/image" Target="../media/image31.png"/><Relationship Id="rId39" Type="http://schemas.openxmlformats.org/officeDocument/2006/relationships/image" Target="../media/image44.svg"/><Relationship Id="rId21" Type="http://schemas.openxmlformats.org/officeDocument/2006/relationships/image" Target="../media/image28.svg"/><Relationship Id="rId34" Type="http://schemas.openxmlformats.org/officeDocument/2006/relationships/image" Target="../media/image39.pn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4.svg"/><Relationship Id="rId41" Type="http://schemas.openxmlformats.org/officeDocument/2006/relationships/image" Target="../media/image46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.png"/><Relationship Id="rId11" Type="http://schemas.openxmlformats.org/officeDocument/2006/relationships/image" Target="../media/image7.svg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37" Type="http://schemas.openxmlformats.org/officeDocument/2006/relationships/image" Target="../media/image42.svg"/><Relationship Id="rId40" Type="http://schemas.openxmlformats.org/officeDocument/2006/relationships/image" Target="../media/image45.pn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23" Type="http://schemas.openxmlformats.org/officeDocument/2006/relationships/image" Target="../media/image9.sv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10" Type="http://schemas.openxmlformats.org/officeDocument/2006/relationships/image" Target="../media/image6.png"/><Relationship Id="rId19" Type="http://schemas.openxmlformats.org/officeDocument/2006/relationships/image" Target="../media/image26.svg"/><Relationship Id="rId31" Type="http://schemas.openxmlformats.org/officeDocument/2006/relationships/image" Target="../media/image36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Relationship Id="rId22" Type="http://schemas.openxmlformats.org/officeDocument/2006/relationships/image" Target="../media/image8.png"/><Relationship Id="rId27" Type="http://schemas.openxmlformats.org/officeDocument/2006/relationships/image" Target="../media/image32.svg"/><Relationship Id="rId30" Type="http://schemas.openxmlformats.org/officeDocument/2006/relationships/image" Target="../media/image35.png"/><Relationship Id="rId35" Type="http://schemas.openxmlformats.org/officeDocument/2006/relationships/image" Target="../media/image40.svg"/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5" Type="http://schemas.openxmlformats.org/officeDocument/2006/relationships/image" Target="../media/image30.svg"/><Relationship Id="rId33" Type="http://schemas.openxmlformats.org/officeDocument/2006/relationships/image" Target="../media/image38.svg"/><Relationship Id="rId38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10">
            <a:extLst>
              <a:ext uri="{FF2B5EF4-FFF2-40B4-BE49-F238E27FC236}">
                <a16:creationId xmlns:a16="http://schemas.microsoft.com/office/drawing/2014/main" id="{4C4BCBC5-2871-49A7-8C45-A5CE529D1898}"/>
              </a:ext>
            </a:extLst>
          </p:cNvPr>
          <p:cNvSpPr txBox="1">
            <a:spLocks/>
          </p:cNvSpPr>
          <p:nvPr/>
        </p:nvSpPr>
        <p:spPr>
          <a:xfrm>
            <a:off x="2301875" y="2551772"/>
            <a:ext cx="5691188" cy="64128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ln>
                  <a:noFill/>
                </a:ln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000" dirty="0"/>
              <a:t>Título da apresentação</a:t>
            </a:r>
          </a:p>
        </p:txBody>
      </p:sp>
      <p:sp>
        <p:nvSpPr>
          <p:cNvPr id="4" name="Espaço Reservado para Texto 10">
            <a:extLst>
              <a:ext uri="{FF2B5EF4-FFF2-40B4-BE49-F238E27FC236}">
                <a16:creationId xmlns:a16="http://schemas.microsoft.com/office/drawing/2014/main" id="{95CFE830-B388-486F-9CE3-2F66FEF1B7EF}"/>
              </a:ext>
            </a:extLst>
          </p:cNvPr>
          <p:cNvSpPr txBox="1">
            <a:spLocks/>
          </p:cNvSpPr>
          <p:nvPr/>
        </p:nvSpPr>
        <p:spPr>
          <a:xfrm>
            <a:off x="2301875" y="3997470"/>
            <a:ext cx="5691188" cy="48339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kern="1200">
                <a:ln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ln>
                  <a:noFill/>
                </a:ln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ln>
                  <a:noFill/>
                </a:ln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ln>
                  <a:noFill/>
                </a:ln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74578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824D4DC4-ED36-4968-94F0-8A2063D7982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7F9872-D8E0-4751-8EBD-1B00F5CC23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F26434-5BBF-4183-B3EB-AD6E3FCD9B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 err="1"/>
              <a:t>dddd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373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93BFFAB-6A46-404D-865C-0C619C2C21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B10A1F-CF0E-4679-8E66-EDD965594C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1678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C43CC9F-4A56-43F4-A828-49B636757C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82C1BB-2356-4DFE-B99E-EA4969D3AB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7213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BD209B2-D495-4BB0-A72A-16C95A966E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64EE3E-0717-48B2-B2B2-B58BCBFB03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7684BF-2DF8-4D69-8665-D7C2FE6716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86C001-432F-4023-8915-0D3A49DDAB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597C150-2C0D-4EBC-A5B4-80E4EAF930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EDE1F39-F04F-449C-8A53-2AA43F457E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BC7DB60D-AADF-4C9C-B750-B77FFB6936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 lnSpcReduction="20000"/>
          </a:bodyPr>
          <a:lstStyle/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CE1ADCA5-6541-4788-8969-0070F2F6BD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360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B7E3F0B8-C639-4613-8CA5-8050872E10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AA63C-0FB8-473E-855C-8AEFF25376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965845-6774-400C-8F47-7376AFA48B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593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7F2E5B3-BF6A-482D-852E-1ED2773641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8315F8-22A7-4D13-A1BB-365331B623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247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774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BC19DF2-4ED0-4F2F-9CEC-BC8D57AF6D3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50D090-DF5B-4AD3-9652-24ED9815E1B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0D877A-0243-4340-9B85-32CB41FB017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12EB8C9-B644-48AD-8615-D5B7B9C598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91D3B94-0686-4EF7-87F8-2EA965E1B2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32783EA-EFF7-4D7F-876C-2FE8CB9E32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5199F5B8-3BC5-41B3-A736-EE651D1B2E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AFDBF1DA-0A09-490F-A3F7-30A0A92EFA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9170AE00-96CC-4236-9590-50E7CF11D6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306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7962;p54">
            <a:extLst>
              <a:ext uri="{FF2B5EF4-FFF2-40B4-BE49-F238E27FC236}">
                <a16:creationId xmlns:a16="http://schemas.microsoft.com/office/drawing/2014/main" id="{9E377E07-1E6B-47E8-9102-A659D30EF05B}"/>
              </a:ext>
            </a:extLst>
          </p:cNvPr>
          <p:cNvGrpSpPr/>
          <p:nvPr/>
        </p:nvGrpSpPr>
        <p:grpSpPr>
          <a:xfrm>
            <a:off x="9451457" y="1543953"/>
            <a:ext cx="787006" cy="784917"/>
            <a:chOff x="-937025" y="2064750"/>
            <a:chExt cx="292225" cy="291450"/>
          </a:xfrm>
          <a:solidFill>
            <a:srgbClr val="1A4B9F"/>
          </a:solidFill>
        </p:grpSpPr>
        <p:sp>
          <p:nvSpPr>
            <p:cNvPr id="12" name="Google Shape;7963;p54">
              <a:extLst>
                <a:ext uri="{FF2B5EF4-FFF2-40B4-BE49-F238E27FC236}">
                  <a16:creationId xmlns:a16="http://schemas.microsoft.com/office/drawing/2014/main" id="{FF8348B1-BDFB-4AA7-A4D7-AB49BC97BE44}"/>
                </a:ext>
              </a:extLst>
            </p:cNvPr>
            <p:cNvSpPr/>
            <p:nvPr/>
          </p:nvSpPr>
          <p:spPr>
            <a:xfrm>
              <a:off x="-834625" y="2134850"/>
              <a:ext cx="86650" cy="85075"/>
            </a:xfrm>
            <a:custGeom>
              <a:avLst/>
              <a:gdLst/>
              <a:ahLst/>
              <a:cxnLst/>
              <a:rect l="l" t="t" r="r" b="b"/>
              <a:pathLst>
                <a:path w="3466" h="3403" extrusionOk="0">
                  <a:moveTo>
                    <a:pt x="1702" y="599"/>
                  </a:moveTo>
                  <a:cubicBezTo>
                    <a:pt x="1922" y="599"/>
                    <a:pt x="2080" y="788"/>
                    <a:pt x="2080" y="977"/>
                  </a:cubicBezTo>
                  <a:cubicBezTo>
                    <a:pt x="2080" y="1166"/>
                    <a:pt x="1922" y="1324"/>
                    <a:pt x="1702" y="1324"/>
                  </a:cubicBezTo>
                  <a:cubicBezTo>
                    <a:pt x="1512" y="1324"/>
                    <a:pt x="1355" y="1166"/>
                    <a:pt x="1355" y="977"/>
                  </a:cubicBezTo>
                  <a:cubicBezTo>
                    <a:pt x="1355" y="788"/>
                    <a:pt x="1512" y="599"/>
                    <a:pt x="1702" y="599"/>
                  </a:cubicBezTo>
                  <a:close/>
                  <a:moveTo>
                    <a:pt x="1765" y="2048"/>
                  </a:moveTo>
                  <a:cubicBezTo>
                    <a:pt x="2174" y="2048"/>
                    <a:pt x="2584" y="2300"/>
                    <a:pt x="2741" y="2710"/>
                  </a:cubicBezTo>
                  <a:lnTo>
                    <a:pt x="756" y="2710"/>
                  </a:lnTo>
                  <a:cubicBezTo>
                    <a:pt x="914" y="2300"/>
                    <a:pt x="1292" y="2048"/>
                    <a:pt x="1765" y="2048"/>
                  </a:cubicBezTo>
                  <a:close/>
                  <a:moveTo>
                    <a:pt x="1702" y="0"/>
                  </a:moveTo>
                  <a:cubicBezTo>
                    <a:pt x="1166" y="0"/>
                    <a:pt x="693" y="441"/>
                    <a:pt x="693" y="1009"/>
                  </a:cubicBezTo>
                  <a:cubicBezTo>
                    <a:pt x="693" y="1198"/>
                    <a:pt x="788" y="1387"/>
                    <a:pt x="851" y="1576"/>
                  </a:cubicBezTo>
                  <a:cubicBezTo>
                    <a:pt x="347" y="1891"/>
                    <a:pt x="0" y="2426"/>
                    <a:pt x="0" y="3056"/>
                  </a:cubicBezTo>
                  <a:cubicBezTo>
                    <a:pt x="0" y="3245"/>
                    <a:pt x="158" y="3403"/>
                    <a:pt x="347" y="3403"/>
                  </a:cubicBezTo>
                  <a:lnTo>
                    <a:pt x="3088" y="3403"/>
                  </a:lnTo>
                  <a:cubicBezTo>
                    <a:pt x="3308" y="3403"/>
                    <a:pt x="3466" y="3245"/>
                    <a:pt x="3466" y="3056"/>
                  </a:cubicBezTo>
                  <a:cubicBezTo>
                    <a:pt x="3434" y="2426"/>
                    <a:pt x="3088" y="1828"/>
                    <a:pt x="2584" y="1576"/>
                  </a:cubicBezTo>
                  <a:cubicBezTo>
                    <a:pt x="2710" y="1387"/>
                    <a:pt x="2741" y="1198"/>
                    <a:pt x="2741" y="1009"/>
                  </a:cubicBezTo>
                  <a:cubicBezTo>
                    <a:pt x="2741" y="441"/>
                    <a:pt x="2269" y="0"/>
                    <a:pt x="17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964;p54">
              <a:extLst>
                <a:ext uri="{FF2B5EF4-FFF2-40B4-BE49-F238E27FC236}">
                  <a16:creationId xmlns:a16="http://schemas.microsoft.com/office/drawing/2014/main" id="{34E34EFD-B993-4364-AF00-05FB2E6BA3B1}"/>
                </a:ext>
              </a:extLst>
            </p:cNvPr>
            <p:cNvSpPr/>
            <p:nvPr/>
          </p:nvSpPr>
          <p:spPr>
            <a:xfrm>
              <a:off x="-936225" y="2304975"/>
              <a:ext cx="289850" cy="51225"/>
            </a:xfrm>
            <a:custGeom>
              <a:avLst/>
              <a:gdLst/>
              <a:ahLst/>
              <a:cxnLst/>
              <a:rect l="l" t="t" r="r" b="b"/>
              <a:pathLst>
                <a:path w="11594" h="2049" extrusionOk="0">
                  <a:moveTo>
                    <a:pt x="3056" y="662"/>
                  </a:moveTo>
                  <a:cubicBezTo>
                    <a:pt x="3277" y="662"/>
                    <a:pt x="3434" y="820"/>
                    <a:pt x="3434" y="1009"/>
                  </a:cubicBezTo>
                  <a:cubicBezTo>
                    <a:pt x="3434" y="1229"/>
                    <a:pt x="3277" y="1387"/>
                    <a:pt x="3056" y="1387"/>
                  </a:cubicBezTo>
                  <a:lnTo>
                    <a:pt x="1008" y="1387"/>
                  </a:lnTo>
                  <a:cubicBezTo>
                    <a:pt x="819" y="1387"/>
                    <a:pt x="662" y="1229"/>
                    <a:pt x="662" y="1009"/>
                  </a:cubicBez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586" y="693"/>
                  </a:moveTo>
                  <a:cubicBezTo>
                    <a:pt x="10775" y="693"/>
                    <a:pt x="10932" y="851"/>
                    <a:pt x="10932" y="1072"/>
                  </a:cubicBezTo>
                  <a:cubicBezTo>
                    <a:pt x="10901" y="1229"/>
                    <a:pt x="10775" y="1387"/>
                    <a:pt x="10586" y="1387"/>
                  </a:cubicBezTo>
                  <a:lnTo>
                    <a:pt x="4001" y="1387"/>
                  </a:lnTo>
                  <a:cubicBezTo>
                    <a:pt x="4096" y="1166"/>
                    <a:pt x="4096" y="914"/>
                    <a:pt x="4001" y="693"/>
                  </a:cubicBez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cubicBezTo>
                    <a:pt x="0" y="1576"/>
                    <a:pt x="473" y="2048"/>
                    <a:pt x="1008" y="2048"/>
                  </a:cubicBezTo>
                  <a:lnTo>
                    <a:pt x="10586" y="2048"/>
                  </a:lnTo>
                  <a:cubicBezTo>
                    <a:pt x="11121" y="2048"/>
                    <a:pt x="11594" y="1576"/>
                    <a:pt x="11594" y="1009"/>
                  </a:cubicBezTo>
                  <a:cubicBezTo>
                    <a:pt x="11594" y="473"/>
                    <a:pt x="11121" y="0"/>
                    <a:pt x="105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965;p54">
              <a:extLst>
                <a:ext uri="{FF2B5EF4-FFF2-40B4-BE49-F238E27FC236}">
                  <a16:creationId xmlns:a16="http://schemas.microsoft.com/office/drawing/2014/main" id="{1A0255C2-2AB8-44F8-9C54-373DC21A3B67}"/>
                </a:ext>
              </a:extLst>
            </p:cNvPr>
            <p:cNvSpPr/>
            <p:nvPr/>
          </p:nvSpPr>
          <p:spPr>
            <a:xfrm>
              <a:off x="-937025" y="2064750"/>
              <a:ext cx="292225" cy="223125"/>
            </a:xfrm>
            <a:custGeom>
              <a:avLst/>
              <a:gdLst/>
              <a:ahLst/>
              <a:cxnLst/>
              <a:rect l="l" t="t" r="r" b="b"/>
              <a:pathLst>
                <a:path w="11689" h="8925" extrusionOk="0">
                  <a:moveTo>
                    <a:pt x="3813" y="662"/>
                  </a:moveTo>
                  <a:cubicBezTo>
                    <a:pt x="4002" y="662"/>
                    <a:pt x="4159" y="820"/>
                    <a:pt x="4159" y="1009"/>
                  </a:cubicBezTo>
                  <a:lnTo>
                    <a:pt x="4159" y="1355"/>
                  </a:lnTo>
                  <a:lnTo>
                    <a:pt x="3813" y="1355"/>
                  </a:lnTo>
                  <a:cubicBezTo>
                    <a:pt x="3246" y="1355"/>
                    <a:pt x="2773" y="1828"/>
                    <a:pt x="2773" y="2395"/>
                  </a:cubicBezTo>
                  <a:lnTo>
                    <a:pt x="2773" y="4978"/>
                  </a:lnTo>
                  <a:lnTo>
                    <a:pt x="2080" y="5703"/>
                  </a:lnTo>
                  <a:lnTo>
                    <a:pt x="2080" y="5199"/>
                  </a:lnTo>
                  <a:cubicBezTo>
                    <a:pt x="2080" y="4978"/>
                    <a:pt x="1922" y="4821"/>
                    <a:pt x="1702" y="4821"/>
                  </a:cubicBezTo>
                  <a:lnTo>
                    <a:pt x="1040" y="4821"/>
                  </a:lnTo>
                  <a:cubicBezTo>
                    <a:pt x="851" y="4821"/>
                    <a:pt x="694" y="4663"/>
                    <a:pt x="694" y="4474"/>
                  </a:cubicBezTo>
                  <a:lnTo>
                    <a:pt x="694" y="1009"/>
                  </a:ln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lnTo>
                    <a:pt x="10996" y="4474"/>
                  </a:lnTo>
                  <a:cubicBezTo>
                    <a:pt x="10996" y="4695"/>
                    <a:pt x="10838" y="4852"/>
                    <a:pt x="10649" y="4852"/>
                  </a:cubicBezTo>
                  <a:lnTo>
                    <a:pt x="9893" y="4852"/>
                  </a:lnTo>
                  <a:cubicBezTo>
                    <a:pt x="9704" y="4852"/>
                    <a:pt x="9547" y="5010"/>
                    <a:pt x="9547" y="5199"/>
                  </a:cubicBezTo>
                  <a:lnTo>
                    <a:pt x="9547" y="5703"/>
                  </a:lnTo>
                  <a:lnTo>
                    <a:pt x="8885" y="5010"/>
                  </a:lnTo>
                  <a:lnTo>
                    <a:pt x="8885" y="2395"/>
                  </a:lnTo>
                  <a:cubicBezTo>
                    <a:pt x="8885" y="1859"/>
                    <a:pt x="8412" y="1387"/>
                    <a:pt x="7845" y="1387"/>
                  </a:cubicBezTo>
                  <a:lnTo>
                    <a:pt x="7499" y="1387"/>
                  </a:lnTo>
                  <a:lnTo>
                    <a:pt x="7499" y="1009"/>
                  </a:lnTo>
                  <a:cubicBezTo>
                    <a:pt x="7499" y="820"/>
                    <a:pt x="7656" y="662"/>
                    <a:pt x="7845" y="662"/>
                  </a:cubicBezTo>
                  <a:close/>
                  <a:moveTo>
                    <a:pt x="7845" y="2048"/>
                  </a:moveTo>
                  <a:cubicBezTo>
                    <a:pt x="8066" y="2048"/>
                    <a:pt x="8223" y="2206"/>
                    <a:pt x="8223" y="2395"/>
                  </a:cubicBezTo>
                  <a:lnTo>
                    <a:pt x="8223" y="6522"/>
                  </a:lnTo>
                  <a:cubicBezTo>
                    <a:pt x="8223" y="6742"/>
                    <a:pt x="8066" y="6900"/>
                    <a:pt x="7845" y="6900"/>
                  </a:cubicBezTo>
                  <a:lnTo>
                    <a:pt x="6711" y="6900"/>
                  </a:lnTo>
                  <a:cubicBezTo>
                    <a:pt x="6585" y="6900"/>
                    <a:pt x="6491" y="6931"/>
                    <a:pt x="6428" y="7057"/>
                  </a:cubicBezTo>
                  <a:lnTo>
                    <a:pt x="5798" y="8003"/>
                  </a:lnTo>
                  <a:lnTo>
                    <a:pt x="5167" y="7057"/>
                  </a:lnTo>
                  <a:cubicBezTo>
                    <a:pt x="5104" y="6963"/>
                    <a:pt x="5010" y="6900"/>
                    <a:pt x="4915" y="6900"/>
                  </a:cubicBezTo>
                  <a:lnTo>
                    <a:pt x="3750" y="6900"/>
                  </a:lnTo>
                  <a:cubicBezTo>
                    <a:pt x="3561" y="6900"/>
                    <a:pt x="3403" y="6742"/>
                    <a:pt x="3403" y="6522"/>
                  </a:cubicBezTo>
                  <a:lnTo>
                    <a:pt x="3403" y="2395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4474"/>
                  </a:lnTo>
                  <a:cubicBezTo>
                    <a:pt x="1" y="5041"/>
                    <a:pt x="473" y="5514"/>
                    <a:pt x="1009" y="5514"/>
                  </a:cubicBezTo>
                  <a:lnTo>
                    <a:pt x="1355" y="5514"/>
                  </a:lnTo>
                  <a:lnTo>
                    <a:pt x="1355" y="6522"/>
                  </a:lnTo>
                  <a:cubicBezTo>
                    <a:pt x="1355" y="6736"/>
                    <a:pt x="1544" y="6877"/>
                    <a:pt x="1724" y="6877"/>
                  </a:cubicBezTo>
                  <a:cubicBezTo>
                    <a:pt x="1809" y="6877"/>
                    <a:pt x="1893" y="6845"/>
                    <a:pt x="1954" y="6774"/>
                  </a:cubicBezTo>
                  <a:lnTo>
                    <a:pt x="2742" y="5986"/>
                  </a:lnTo>
                  <a:lnTo>
                    <a:pt x="2742" y="6522"/>
                  </a:lnTo>
                  <a:cubicBezTo>
                    <a:pt x="2742" y="7089"/>
                    <a:pt x="3214" y="7562"/>
                    <a:pt x="3781" y="7562"/>
                  </a:cubicBezTo>
                  <a:lnTo>
                    <a:pt x="4726" y="7562"/>
                  </a:lnTo>
                  <a:lnTo>
                    <a:pt x="5545" y="8759"/>
                  </a:lnTo>
                  <a:cubicBezTo>
                    <a:pt x="5608" y="8869"/>
                    <a:pt x="5719" y="8924"/>
                    <a:pt x="5825" y="8924"/>
                  </a:cubicBezTo>
                  <a:cubicBezTo>
                    <a:pt x="5931" y="8924"/>
                    <a:pt x="6034" y="8869"/>
                    <a:pt x="6081" y="8759"/>
                  </a:cubicBezTo>
                  <a:lnTo>
                    <a:pt x="6932" y="7562"/>
                  </a:lnTo>
                  <a:lnTo>
                    <a:pt x="7877" y="7562"/>
                  </a:lnTo>
                  <a:cubicBezTo>
                    <a:pt x="8412" y="7562"/>
                    <a:pt x="8885" y="7089"/>
                    <a:pt x="8885" y="6522"/>
                  </a:cubicBezTo>
                  <a:lnTo>
                    <a:pt x="8885" y="5986"/>
                  </a:lnTo>
                  <a:lnTo>
                    <a:pt x="9673" y="6774"/>
                  </a:lnTo>
                  <a:cubicBezTo>
                    <a:pt x="9733" y="6845"/>
                    <a:pt x="9817" y="6877"/>
                    <a:pt x="9903" y="6877"/>
                  </a:cubicBezTo>
                  <a:cubicBezTo>
                    <a:pt x="10083" y="6877"/>
                    <a:pt x="10271" y="6736"/>
                    <a:pt x="10271" y="6522"/>
                  </a:cubicBezTo>
                  <a:lnTo>
                    <a:pt x="10271" y="5514"/>
                  </a:lnTo>
                  <a:lnTo>
                    <a:pt x="10649" y="5514"/>
                  </a:lnTo>
                  <a:cubicBezTo>
                    <a:pt x="11216" y="5514"/>
                    <a:pt x="11689" y="5041"/>
                    <a:pt x="11689" y="4474"/>
                  </a:cubicBezTo>
                  <a:lnTo>
                    <a:pt x="11689" y="1009"/>
                  </a:lnTo>
                  <a:cubicBezTo>
                    <a:pt x="11689" y="441"/>
                    <a:pt x="11216" y="0"/>
                    <a:pt x="10649" y="0"/>
                  </a:cubicBezTo>
                  <a:lnTo>
                    <a:pt x="7845" y="0"/>
                  </a:lnTo>
                  <a:cubicBezTo>
                    <a:pt x="7310" y="0"/>
                    <a:pt x="6837" y="473"/>
                    <a:pt x="6837" y="1009"/>
                  </a:cubicBezTo>
                  <a:lnTo>
                    <a:pt x="6837" y="1387"/>
                  </a:lnTo>
                  <a:lnTo>
                    <a:pt x="4789" y="1387"/>
                  </a:lnTo>
                  <a:lnTo>
                    <a:pt x="4789" y="1009"/>
                  </a:lnTo>
                  <a:cubicBezTo>
                    <a:pt x="4789" y="473"/>
                    <a:pt x="4317" y="0"/>
                    <a:pt x="37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4110;p45">
            <a:extLst>
              <a:ext uri="{FF2B5EF4-FFF2-40B4-BE49-F238E27FC236}">
                <a16:creationId xmlns:a16="http://schemas.microsoft.com/office/drawing/2014/main" id="{28AA688D-07C7-4198-B7F9-196DA2E48E20}"/>
              </a:ext>
            </a:extLst>
          </p:cNvPr>
          <p:cNvSpPr/>
          <p:nvPr/>
        </p:nvSpPr>
        <p:spPr>
          <a:xfrm>
            <a:off x="4487400" y="1520992"/>
            <a:ext cx="839009" cy="830839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16" name="Google Shape;8392;p55">
            <a:extLst>
              <a:ext uri="{FF2B5EF4-FFF2-40B4-BE49-F238E27FC236}">
                <a16:creationId xmlns:a16="http://schemas.microsoft.com/office/drawing/2014/main" id="{E072D1ED-716B-47B6-9499-DC06F7D173BF}"/>
              </a:ext>
            </a:extLst>
          </p:cNvPr>
          <p:cNvSpPr/>
          <p:nvPr/>
        </p:nvSpPr>
        <p:spPr>
          <a:xfrm>
            <a:off x="6958705" y="1517300"/>
            <a:ext cx="849432" cy="838223"/>
          </a:xfrm>
          <a:custGeom>
            <a:avLst/>
            <a:gdLst/>
            <a:ahLst/>
            <a:cxnLst/>
            <a:rect l="l" t="t" r="r" b="b"/>
            <a:pathLst>
              <a:path w="11973" h="11815" extrusionOk="0">
                <a:moveTo>
                  <a:pt x="5986" y="631"/>
                </a:moveTo>
                <a:cubicBezTo>
                  <a:pt x="6396" y="631"/>
                  <a:pt x="6711" y="946"/>
                  <a:pt x="6711" y="1324"/>
                </a:cubicBezTo>
                <a:cubicBezTo>
                  <a:pt x="6711" y="1733"/>
                  <a:pt x="6396" y="2048"/>
                  <a:pt x="5986" y="2048"/>
                </a:cubicBezTo>
                <a:cubicBezTo>
                  <a:pt x="5608" y="2048"/>
                  <a:pt x="5293" y="1733"/>
                  <a:pt x="5293" y="1324"/>
                </a:cubicBezTo>
                <a:cubicBezTo>
                  <a:pt x="5293" y="946"/>
                  <a:pt x="5608" y="631"/>
                  <a:pt x="5986" y="631"/>
                </a:cubicBezTo>
                <a:close/>
                <a:moveTo>
                  <a:pt x="5986" y="2710"/>
                </a:moveTo>
                <a:cubicBezTo>
                  <a:pt x="6931" y="2710"/>
                  <a:pt x="7719" y="3498"/>
                  <a:pt x="7719" y="4443"/>
                </a:cubicBezTo>
                <a:lnTo>
                  <a:pt x="7719" y="4789"/>
                </a:lnTo>
                <a:lnTo>
                  <a:pt x="4253" y="4789"/>
                </a:lnTo>
                <a:lnTo>
                  <a:pt x="4253" y="4443"/>
                </a:lnTo>
                <a:cubicBezTo>
                  <a:pt x="4253" y="3498"/>
                  <a:pt x="5041" y="2710"/>
                  <a:pt x="5986" y="2710"/>
                </a:cubicBezTo>
                <a:close/>
                <a:moveTo>
                  <a:pt x="3245" y="6900"/>
                </a:moveTo>
                <a:cubicBezTo>
                  <a:pt x="3623" y="6900"/>
                  <a:pt x="3938" y="7215"/>
                  <a:pt x="3938" y="7593"/>
                </a:cubicBezTo>
                <a:cubicBezTo>
                  <a:pt x="3938" y="8003"/>
                  <a:pt x="3623" y="8318"/>
                  <a:pt x="3245" y="8318"/>
                </a:cubicBezTo>
                <a:cubicBezTo>
                  <a:pt x="2836" y="8255"/>
                  <a:pt x="2521" y="7940"/>
                  <a:pt x="2521" y="7593"/>
                </a:cubicBezTo>
                <a:cubicBezTo>
                  <a:pt x="2521" y="7215"/>
                  <a:pt x="2836" y="6900"/>
                  <a:pt x="3245" y="6900"/>
                </a:cubicBezTo>
                <a:close/>
                <a:moveTo>
                  <a:pt x="8759" y="6900"/>
                </a:moveTo>
                <a:cubicBezTo>
                  <a:pt x="9137" y="6900"/>
                  <a:pt x="9452" y="7215"/>
                  <a:pt x="9452" y="7593"/>
                </a:cubicBezTo>
                <a:cubicBezTo>
                  <a:pt x="9452" y="8003"/>
                  <a:pt x="9137" y="8318"/>
                  <a:pt x="8759" y="8318"/>
                </a:cubicBezTo>
                <a:cubicBezTo>
                  <a:pt x="8349" y="8318"/>
                  <a:pt x="8034" y="7940"/>
                  <a:pt x="8034" y="7593"/>
                </a:cubicBezTo>
                <a:cubicBezTo>
                  <a:pt x="8034" y="7215"/>
                  <a:pt x="8349" y="6900"/>
                  <a:pt x="8759" y="6900"/>
                </a:cubicBezTo>
                <a:close/>
                <a:moveTo>
                  <a:pt x="10365" y="5545"/>
                </a:moveTo>
                <a:cubicBezTo>
                  <a:pt x="10523" y="5545"/>
                  <a:pt x="10680" y="5672"/>
                  <a:pt x="10712" y="5829"/>
                </a:cubicBezTo>
                <a:lnTo>
                  <a:pt x="11216" y="8570"/>
                </a:lnTo>
                <a:cubicBezTo>
                  <a:pt x="11247" y="8790"/>
                  <a:pt x="11027" y="8980"/>
                  <a:pt x="10838" y="8980"/>
                </a:cubicBezTo>
                <a:lnTo>
                  <a:pt x="10460" y="8980"/>
                </a:lnTo>
                <a:cubicBezTo>
                  <a:pt x="10239" y="8790"/>
                  <a:pt x="10019" y="8633"/>
                  <a:pt x="9767" y="8507"/>
                </a:cubicBezTo>
                <a:cubicBezTo>
                  <a:pt x="10019" y="8255"/>
                  <a:pt x="10145" y="7940"/>
                  <a:pt x="10145" y="7562"/>
                </a:cubicBezTo>
                <a:cubicBezTo>
                  <a:pt x="10145" y="6806"/>
                  <a:pt x="9515" y="6176"/>
                  <a:pt x="8759" y="6176"/>
                </a:cubicBezTo>
                <a:cubicBezTo>
                  <a:pt x="8002" y="6176"/>
                  <a:pt x="7372" y="6806"/>
                  <a:pt x="7372" y="7562"/>
                </a:cubicBezTo>
                <a:cubicBezTo>
                  <a:pt x="7372" y="7908"/>
                  <a:pt x="7498" y="8223"/>
                  <a:pt x="7719" y="8507"/>
                </a:cubicBezTo>
                <a:cubicBezTo>
                  <a:pt x="7498" y="8633"/>
                  <a:pt x="7246" y="8790"/>
                  <a:pt x="7057" y="8980"/>
                </a:cubicBezTo>
                <a:lnTo>
                  <a:pt x="4883" y="8980"/>
                </a:lnTo>
                <a:cubicBezTo>
                  <a:pt x="4694" y="8790"/>
                  <a:pt x="4442" y="8633"/>
                  <a:pt x="4222" y="8507"/>
                </a:cubicBezTo>
                <a:cubicBezTo>
                  <a:pt x="4474" y="8255"/>
                  <a:pt x="4568" y="7940"/>
                  <a:pt x="4568" y="7562"/>
                </a:cubicBezTo>
                <a:cubicBezTo>
                  <a:pt x="4568" y="6806"/>
                  <a:pt x="3938" y="6176"/>
                  <a:pt x="3214" y="6176"/>
                </a:cubicBezTo>
                <a:cubicBezTo>
                  <a:pt x="2458" y="6176"/>
                  <a:pt x="1828" y="6806"/>
                  <a:pt x="1828" y="7562"/>
                </a:cubicBezTo>
                <a:cubicBezTo>
                  <a:pt x="1828" y="7908"/>
                  <a:pt x="1954" y="8223"/>
                  <a:pt x="2174" y="8507"/>
                </a:cubicBezTo>
                <a:cubicBezTo>
                  <a:pt x="1922" y="8633"/>
                  <a:pt x="1701" y="8790"/>
                  <a:pt x="1512" y="8980"/>
                </a:cubicBezTo>
                <a:lnTo>
                  <a:pt x="1103" y="8980"/>
                </a:lnTo>
                <a:cubicBezTo>
                  <a:pt x="882" y="8980"/>
                  <a:pt x="725" y="8790"/>
                  <a:pt x="756" y="8570"/>
                </a:cubicBezTo>
                <a:lnTo>
                  <a:pt x="1260" y="5829"/>
                </a:lnTo>
                <a:cubicBezTo>
                  <a:pt x="1323" y="5672"/>
                  <a:pt x="1418" y="5545"/>
                  <a:pt x="1638" y="5545"/>
                </a:cubicBezTo>
                <a:close/>
                <a:moveTo>
                  <a:pt x="3214" y="8948"/>
                </a:moveTo>
                <a:cubicBezTo>
                  <a:pt x="4127" y="8948"/>
                  <a:pt x="4915" y="9736"/>
                  <a:pt x="4915" y="10712"/>
                </a:cubicBezTo>
                <a:lnTo>
                  <a:pt x="4915" y="11059"/>
                </a:lnTo>
                <a:lnTo>
                  <a:pt x="1481" y="11059"/>
                </a:lnTo>
                <a:lnTo>
                  <a:pt x="1481" y="10712"/>
                </a:lnTo>
                <a:cubicBezTo>
                  <a:pt x="1481" y="9736"/>
                  <a:pt x="2269" y="8948"/>
                  <a:pt x="3214" y="8948"/>
                </a:cubicBezTo>
                <a:close/>
                <a:moveTo>
                  <a:pt x="8759" y="8948"/>
                </a:moveTo>
                <a:cubicBezTo>
                  <a:pt x="9704" y="8948"/>
                  <a:pt x="10491" y="9736"/>
                  <a:pt x="10491" y="10712"/>
                </a:cubicBezTo>
                <a:lnTo>
                  <a:pt x="10491" y="11059"/>
                </a:lnTo>
                <a:lnTo>
                  <a:pt x="7026" y="11059"/>
                </a:lnTo>
                <a:lnTo>
                  <a:pt x="7026" y="10712"/>
                </a:lnTo>
                <a:cubicBezTo>
                  <a:pt x="7026" y="9736"/>
                  <a:pt x="7813" y="8948"/>
                  <a:pt x="8759" y="8948"/>
                </a:cubicBezTo>
                <a:close/>
                <a:moveTo>
                  <a:pt x="5986" y="1"/>
                </a:moveTo>
                <a:cubicBezTo>
                  <a:pt x="5262" y="1"/>
                  <a:pt x="4631" y="631"/>
                  <a:pt x="4631" y="1387"/>
                </a:cubicBezTo>
                <a:cubicBezTo>
                  <a:pt x="4631" y="1733"/>
                  <a:pt x="4726" y="2048"/>
                  <a:pt x="4978" y="2269"/>
                </a:cubicBezTo>
                <a:cubicBezTo>
                  <a:pt x="4127" y="2679"/>
                  <a:pt x="3592" y="3498"/>
                  <a:pt x="3592" y="4474"/>
                </a:cubicBezTo>
                <a:lnTo>
                  <a:pt x="3592" y="4852"/>
                </a:lnTo>
                <a:lnTo>
                  <a:pt x="1670" y="4852"/>
                </a:lnTo>
                <a:cubicBezTo>
                  <a:pt x="1166" y="4852"/>
                  <a:pt x="725" y="5199"/>
                  <a:pt x="630" y="5703"/>
                </a:cubicBezTo>
                <a:lnTo>
                  <a:pt x="126" y="8475"/>
                </a:lnTo>
                <a:cubicBezTo>
                  <a:pt x="0" y="9043"/>
                  <a:pt x="473" y="9610"/>
                  <a:pt x="1071" y="9673"/>
                </a:cubicBezTo>
                <a:cubicBezTo>
                  <a:pt x="914" y="9988"/>
                  <a:pt x="819" y="10366"/>
                  <a:pt x="819" y="10744"/>
                </a:cubicBezTo>
                <a:lnTo>
                  <a:pt x="819" y="11468"/>
                </a:lnTo>
                <a:cubicBezTo>
                  <a:pt x="819" y="11657"/>
                  <a:pt x="977" y="11815"/>
                  <a:pt x="1197" y="11815"/>
                </a:cubicBezTo>
                <a:lnTo>
                  <a:pt x="5356" y="11815"/>
                </a:lnTo>
                <a:cubicBezTo>
                  <a:pt x="5545" y="11815"/>
                  <a:pt x="5703" y="11657"/>
                  <a:pt x="5703" y="11468"/>
                </a:cubicBezTo>
                <a:lnTo>
                  <a:pt x="5703" y="10744"/>
                </a:lnTo>
                <a:cubicBezTo>
                  <a:pt x="5703" y="10366"/>
                  <a:pt x="5640" y="9988"/>
                  <a:pt x="5482" y="9673"/>
                </a:cubicBezTo>
                <a:lnTo>
                  <a:pt x="6648" y="9673"/>
                </a:lnTo>
                <a:cubicBezTo>
                  <a:pt x="6490" y="9988"/>
                  <a:pt x="6427" y="10366"/>
                  <a:pt x="6427" y="10744"/>
                </a:cubicBezTo>
                <a:lnTo>
                  <a:pt x="6427" y="11468"/>
                </a:lnTo>
                <a:cubicBezTo>
                  <a:pt x="6427" y="11657"/>
                  <a:pt x="6585" y="11815"/>
                  <a:pt x="6774" y="11815"/>
                </a:cubicBezTo>
                <a:lnTo>
                  <a:pt x="10838" y="11815"/>
                </a:lnTo>
                <a:cubicBezTo>
                  <a:pt x="11027" y="11815"/>
                  <a:pt x="11184" y="11657"/>
                  <a:pt x="11184" y="11468"/>
                </a:cubicBezTo>
                <a:lnTo>
                  <a:pt x="11184" y="10744"/>
                </a:lnTo>
                <a:cubicBezTo>
                  <a:pt x="11184" y="10366"/>
                  <a:pt x="11121" y="9988"/>
                  <a:pt x="10964" y="9673"/>
                </a:cubicBezTo>
                <a:cubicBezTo>
                  <a:pt x="11563" y="9610"/>
                  <a:pt x="11972" y="9043"/>
                  <a:pt x="11878" y="8475"/>
                </a:cubicBezTo>
                <a:lnTo>
                  <a:pt x="11342" y="5703"/>
                </a:lnTo>
                <a:cubicBezTo>
                  <a:pt x="11279" y="5199"/>
                  <a:pt x="10838" y="4852"/>
                  <a:pt x="10334" y="4852"/>
                </a:cubicBezTo>
                <a:lnTo>
                  <a:pt x="8412" y="4852"/>
                </a:lnTo>
                <a:lnTo>
                  <a:pt x="8412" y="4474"/>
                </a:lnTo>
                <a:cubicBezTo>
                  <a:pt x="8412" y="3498"/>
                  <a:pt x="7845" y="2679"/>
                  <a:pt x="7026" y="2269"/>
                </a:cubicBezTo>
                <a:cubicBezTo>
                  <a:pt x="7246" y="2048"/>
                  <a:pt x="7372" y="1733"/>
                  <a:pt x="7372" y="1387"/>
                </a:cubicBezTo>
                <a:cubicBezTo>
                  <a:pt x="7372" y="631"/>
                  <a:pt x="6742" y="1"/>
                  <a:pt x="5986" y="1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8480;p55">
            <a:extLst>
              <a:ext uri="{FF2B5EF4-FFF2-40B4-BE49-F238E27FC236}">
                <a16:creationId xmlns:a16="http://schemas.microsoft.com/office/drawing/2014/main" id="{AA2E30C8-63AB-4C13-9465-609EF161669F}"/>
              </a:ext>
            </a:extLst>
          </p:cNvPr>
          <p:cNvGrpSpPr/>
          <p:nvPr/>
        </p:nvGrpSpPr>
        <p:grpSpPr>
          <a:xfrm>
            <a:off x="2029152" y="1566258"/>
            <a:ext cx="796778" cy="740307"/>
            <a:chOff x="6524150" y="1938725"/>
            <a:chExt cx="297725" cy="276625"/>
          </a:xfrm>
          <a:solidFill>
            <a:srgbClr val="1A4B9F"/>
          </a:solidFill>
        </p:grpSpPr>
        <p:sp>
          <p:nvSpPr>
            <p:cNvPr id="18" name="Google Shape;8481;p55">
              <a:extLst>
                <a:ext uri="{FF2B5EF4-FFF2-40B4-BE49-F238E27FC236}">
                  <a16:creationId xmlns:a16="http://schemas.microsoft.com/office/drawing/2014/main" id="{23BA2A21-5EF1-4291-804F-018693DD2F07}"/>
                </a:ext>
              </a:extLst>
            </p:cNvPr>
            <p:cNvSpPr/>
            <p:nvPr/>
          </p:nvSpPr>
          <p:spPr>
            <a:xfrm>
              <a:off x="6524150" y="2025375"/>
              <a:ext cx="297725" cy="189975"/>
            </a:xfrm>
            <a:custGeom>
              <a:avLst/>
              <a:gdLst/>
              <a:ahLst/>
              <a:cxnLst/>
              <a:rect l="l" t="t" r="r" b="b"/>
              <a:pathLst>
                <a:path w="11909" h="7599" extrusionOk="0">
                  <a:moveTo>
                    <a:pt x="9767" y="2079"/>
                  </a:moveTo>
                  <a:lnTo>
                    <a:pt x="9767" y="5198"/>
                  </a:lnTo>
                  <a:cubicBezTo>
                    <a:pt x="9735" y="5041"/>
                    <a:pt x="9672" y="4915"/>
                    <a:pt x="9546" y="4789"/>
                  </a:cubicBezTo>
                  <a:lnTo>
                    <a:pt x="7813" y="3056"/>
                  </a:lnTo>
                  <a:cubicBezTo>
                    <a:pt x="7624" y="2867"/>
                    <a:pt x="7341" y="2741"/>
                    <a:pt x="7057" y="2741"/>
                  </a:cubicBezTo>
                  <a:lnTo>
                    <a:pt x="6018" y="2741"/>
                  </a:lnTo>
                  <a:cubicBezTo>
                    <a:pt x="5923" y="2741"/>
                    <a:pt x="5797" y="2836"/>
                    <a:pt x="5734" y="2930"/>
                  </a:cubicBezTo>
                  <a:lnTo>
                    <a:pt x="5482" y="3403"/>
                  </a:lnTo>
                  <a:cubicBezTo>
                    <a:pt x="5293" y="3812"/>
                    <a:pt x="4883" y="4001"/>
                    <a:pt x="4505" y="4001"/>
                  </a:cubicBezTo>
                  <a:lnTo>
                    <a:pt x="5356" y="2269"/>
                  </a:lnTo>
                  <a:cubicBezTo>
                    <a:pt x="5419" y="2143"/>
                    <a:pt x="5576" y="2079"/>
                    <a:pt x="5671" y="2079"/>
                  </a:cubicBezTo>
                  <a:close/>
                  <a:moveTo>
                    <a:pt x="1418" y="2079"/>
                  </a:moveTo>
                  <a:lnTo>
                    <a:pt x="1418" y="5545"/>
                  </a:lnTo>
                  <a:lnTo>
                    <a:pt x="725" y="5545"/>
                  </a:lnTo>
                  <a:lnTo>
                    <a:pt x="725" y="2079"/>
                  </a:lnTo>
                  <a:close/>
                  <a:moveTo>
                    <a:pt x="11153" y="2079"/>
                  </a:moveTo>
                  <a:lnTo>
                    <a:pt x="11153" y="5545"/>
                  </a:lnTo>
                  <a:lnTo>
                    <a:pt x="10460" y="5545"/>
                  </a:lnTo>
                  <a:lnTo>
                    <a:pt x="10460" y="2079"/>
                  </a:lnTo>
                  <a:close/>
                  <a:moveTo>
                    <a:pt x="6931" y="630"/>
                  </a:moveTo>
                  <a:cubicBezTo>
                    <a:pt x="6774" y="1008"/>
                    <a:pt x="6427" y="1323"/>
                    <a:pt x="5955" y="1323"/>
                  </a:cubicBezTo>
                  <a:lnTo>
                    <a:pt x="5671" y="1323"/>
                  </a:lnTo>
                  <a:cubicBezTo>
                    <a:pt x="5293" y="1323"/>
                    <a:pt x="4946" y="1575"/>
                    <a:pt x="4726" y="1922"/>
                  </a:cubicBezTo>
                  <a:lnTo>
                    <a:pt x="3655" y="4064"/>
                  </a:lnTo>
                  <a:cubicBezTo>
                    <a:pt x="3623" y="4127"/>
                    <a:pt x="3623" y="4253"/>
                    <a:pt x="3655" y="4316"/>
                  </a:cubicBezTo>
                  <a:cubicBezTo>
                    <a:pt x="3718" y="4411"/>
                    <a:pt x="3781" y="4474"/>
                    <a:pt x="3875" y="4537"/>
                  </a:cubicBezTo>
                  <a:cubicBezTo>
                    <a:pt x="4088" y="4627"/>
                    <a:pt x="4310" y="4670"/>
                    <a:pt x="4532" y="4670"/>
                  </a:cubicBezTo>
                  <a:cubicBezTo>
                    <a:pt x="5165" y="4670"/>
                    <a:pt x="5785" y="4316"/>
                    <a:pt x="6112" y="3686"/>
                  </a:cubicBezTo>
                  <a:lnTo>
                    <a:pt x="6238" y="3434"/>
                  </a:lnTo>
                  <a:lnTo>
                    <a:pt x="7026" y="3434"/>
                  </a:lnTo>
                  <a:cubicBezTo>
                    <a:pt x="7089" y="3434"/>
                    <a:pt x="7215" y="3466"/>
                    <a:pt x="7246" y="3529"/>
                  </a:cubicBezTo>
                  <a:lnTo>
                    <a:pt x="8979" y="5261"/>
                  </a:lnTo>
                  <a:cubicBezTo>
                    <a:pt x="9137" y="5419"/>
                    <a:pt x="9137" y="5545"/>
                    <a:pt x="9105" y="5640"/>
                  </a:cubicBezTo>
                  <a:cubicBezTo>
                    <a:pt x="9105" y="5671"/>
                    <a:pt x="9042" y="5829"/>
                    <a:pt x="8885" y="5860"/>
                  </a:cubicBezTo>
                  <a:lnTo>
                    <a:pt x="5576" y="6805"/>
                  </a:lnTo>
                  <a:cubicBezTo>
                    <a:pt x="5543" y="6814"/>
                    <a:pt x="5507" y="6818"/>
                    <a:pt x="5470" y="6818"/>
                  </a:cubicBezTo>
                  <a:cubicBezTo>
                    <a:pt x="5371" y="6818"/>
                    <a:pt x="5268" y="6788"/>
                    <a:pt x="5198" y="6742"/>
                  </a:cubicBezTo>
                  <a:lnTo>
                    <a:pt x="4096" y="5640"/>
                  </a:lnTo>
                  <a:cubicBezTo>
                    <a:pt x="4033" y="5545"/>
                    <a:pt x="3938" y="5514"/>
                    <a:pt x="3875" y="5514"/>
                  </a:cubicBezTo>
                  <a:lnTo>
                    <a:pt x="2111" y="5514"/>
                  </a:lnTo>
                  <a:lnTo>
                    <a:pt x="2111" y="2048"/>
                  </a:lnTo>
                  <a:lnTo>
                    <a:pt x="2741" y="2048"/>
                  </a:lnTo>
                  <a:cubicBezTo>
                    <a:pt x="3119" y="2048"/>
                    <a:pt x="3466" y="1796"/>
                    <a:pt x="3686" y="1449"/>
                  </a:cubicBezTo>
                  <a:lnTo>
                    <a:pt x="4001" y="819"/>
                  </a:lnTo>
                  <a:cubicBezTo>
                    <a:pt x="4064" y="693"/>
                    <a:pt x="4190" y="630"/>
                    <a:pt x="4316" y="630"/>
                  </a:cubicBezTo>
                  <a:close/>
                  <a:moveTo>
                    <a:pt x="4316" y="0"/>
                  </a:moveTo>
                  <a:cubicBezTo>
                    <a:pt x="3907" y="0"/>
                    <a:pt x="3560" y="221"/>
                    <a:pt x="3371" y="599"/>
                  </a:cubicBezTo>
                  <a:lnTo>
                    <a:pt x="3056" y="1229"/>
                  </a:lnTo>
                  <a:cubicBezTo>
                    <a:pt x="2962" y="1323"/>
                    <a:pt x="2836" y="1418"/>
                    <a:pt x="2741" y="1418"/>
                  </a:cubicBezTo>
                  <a:lnTo>
                    <a:pt x="378" y="1418"/>
                  </a:lnTo>
                  <a:cubicBezTo>
                    <a:pt x="158" y="1418"/>
                    <a:pt x="0" y="1575"/>
                    <a:pt x="0" y="1764"/>
                  </a:cubicBezTo>
                  <a:lnTo>
                    <a:pt x="0" y="5955"/>
                  </a:lnTo>
                  <a:cubicBezTo>
                    <a:pt x="0" y="6144"/>
                    <a:pt x="158" y="6301"/>
                    <a:pt x="378" y="6301"/>
                  </a:cubicBezTo>
                  <a:lnTo>
                    <a:pt x="3718" y="6301"/>
                  </a:lnTo>
                  <a:lnTo>
                    <a:pt x="4694" y="7278"/>
                  </a:lnTo>
                  <a:cubicBezTo>
                    <a:pt x="4894" y="7477"/>
                    <a:pt x="5139" y="7598"/>
                    <a:pt x="5410" y="7598"/>
                  </a:cubicBezTo>
                  <a:cubicBezTo>
                    <a:pt x="5525" y="7598"/>
                    <a:pt x="5644" y="7577"/>
                    <a:pt x="5766" y="7530"/>
                  </a:cubicBezTo>
                  <a:lnTo>
                    <a:pt x="9074" y="6553"/>
                  </a:lnTo>
                  <a:cubicBezTo>
                    <a:pt x="9263" y="6522"/>
                    <a:pt x="9420" y="6396"/>
                    <a:pt x="9578" y="6238"/>
                  </a:cubicBezTo>
                  <a:lnTo>
                    <a:pt x="11562" y="6238"/>
                  </a:lnTo>
                  <a:cubicBezTo>
                    <a:pt x="11751" y="6238"/>
                    <a:pt x="11909" y="6081"/>
                    <a:pt x="11909" y="5892"/>
                  </a:cubicBezTo>
                  <a:lnTo>
                    <a:pt x="11909" y="1733"/>
                  </a:lnTo>
                  <a:cubicBezTo>
                    <a:pt x="11877" y="1544"/>
                    <a:pt x="11720" y="1386"/>
                    <a:pt x="11499" y="1386"/>
                  </a:cubicBezTo>
                  <a:lnTo>
                    <a:pt x="7341" y="1386"/>
                  </a:lnTo>
                  <a:cubicBezTo>
                    <a:pt x="7561" y="1103"/>
                    <a:pt x="7687" y="693"/>
                    <a:pt x="7687" y="347"/>
                  </a:cubicBezTo>
                  <a:cubicBezTo>
                    <a:pt x="7687" y="158"/>
                    <a:pt x="7530" y="0"/>
                    <a:pt x="73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482;p55">
              <a:extLst>
                <a:ext uri="{FF2B5EF4-FFF2-40B4-BE49-F238E27FC236}">
                  <a16:creationId xmlns:a16="http://schemas.microsoft.com/office/drawing/2014/main" id="{E35AD947-B003-4011-895F-DE7793FA16BE}"/>
                </a:ext>
              </a:extLst>
            </p:cNvPr>
            <p:cNvSpPr/>
            <p:nvPr/>
          </p:nvSpPr>
          <p:spPr>
            <a:xfrm>
              <a:off x="6664325" y="1938725"/>
              <a:ext cx="17375" cy="43350"/>
            </a:xfrm>
            <a:custGeom>
              <a:avLst/>
              <a:gdLst/>
              <a:ahLst/>
              <a:cxnLst/>
              <a:rect l="l" t="t" r="r" b="b"/>
              <a:pathLst>
                <a:path w="695" h="1734" extrusionOk="0"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lnTo>
                    <a:pt x="1" y="1355"/>
                  </a:lnTo>
                  <a:cubicBezTo>
                    <a:pt x="1" y="1576"/>
                    <a:pt x="159" y="1733"/>
                    <a:pt x="348" y="1733"/>
                  </a:cubicBezTo>
                  <a:cubicBezTo>
                    <a:pt x="537" y="1733"/>
                    <a:pt x="694" y="1576"/>
                    <a:pt x="694" y="1355"/>
                  </a:cubicBezTo>
                  <a:lnTo>
                    <a:pt x="694" y="347"/>
                  </a:lnTo>
                  <a:cubicBezTo>
                    <a:pt x="694" y="158"/>
                    <a:pt x="537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483;p55">
              <a:extLst>
                <a:ext uri="{FF2B5EF4-FFF2-40B4-BE49-F238E27FC236}">
                  <a16:creationId xmlns:a16="http://schemas.microsoft.com/office/drawing/2014/main" id="{1EA5BD10-A410-47AD-BF3E-AF983C358692}"/>
                </a:ext>
              </a:extLst>
            </p:cNvPr>
            <p:cNvSpPr/>
            <p:nvPr/>
          </p:nvSpPr>
          <p:spPr>
            <a:xfrm>
              <a:off x="6594250" y="1972800"/>
              <a:ext cx="35450" cy="35275"/>
            </a:xfrm>
            <a:custGeom>
              <a:avLst/>
              <a:gdLst/>
              <a:ahLst/>
              <a:cxnLst/>
              <a:rect l="l" t="t" r="r" b="b"/>
              <a:pathLst>
                <a:path w="1418" h="1411" extrusionOk="0">
                  <a:moveTo>
                    <a:pt x="374" y="0"/>
                  </a:moveTo>
                  <a:cubicBezTo>
                    <a:pt x="291" y="0"/>
                    <a:pt x="205" y="40"/>
                    <a:pt x="126" y="118"/>
                  </a:cubicBezTo>
                  <a:cubicBezTo>
                    <a:pt x="0" y="244"/>
                    <a:pt x="0" y="496"/>
                    <a:pt x="126" y="591"/>
                  </a:cubicBezTo>
                  <a:lnTo>
                    <a:pt x="819" y="1316"/>
                  </a:lnTo>
                  <a:cubicBezTo>
                    <a:pt x="882" y="1379"/>
                    <a:pt x="969" y="1410"/>
                    <a:pt x="1055" y="1410"/>
                  </a:cubicBezTo>
                  <a:cubicBezTo>
                    <a:pt x="1142" y="1410"/>
                    <a:pt x="1229" y="1379"/>
                    <a:pt x="1292" y="1316"/>
                  </a:cubicBezTo>
                  <a:cubicBezTo>
                    <a:pt x="1418" y="1190"/>
                    <a:pt x="1418" y="969"/>
                    <a:pt x="1292" y="843"/>
                  </a:cubicBezTo>
                  <a:lnTo>
                    <a:pt x="599" y="118"/>
                  </a:lnTo>
                  <a:cubicBezTo>
                    <a:pt x="536" y="40"/>
                    <a:pt x="457" y="0"/>
                    <a:pt x="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484;p55">
              <a:extLst>
                <a:ext uri="{FF2B5EF4-FFF2-40B4-BE49-F238E27FC236}">
                  <a16:creationId xmlns:a16="http://schemas.microsoft.com/office/drawing/2014/main" id="{FE20941A-495C-447E-A3C6-F6DDD6C693AA}"/>
                </a:ext>
              </a:extLst>
            </p:cNvPr>
            <p:cNvSpPr/>
            <p:nvPr/>
          </p:nvSpPr>
          <p:spPr>
            <a:xfrm>
              <a:off x="6715525" y="1972800"/>
              <a:ext cx="35475" cy="35275"/>
            </a:xfrm>
            <a:custGeom>
              <a:avLst/>
              <a:gdLst/>
              <a:ahLst/>
              <a:cxnLst/>
              <a:rect l="l" t="t" r="r" b="b"/>
              <a:pathLst>
                <a:path w="1419" h="1411" extrusionOk="0">
                  <a:moveTo>
                    <a:pt x="1056" y="0"/>
                  </a:moveTo>
                  <a:cubicBezTo>
                    <a:pt x="970" y="0"/>
                    <a:pt x="883" y="40"/>
                    <a:pt x="820" y="118"/>
                  </a:cubicBezTo>
                  <a:lnTo>
                    <a:pt x="127" y="843"/>
                  </a:lnTo>
                  <a:cubicBezTo>
                    <a:pt x="1" y="969"/>
                    <a:pt x="1" y="1190"/>
                    <a:pt x="127" y="1316"/>
                  </a:cubicBezTo>
                  <a:cubicBezTo>
                    <a:pt x="174" y="1379"/>
                    <a:pt x="261" y="1410"/>
                    <a:pt x="351" y="1410"/>
                  </a:cubicBezTo>
                  <a:cubicBezTo>
                    <a:pt x="442" y="1410"/>
                    <a:pt x="536" y="1379"/>
                    <a:pt x="599" y="1316"/>
                  </a:cubicBezTo>
                  <a:lnTo>
                    <a:pt x="1293" y="591"/>
                  </a:lnTo>
                  <a:cubicBezTo>
                    <a:pt x="1419" y="496"/>
                    <a:pt x="1419" y="244"/>
                    <a:pt x="1293" y="118"/>
                  </a:cubicBezTo>
                  <a:cubicBezTo>
                    <a:pt x="1230" y="40"/>
                    <a:pt x="1143" y="0"/>
                    <a:pt x="10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4109;p45">
            <a:extLst>
              <a:ext uri="{FF2B5EF4-FFF2-40B4-BE49-F238E27FC236}">
                <a16:creationId xmlns:a16="http://schemas.microsoft.com/office/drawing/2014/main" id="{7B21592E-BE6A-42F8-8F92-A165B70644F5}"/>
              </a:ext>
            </a:extLst>
          </p:cNvPr>
          <p:cNvSpPr/>
          <p:nvPr/>
        </p:nvSpPr>
        <p:spPr>
          <a:xfrm>
            <a:off x="6976009" y="3807781"/>
            <a:ext cx="814825" cy="814656"/>
          </a:xfrm>
          <a:custGeom>
            <a:avLst/>
            <a:gdLst/>
            <a:ahLst/>
            <a:cxnLst/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23" name="Google Shape;8386;p55">
            <a:extLst>
              <a:ext uri="{FF2B5EF4-FFF2-40B4-BE49-F238E27FC236}">
                <a16:creationId xmlns:a16="http://schemas.microsoft.com/office/drawing/2014/main" id="{A40C2441-A5BE-482E-A44B-3CB995A7CD02}"/>
              </a:ext>
            </a:extLst>
          </p:cNvPr>
          <p:cNvSpPr/>
          <p:nvPr/>
        </p:nvSpPr>
        <p:spPr>
          <a:xfrm>
            <a:off x="2029152" y="3855439"/>
            <a:ext cx="796778" cy="796713"/>
          </a:xfrm>
          <a:custGeom>
            <a:avLst/>
            <a:gdLst/>
            <a:ahLst/>
            <a:cxnLst/>
            <a:rect l="l" t="t" r="r" b="b"/>
            <a:pathLst>
              <a:path w="11847" h="11846" extrusionOk="0">
                <a:moveTo>
                  <a:pt x="10744" y="3718"/>
                </a:moveTo>
                <a:lnTo>
                  <a:pt x="10428" y="4348"/>
                </a:lnTo>
                <a:cubicBezTo>
                  <a:pt x="10397" y="4442"/>
                  <a:pt x="10397" y="4568"/>
                  <a:pt x="10428" y="4663"/>
                </a:cubicBezTo>
                <a:lnTo>
                  <a:pt x="10744" y="5293"/>
                </a:lnTo>
                <a:lnTo>
                  <a:pt x="9483" y="4915"/>
                </a:lnTo>
                <a:lnTo>
                  <a:pt x="9105" y="4505"/>
                </a:lnTo>
                <a:lnTo>
                  <a:pt x="9483" y="4127"/>
                </a:lnTo>
                <a:lnTo>
                  <a:pt x="10744" y="3718"/>
                </a:lnTo>
                <a:close/>
                <a:moveTo>
                  <a:pt x="4443" y="3497"/>
                </a:moveTo>
                <a:cubicBezTo>
                  <a:pt x="4884" y="3497"/>
                  <a:pt x="5262" y="3781"/>
                  <a:pt x="5419" y="4190"/>
                </a:cubicBezTo>
                <a:lnTo>
                  <a:pt x="4443" y="4190"/>
                </a:lnTo>
                <a:cubicBezTo>
                  <a:pt x="4253" y="4190"/>
                  <a:pt x="4096" y="4348"/>
                  <a:pt x="4096" y="4568"/>
                </a:cubicBezTo>
                <a:cubicBezTo>
                  <a:pt x="4096" y="4663"/>
                  <a:pt x="4253" y="4820"/>
                  <a:pt x="4443" y="4820"/>
                </a:cubicBezTo>
                <a:lnTo>
                  <a:pt x="5419" y="4820"/>
                </a:lnTo>
                <a:cubicBezTo>
                  <a:pt x="5262" y="5230"/>
                  <a:pt x="4915" y="5545"/>
                  <a:pt x="4443" y="5545"/>
                </a:cubicBezTo>
                <a:cubicBezTo>
                  <a:pt x="3844" y="5545"/>
                  <a:pt x="3434" y="5072"/>
                  <a:pt x="3434" y="4505"/>
                </a:cubicBezTo>
                <a:cubicBezTo>
                  <a:pt x="3434" y="3970"/>
                  <a:pt x="3907" y="3497"/>
                  <a:pt x="4443" y="3497"/>
                </a:cubicBezTo>
                <a:close/>
                <a:moveTo>
                  <a:pt x="4443" y="2080"/>
                </a:moveTo>
                <a:cubicBezTo>
                  <a:pt x="5671" y="2080"/>
                  <a:pt x="6679" y="2993"/>
                  <a:pt x="6837" y="4159"/>
                </a:cubicBezTo>
                <a:lnTo>
                  <a:pt x="6144" y="4159"/>
                </a:lnTo>
                <a:cubicBezTo>
                  <a:pt x="5986" y="3371"/>
                  <a:pt x="5262" y="2773"/>
                  <a:pt x="4443" y="2773"/>
                </a:cubicBezTo>
                <a:cubicBezTo>
                  <a:pt x="3497" y="2773"/>
                  <a:pt x="2710" y="3560"/>
                  <a:pt x="2710" y="4505"/>
                </a:cubicBezTo>
                <a:cubicBezTo>
                  <a:pt x="2710" y="5451"/>
                  <a:pt x="3497" y="6238"/>
                  <a:pt x="4443" y="6238"/>
                </a:cubicBezTo>
                <a:cubicBezTo>
                  <a:pt x="5262" y="6238"/>
                  <a:pt x="5986" y="5671"/>
                  <a:pt x="6144" y="4883"/>
                </a:cubicBezTo>
                <a:lnTo>
                  <a:pt x="6837" y="4883"/>
                </a:lnTo>
                <a:cubicBezTo>
                  <a:pt x="6679" y="6049"/>
                  <a:pt x="5671" y="6963"/>
                  <a:pt x="4443" y="6963"/>
                </a:cubicBezTo>
                <a:cubicBezTo>
                  <a:pt x="3119" y="6963"/>
                  <a:pt x="2017" y="5860"/>
                  <a:pt x="2017" y="4505"/>
                </a:cubicBezTo>
                <a:cubicBezTo>
                  <a:pt x="2017" y="3182"/>
                  <a:pt x="3119" y="2080"/>
                  <a:pt x="4443" y="2080"/>
                </a:cubicBezTo>
                <a:close/>
                <a:moveTo>
                  <a:pt x="4474" y="662"/>
                </a:moveTo>
                <a:cubicBezTo>
                  <a:pt x="6459" y="662"/>
                  <a:pt x="8097" y="2206"/>
                  <a:pt x="8255" y="4127"/>
                </a:cubicBezTo>
                <a:lnTo>
                  <a:pt x="7562" y="4127"/>
                </a:lnTo>
                <a:cubicBezTo>
                  <a:pt x="7372" y="2584"/>
                  <a:pt x="6049" y="1355"/>
                  <a:pt x="4443" y="1355"/>
                </a:cubicBezTo>
                <a:cubicBezTo>
                  <a:pt x="2710" y="1355"/>
                  <a:pt x="1324" y="2773"/>
                  <a:pt x="1324" y="4474"/>
                </a:cubicBezTo>
                <a:cubicBezTo>
                  <a:pt x="1324" y="6175"/>
                  <a:pt x="2741" y="7593"/>
                  <a:pt x="4443" y="7593"/>
                </a:cubicBezTo>
                <a:cubicBezTo>
                  <a:pt x="6049" y="7593"/>
                  <a:pt x="7372" y="6364"/>
                  <a:pt x="7562" y="4820"/>
                </a:cubicBezTo>
                <a:lnTo>
                  <a:pt x="8255" y="4820"/>
                </a:lnTo>
                <a:cubicBezTo>
                  <a:pt x="8097" y="6774"/>
                  <a:pt x="6459" y="8286"/>
                  <a:pt x="4474" y="8286"/>
                </a:cubicBezTo>
                <a:cubicBezTo>
                  <a:pt x="2395" y="8286"/>
                  <a:pt x="662" y="6616"/>
                  <a:pt x="662" y="4474"/>
                </a:cubicBezTo>
                <a:cubicBezTo>
                  <a:pt x="662" y="2363"/>
                  <a:pt x="2363" y="662"/>
                  <a:pt x="4474" y="662"/>
                </a:cubicBezTo>
                <a:close/>
                <a:moveTo>
                  <a:pt x="5734" y="8822"/>
                </a:moveTo>
                <a:lnTo>
                  <a:pt x="6049" y="9767"/>
                </a:lnTo>
                <a:lnTo>
                  <a:pt x="2836" y="9767"/>
                </a:lnTo>
                <a:lnTo>
                  <a:pt x="3151" y="8822"/>
                </a:lnTo>
                <a:cubicBezTo>
                  <a:pt x="3529" y="8916"/>
                  <a:pt x="4001" y="9011"/>
                  <a:pt x="4443" y="9011"/>
                </a:cubicBezTo>
                <a:cubicBezTo>
                  <a:pt x="4884" y="9011"/>
                  <a:pt x="5356" y="8916"/>
                  <a:pt x="5734" y="8822"/>
                </a:cubicBezTo>
                <a:close/>
                <a:moveTo>
                  <a:pt x="6522" y="10428"/>
                </a:moveTo>
                <a:cubicBezTo>
                  <a:pt x="6963" y="10428"/>
                  <a:pt x="7372" y="10680"/>
                  <a:pt x="7530" y="11121"/>
                </a:cubicBezTo>
                <a:lnTo>
                  <a:pt x="1418" y="11121"/>
                </a:lnTo>
                <a:cubicBezTo>
                  <a:pt x="1576" y="10743"/>
                  <a:pt x="1922" y="10428"/>
                  <a:pt x="2395" y="10428"/>
                </a:cubicBezTo>
                <a:close/>
                <a:moveTo>
                  <a:pt x="4474" y="0"/>
                </a:moveTo>
                <a:cubicBezTo>
                  <a:pt x="1985" y="0"/>
                  <a:pt x="0" y="1985"/>
                  <a:pt x="0" y="4474"/>
                </a:cubicBezTo>
                <a:cubicBezTo>
                  <a:pt x="0" y="6238"/>
                  <a:pt x="1040" y="7813"/>
                  <a:pt x="2552" y="8538"/>
                </a:cubicBezTo>
                <a:lnTo>
                  <a:pt x="2143" y="9767"/>
                </a:lnTo>
                <a:cubicBezTo>
                  <a:pt x="1324" y="9861"/>
                  <a:pt x="693" y="10586"/>
                  <a:pt x="693" y="11499"/>
                </a:cubicBezTo>
                <a:cubicBezTo>
                  <a:pt x="693" y="11688"/>
                  <a:pt x="851" y="11846"/>
                  <a:pt x="1040" y="11846"/>
                </a:cubicBezTo>
                <a:lnTo>
                  <a:pt x="7971" y="11846"/>
                </a:lnTo>
                <a:cubicBezTo>
                  <a:pt x="8192" y="11846"/>
                  <a:pt x="8349" y="11688"/>
                  <a:pt x="8349" y="11499"/>
                </a:cubicBezTo>
                <a:cubicBezTo>
                  <a:pt x="8349" y="10617"/>
                  <a:pt x="7719" y="9924"/>
                  <a:pt x="6900" y="9767"/>
                </a:cubicBezTo>
                <a:lnTo>
                  <a:pt x="6490" y="8538"/>
                </a:lnTo>
                <a:cubicBezTo>
                  <a:pt x="7782" y="7908"/>
                  <a:pt x="8727" y="6679"/>
                  <a:pt x="8979" y="5230"/>
                </a:cubicBezTo>
                <a:lnTo>
                  <a:pt x="9137" y="5388"/>
                </a:lnTo>
                <a:cubicBezTo>
                  <a:pt x="9168" y="5419"/>
                  <a:pt x="9200" y="5451"/>
                  <a:pt x="9263" y="5451"/>
                </a:cubicBezTo>
                <a:lnTo>
                  <a:pt x="11374" y="6175"/>
                </a:lnTo>
                <a:cubicBezTo>
                  <a:pt x="11403" y="6183"/>
                  <a:pt x="11435" y="6186"/>
                  <a:pt x="11466" y="6186"/>
                </a:cubicBezTo>
                <a:cubicBezTo>
                  <a:pt x="11569" y="6186"/>
                  <a:pt x="11672" y="6145"/>
                  <a:pt x="11720" y="6049"/>
                </a:cubicBezTo>
                <a:cubicBezTo>
                  <a:pt x="11815" y="5923"/>
                  <a:pt x="11846" y="5766"/>
                  <a:pt x="11783" y="5671"/>
                </a:cubicBezTo>
                <a:lnTo>
                  <a:pt x="11153" y="4442"/>
                </a:lnTo>
                <a:lnTo>
                  <a:pt x="11783" y="3214"/>
                </a:lnTo>
                <a:cubicBezTo>
                  <a:pt x="11815" y="3151"/>
                  <a:pt x="11783" y="2993"/>
                  <a:pt x="11689" y="2899"/>
                </a:cubicBezTo>
                <a:cubicBezTo>
                  <a:pt x="11641" y="2802"/>
                  <a:pt x="11519" y="2761"/>
                  <a:pt x="11422" y="2761"/>
                </a:cubicBezTo>
                <a:cubicBezTo>
                  <a:pt x="11392" y="2761"/>
                  <a:pt x="11364" y="2765"/>
                  <a:pt x="11342" y="2773"/>
                </a:cubicBezTo>
                <a:lnTo>
                  <a:pt x="9200" y="3497"/>
                </a:lnTo>
                <a:cubicBezTo>
                  <a:pt x="9168" y="3497"/>
                  <a:pt x="9105" y="3529"/>
                  <a:pt x="9105" y="3560"/>
                </a:cubicBezTo>
                <a:lnTo>
                  <a:pt x="8916" y="3718"/>
                </a:lnTo>
                <a:cubicBezTo>
                  <a:pt x="8570" y="1607"/>
                  <a:pt x="6742" y="0"/>
                  <a:pt x="4474" y="0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" name="Gráfico 23">
            <a:extLst>
              <a:ext uri="{FF2B5EF4-FFF2-40B4-BE49-F238E27FC236}">
                <a16:creationId xmlns:a16="http://schemas.microsoft.com/office/drawing/2014/main" id="{D0BDE66D-E7D4-42D1-85A1-4982C4E80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7032" y="3750354"/>
            <a:ext cx="699744" cy="929511"/>
          </a:xfrm>
          <a:prstGeom prst="rect">
            <a:avLst/>
          </a:prstGeom>
        </p:spPr>
      </p:pic>
      <p:pic>
        <p:nvPicPr>
          <p:cNvPr id="25" name="Gráfico 24" descr="Público-alvo com preenchimento sólido">
            <a:extLst>
              <a:ext uri="{FF2B5EF4-FFF2-40B4-BE49-F238E27FC236}">
                <a16:creationId xmlns:a16="http://schemas.microsoft.com/office/drawing/2014/main" id="{11C65407-A678-48C2-B9E6-5A340E6E3F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9378" y="3692927"/>
            <a:ext cx="1031164" cy="1031164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3B51C45A-3B30-451E-9C1B-74E6C76FFB7C}"/>
              </a:ext>
            </a:extLst>
          </p:cNvPr>
          <p:cNvSpPr txBox="1">
            <a:spLocks/>
          </p:cNvSpPr>
          <p:nvPr/>
        </p:nvSpPr>
        <p:spPr>
          <a:xfrm>
            <a:off x="1365177" y="2549562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25EB827-069B-472E-86EA-935F7A9CC7C2}"/>
              </a:ext>
            </a:extLst>
          </p:cNvPr>
          <p:cNvSpPr txBox="1">
            <a:spLocks/>
          </p:cNvSpPr>
          <p:nvPr/>
        </p:nvSpPr>
        <p:spPr>
          <a:xfrm>
            <a:off x="3820578" y="2549562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90A9B3F-7E62-4659-B5FE-26A4AB14D7DF}"/>
              </a:ext>
            </a:extLst>
          </p:cNvPr>
          <p:cNvSpPr txBox="1">
            <a:spLocks/>
          </p:cNvSpPr>
          <p:nvPr/>
        </p:nvSpPr>
        <p:spPr>
          <a:xfrm>
            <a:off x="6318209" y="2549562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4DFB54A-6F6C-4213-903F-794280698EC8}"/>
              </a:ext>
            </a:extLst>
          </p:cNvPr>
          <p:cNvSpPr txBox="1">
            <a:spLocks/>
          </p:cNvSpPr>
          <p:nvPr/>
        </p:nvSpPr>
        <p:spPr>
          <a:xfrm>
            <a:off x="8780791" y="2549562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0EA001C-9335-481B-A32C-43615539C9A3}"/>
              </a:ext>
            </a:extLst>
          </p:cNvPr>
          <p:cNvSpPr txBox="1">
            <a:spLocks/>
          </p:cNvSpPr>
          <p:nvPr/>
        </p:nvSpPr>
        <p:spPr>
          <a:xfrm>
            <a:off x="1365177" y="4782889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F1FA1E3-4649-4187-9416-4E2A88A01888}"/>
              </a:ext>
            </a:extLst>
          </p:cNvPr>
          <p:cNvSpPr txBox="1">
            <a:spLocks/>
          </p:cNvSpPr>
          <p:nvPr/>
        </p:nvSpPr>
        <p:spPr>
          <a:xfrm>
            <a:off x="3820578" y="4782889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F3540D6-3B85-43B2-B45B-6003B0F79F4A}"/>
              </a:ext>
            </a:extLst>
          </p:cNvPr>
          <p:cNvSpPr txBox="1">
            <a:spLocks/>
          </p:cNvSpPr>
          <p:nvPr/>
        </p:nvSpPr>
        <p:spPr>
          <a:xfrm>
            <a:off x="6318209" y="4782889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FD03F28-5E98-4212-AFEB-125A86C5A92A}"/>
              </a:ext>
            </a:extLst>
          </p:cNvPr>
          <p:cNvSpPr txBox="1">
            <a:spLocks/>
          </p:cNvSpPr>
          <p:nvPr/>
        </p:nvSpPr>
        <p:spPr>
          <a:xfrm>
            <a:off x="8780791" y="4782889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721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aixaDeTexto 33">
            <a:extLst>
              <a:ext uri="{FF2B5EF4-FFF2-40B4-BE49-F238E27FC236}">
                <a16:creationId xmlns:a16="http://schemas.microsoft.com/office/drawing/2014/main" id="{D740ED96-224F-49F0-9ECB-48B52F987D7E}"/>
              </a:ext>
            </a:extLst>
          </p:cNvPr>
          <p:cNvSpPr txBox="1">
            <a:spLocks/>
          </p:cNvSpPr>
          <p:nvPr/>
        </p:nvSpPr>
        <p:spPr>
          <a:xfrm>
            <a:off x="1365177" y="3429000"/>
            <a:ext cx="2130425" cy="12234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pharetra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dictum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erat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porttitor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door</a:t>
            </a:r>
            <a:endParaRPr lang="pt-BR" sz="105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Google Shape;7962;p54">
            <a:extLst>
              <a:ext uri="{FF2B5EF4-FFF2-40B4-BE49-F238E27FC236}">
                <a16:creationId xmlns:a16="http://schemas.microsoft.com/office/drawing/2014/main" id="{49BFE641-8672-4205-AFAD-26D1499C4A2C}"/>
              </a:ext>
            </a:extLst>
          </p:cNvPr>
          <p:cNvGrpSpPr/>
          <p:nvPr/>
        </p:nvGrpSpPr>
        <p:grpSpPr>
          <a:xfrm>
            <a:off x="9452500" y="2488801"/>
            <a:ext cx="787006" cy="784917"/>
            <a:chOff x="-937025" y="2064750"/>
            <a:chExt cx="292225" cy="291450"/>
          </a:xfrm>
          <a:solidFill>
            <a:srgbClr val="1A4B9F"/>
          </a:solidFill>
        </p:grpSpPr>
        <p:sp>
          <p:nvSpPr>
            <p:cNvPr id="36" name="Google Shape;7963;p54">
              <a:extLst>
                <a:ext uri="{FF2B5EF4-FFF2-40B4-BE49-F238E27FC236}">
                  <a16:creationId xmlns:a16="http://schemas.microsoft.com/office/drawing/2014/main" id="{85CC1306-075A-4BE5-A5AB-5859B00D7BEE}"/>
                </a:ext>
              </a:extLst>
            </p:cNvPr>
            <p:cNvSpPr/>
            <p:nvPr/>
          </p:nvSpPr>
          <p:spPr>
            <a:xfrm>
              <a:off x="-834625" y="2134850"/>
              <a:ext cx="86650" cy="85075"/>
            </a:xfrm>
            <a:custGeom>
              <a:avLst/>
              <a:gdLst/>
              <a:ahLst/>
              <a:cxnLst/>
              <a:rect l="l" t="t" r="r" b="b"/>
              <a:pathLst>
                <a:path w="3466" h="3403" extrusionOk="0">
                  <a:moveTo>
                    <a:pt x="1702" y="599"/>
                  </a:moveTo>
                  <a:cubicBezTo>
                    <a:pt x="1922" y="599"/>
                    <a:pt x="2080" y="788"/>
                    <a:pt x="2080" y="977"/>
                  </a:cubicBezTo>
                  <a:cubicBezTo>
                    <a:pt x="2080" y="1166"/>
                    <a:pt x="1922" y="1324"/>
                    <a:pt x="1702" y="1324"/>
                  </a:cubicBezTo>
                  <a:cubicBezTo>
                    <a:pt x="1512" y="1324"/>
                    <a:pt x="1355" y="1166"/>
                    <a:pt x="1355" y="977"/>
                  </a:cubicBezTo>
                  <a:cubicBezTo>
                    <a:pt x="1355" y="788"/>
                    <a:pt x="1512" y="599"/>
                    <a:pt x="1702" y="599"/>
                  </a:cubicBezTo>
                  <a:close/>
                  <a:moveTo>
                    <a:pt x="1765" y="2048"/>
                  </a:moveTo>
                  <a:cubicBezTo>
                    <a:pt x="2174" y="2048"/>
                    <a:pt x="2584" y="2300"/>
                    <a:pt x="2741" y="2710"/>
                  </a:cubicBezTo>
                  <a:lnTo>
                    <a:pt x="756" y="2710"/>
                  </a:lnTo>
                  <a:cubicBezTo>
                    <a:pt x="914" y="2300"/>
                    <a:pt x="1292" y="2048"/>
                    <a:pt x="1765" y="2048"/>
                  </a:cubicBezTo>
                  <a:close/>
                  <a:moveTo>
                    <a:pt x="1702" y="0"/>
                  </a:moveTo>
                  <a:cubicBezTo>
                    <a:pt x="1166" y="0"/>
                    <a:pt x="693" y="441"/>
                    <a:pt x="693" y="1009"/>
                  </a:cubicBezTo>
                  <a:cubicBezTo>
                    <a:pt x="693" y="1198"/>
                    <a:pt x="788" y="1387"/>
                    <a:pt x="851" y="1576"/>
                  </a:cubicBezTo>
                  <a:cubicBezTo>
                    <a:pt x="347" y="1891"/>
                    <a:pt x="0" y="2426"/>
                    <a:pt x="0" y="3056"/>
                  </a:cubicBezTo>
                  <a:cubicBezTo>
                    <a:pt x="0" y="3245"/>
                    <a:pt x="158" y="3403"/>
                    <a:pt x="347" y="3403"/>
                  </a:cubicBezTo>
                  <a:lnTo>
                    <a:pt x="3088" y="3403"/>
                  </a:lnTo>
                  <a:cubicBezTo>
                    <a:pt x="3308" y="3403"/>
                    <a:pt x="3466" y="3245"/>
                    <a:pt x="3466" y="3056"/>
                  </a:cubicBezTo>
                  <a:cubicBezTo>
                    <a:pt x="3434" y="2426"/>
                    <a:pt x="3088" y="1828"/>
                    <a:pt x="2584" y="1576"/>
                  </a:cubicBezTo>
                  <a:cubicBezTo>
                    <a:pt x="2710" y="1387"/>
                    <a:pt x="2741" y="1198"/>
                    <a:pt x="2741" y="1009"/>
                  </a:cubicBezTo>
                  <a:cubicBezTo>
                    <a:pt x="2741" y="441"/>
                    <a:pt x="2269" y="0"/>
                    <a:pt x="17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7964;p54">
              <a:extLst>
                <a:ext uri="{FF2B5EF4-FFF2-40B4-BE49-F238E27FC236}">
                  <a16:creationId xmlns:a16="http://schemas.microsoft.com/office/drawing/2014/main" id="{B02042E3-4F9A-433F-A14C-A1AC51268C74}"/>
                </a:ext>
              </a:extLst>
            </p:cNvPr>
            <p:cNvSpPr/>
            <p:nvPr/>
          </p:nvSpPr>
          <p:spPr>
            <a:xfrm>
              <a:off x="-936225" y="2304975"/>
              <a:ext cx="289850" cy="51225"/>
            </a:xfrm>
            <a:custGeom>
              <a:avLst/>
              <a:gdLst/>
              <a:ahLst/>
              <a:cxnLst/>
              <a:rect l="l" t="t" r="r" b="b"/>
              <a:pathLst>
                <a:path w="11594" h="2049" extrusionOk="0">
                  <a:moveTo>
                    <a:pt x="3056" y="662"/>
                  </a:moveTo>
                  <a:cubicBezTo>
                    <a:pt x="3277" y="662"/>
                    <a:pt x="3434" y="820"/>
                    <a:pt x="3434" y="1009"/>
                  </a:cubicBezTo>
                  <a:cubicBezTo>
                    <a:pt x="3434" y="1229"/>
                    <a:pt x="3277" y="1387"/>
                    <a:pt x="3056" y="1387"/>
                  </a:cubicBezTo>
                  <a:lnTo>
                    <a:pt x="1008" y="1387"/>
                  </a:lnTo>
                  <a:cubicBezTo>
                    <a:pt x="819" y="1387"/>
                    <a:pt x="662" y="1229"/>
                    <a:pt x="662" y="1009"/>
                  </a:cubicBez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586" y="693"/>
                  </a:moveTo>
                  <a:cubicBezTo>
                    <a:pt x="10775" y="693"/>
                    <a:pt x="10932" y="851"/>
                    <a:pt x="10932" y="1072"/>
                  </a:cubicBezTo>
                  <a:cubicBezTo>
                    <a:pt x="10901" y="1229"/>
                    <a:pt x="10775" y="1387"/>
                    <a:pt x="10586" y="1387"/>
                  </a:cubicBezTo>
                  <a:lnTo>
                    <a:pt x="4001" y="1387"/>
                  </a:lnTo>
                  <a:cubicBezTo>
                    <a:pt x="4096" y="1166"/>
                    <a:pt x="4096" y="914"/>
                    <a:pt x="4001" y="693"/>
                  </a:cubicBez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cubicBezTo>
                    <a:pt x="0" y="1576"/>
                    <a:pt x="473" y="2048"/>
                    <a:pt x="1008" y="2048"/>
                  </a:cubicBezTo>
                  <a:lnTo>
                    <a:pt x="10586" y="2048"/>
                  </a:lnTo>
                  <a:cubicBezTo>
                    <a:pt x="11121" y="2048"/>
                    <a:pt x="11594" y="1576"/>
                    <a:pt x="11594" y="1009"/>
                  </a:cubicBezTo>
                  <a:cubicBezTo>
                    <a:pt x="11594" y="473"/>
                    <a:pt x="11121" y="0"/>
                    <a:pt x="105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7965;p54">
              <a:extLst>
                <a:ext uri="{FF2B5EF4-FFF2-40B4-BE49-F238E27FC236}">
                  <a16:creationId xmlns:a16="http://schemas.microsoft.com/office/drawing/2014/main" id="{A1833447-8226-424C-9CCA-F913B2CCCE51}"/>
                </a:ext>
              </a:extLst>
            </p:cNvPr>
            <p:cNvSpPr/>
            <p:nvPr/>
          </p:nvSpPr>
          <p:spPr>
            <a:xfrm>
              <a:off x="-937025" y="2064750"/>
              <a:ext cx="292225" cy="223125"/>
            </a:xfrm>
            <a:custGeom>
              <a:avLst/>
              <a:gdLst/>
              <a:ahLst/>
              <a:cxnLst/>
              <a:rect l="l" t="t" r="r" b="b"/>
              <a:pathLst>
                <a:path w="11689" h="8925" extrusionOk="0">
                  <a:moveTo>
                    <a:pt x="3813" y="662"/>
                  </a:moveTo>
                  <a:cubicBezTo>
                    <a:pt x="4002" y="662"/>
                    <a:pt x="4159" y="820"/>
                    <a:pt x="4159" y="1009"/>
                  </a:cubicBezTo>
                  <a:lnTo>
                    <a:pt x="4159" y="1355"/>
                  </a:lnTo>
                  <a:lnTo>
                    <a:pt x="3813" y="1355"/>
                  </a:lnTo>
                  <a:cubicBezTo>
                    <a:pt x="3246" y="1355"/>
                    <a:pt x="2773" y="1828"/>
                    <a:pt x="2773" y="2395"/>
                  </a:cubicBezTo>
                  <a:lnTo>
                    <a:pt x="2773" y="4978"/>
                  </a:lnTo>
                  <a:lnTo>
                    <a:pt x="2080" y="5703"/>
                  </a:lnTo>
                  <a:lnTo>
                    <a:pt x="2080" y="5199"/>
                  </a:lnTo>
                  <a:cubicBezTo>
                    <a:pt x="2080" y="4978"/>
                    <a:pt x="1922" y="4821"/>
                    <a:pt x="1702" y="4821"/>
                  </a:cubicBezTo>
                  <a:lnTo>
                    <a:pt x="1040" y="4821"/>
                  </a:lnTo>
                  <a:cubicBezTo>
                    <a:pt x="851" y="4821"/>
                    <a:pt x="694" y="4663"/>
                    <a:pt x="694" y="4474"/>
                  </a:cubicBezTo>
                  <a:lnTo>
                    <a:pt x="694" y="1009"/>
                  </a:ln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lnTo>
                    <a:pt x="10996" y="4474"/>
                  </a:lnTo>
                  <a:cubicBezTo>
                    <a:pt x="10996" y="4695"/>
                    <a:pt x="10838" y="4852"/>
                    <a:pt x="10649" y="4852"/>
                  </a:cubicBezTo>
                  <a:lnTo>
                    <a:pt x="9893" y="4852"/>
                  </a:lnTo>
                  <a:cubicBezTo>
                    <a:pt x="9704" y="4852"/>
                    <a:pt x="9547" y="5010"/>
                    <a:pt x="9547" y="5199"/>
                  </a:cubicBezTo>
                  <a:lnTo>
                    <a:pt x="9547" y="5703"/>
                  </a:lnTo>
                  <a:lnTo>
                    <a:pt x="8885" y="5010"/>
                  </a:lnTo>
                  <a:lnTo>
                    <a:pt x="8885" y="2395"/>
                  </a:lnTo>
                  <a:cubicBezTo>
                    <a:pt x="8885" y="1859"/>
                    <a:pt x="8412" y="1387"/>
                    <a:pt x="7845" y="1387"/>
                  </a:cubicBezTo>
                  <a:lnTo>
                    <a:pt x="7499" y="1387"/>
                  </a:lnTo>
                  <a:lnTo>
                    <a:pt x="7499" y="1009"/>
                  </a:lnTo>
                  <a:cubicBezTo>
                    <a:pt x="7499" y="820"/>
                    <a:pt x="7656" y="662"/>
                    <a:pt x="7845" y="662"/>
                  </a:cubicBezTo>
                  <a:close/>
                  <a:moveTo>
                    <a:pt x="7845" y="2048"/>
                  </a:moveTo>
                  <a:cubicBezTo>
                    <a:pt x="8066" y="2048"/>
                    <a:pt x="8223" y="2206"/>
                    <a:pt x="8223" y="2395"/>
                  </a:cubicBezTo>
                  <a:lnTo>
                    <a:pt x="8223" y="6522"/>
                  </a:lnTo>
                  <a:cubicBezTo>
                    <a:pt x="8223" y="6742"/>
                    <a:pt x="8066" y="6900"/>
                    <a:pt x="7845" y="6900"/>
                  </a:cubicBezTo>
                  <a:lnTo>
                    <a:pt x="6711" y="6900"/>
                  </a:lnTo>
                  <a:cubicBezTo>
                    <a:pt x="6585" y="6900"/>
                    <a:pt x="6491" y="6931"/>
                    <a:pt x="6428" y="7057"/>
                  </a:cubicBezTo>
                  <a:lnTo>
                    <a:pt x="5798" y="8003"/>
                  </a:lnTo>
                  <a:lnTo>
                    <a:pt x="5167" y="7057"/>
                  </a:lnTo>
                  <a:cubicBezTo>
                    <a:pt x="5104" y="6963"/>
                    <a:pt x="5010" y="6900"/>
                    <a:pt x="4915" y="6900"/>
                  </a:cubicBezTo>
                  <a:lnTo>
                    <a:pt x="3750" y="6900"/>
                  </a:lnTo>
                  <a:cubicBezTo>
                    <a:pt x="3561" y="6900"/>
                    <a:pt x="3403" y="6742"/>
                    <a:pt x="3403" y="6522"/>
                  </a:cubicBezTo>
                  <a:lnTo>
                    <a:pt x="3403" y="2395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4474"/>
                  </a:lnTo>
                  <a:cubicBezTo>
                    <a:pt x="1" y="5041"/>
                    <a:pt x="473" y="5514"/>
                    <a:pt x="1009" y="5514"/>
                  </a:cubicBezTo>
                  <a:lnTo>
                    <a:pt x="1355" y="5514"/>
                  </a:lnTo>
                  <a:lnTo>
                    <a:pt x="1355" y="6522"/>
                  </a:lnTo>
                  <a:cubicBezTo>
                    <a:pt x="1355" y="6736"/>
                    <a:pt x="1544" y="6877"/>
                    <a:pt x="1724" y="6877"/>
                  </a:cubicBezTo>
                  <a:cubicBezTo>
                    <a:pt x="1809" y="6877"/>
                    <a:pt x="1893" y="6845"/>
                    <a:pt x="1954" y="6774"/>
                  </a:cubicBezTo>
                  <a:lnTo>
                    <a:pt x="2742" y="5986"/>
                  </a:lnTo>
                  <a:lnTo>
                    <a:pt x="2742" y="6522"/>
                  </a:lnTo>
                  <a:cubicBezTo>
                    <a:pt x="2742" y="7089"/>
                    <a:pt x="3214" y="7562"/>
                    <a:pt x="3781" y="7562"/>
                  </a:cubicBezTo>
                  <a:lnTo>
                    <a:pt x="4726" y="7562"/>
                  </a:lnTo>
                  <a:lnTo>
                    <a:pt x="5545" y="8759"/>
                  </a:lnTo>
                  <a:cubicBezTo>
                    <a:pt x="5608" y="8869"/>
                    <a:pt x="5719" y="8924"/>
                    <a:pt x="5825" y="8924"/>
                  </a:cubicBezTo>
                  <a:cubicBezTo>
                    <a:pt x="5931" y="8924"/>
                    <a:pt x="6034" y="8869"/>
                    <a:pt x="6081" y="8759"/>
                  </a:cubicBezTo>
                  <a:lnTo>
                    <a:pt x="6932" y="7562"/>
                  </a:lnTo>
                  <a:lnTo>
                    <a:pt x="7877" y="7562"/>
                  </a:lnTo>
                  <a:cubicBezTo>
                    <a:pt x="8412" y="7562"/>
                    <a:pt x="8885" y="7089"/>
                    <a:pt x="8885" y="6522"/>
                  </a:cubicBezTo>
                  <a:lnTo>
                    <a:pt x="8885" y="5986"/>
                  </a:lnTo>
                  <a:lnTo>
                    <a:pt x="9673" y="6774"/>
                  </a:lnTo>
                  <a:cubicBezTo>
                    <a:pt x="9733" y="6845"/>
                    <a:pt x="9817" y="6877"/>
                    <a:pt x="9903" y="6877"/>
                  </a:cubicBezTo>
                  <a:cubicBezTo>
                    <a:pt x="10083" y="6877"/>
                    <a:pt x="10271" y="6736"/>
                    <a:pt x="10271" y="6522"/>
                  </a:cubicBezTo>
                  <a:lnTo>
                    <a:pt x="10271" y="5514"/>
                  </a:lnTo>
                  <a:lnTo>
                    <a:pt x="10649" y="5514"/>
                  </a:lnTo>
                  <a:cubicBezTo>
                    <a:pt x="11216" y="5514"/>
                    <a:pt x="11689" y="5041"/>
                    <a:pt x="11689" y="4474"/>
                  </a:cubicBezTo>
                  <a:lnTo>
                    <a:pt x="11689" y="1009"/>
                  </a:lnTo>
                  <a:cubicBezTo>
                    <a:pt x="11689" y="441"/>
                    <a:pt x="11216" y="0"/>
                    <a:pt x="10649" y="0"/>
                  </a:cubicBezTo>
                  <a:lnTo>
                    <a:pt x="7845" y="0"/>
                  </a:lnTo>
                  <a:cubicBezTo>
                    <a:pt x="7310" y="0"/>
                    <a:pt x="6837" y="473"/>
                    <a:pt x="6837" y="1009"/>
                  </a:cubicBezTo>
                  <a:lnTo>
                    <a:pt x="6837" y="1387"/>
                  </a:lnTo>
                  <a:lnTo>
                    <a:pt x="4789" y="1387"/>
                  </a:lnTo>
                  <a:lnTo>
                    <a:pt x="4789" y="1009"/>
                  </a:lnTo>
                  <a:cubicBezTo>
                    <a:pt x="4789" y="473"/>
                    <a:pt x="4317" y="0"/>
                    <a:pt x="37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4110;p45">
            <a:extLst>
              <a:ext uri="{FF2B5EF4-FFF2-40B4-BE49-F238E27FC236}">
                <a16:creationId xmlns:a16="http://schemas.microsoft.com/office/drawing/2014/main" id="{A9C030D9-F4FE-4372-979F-05D2F368407A}"/>
              </a:ext>
            </a:extLst>
          </p:cNvPr>
          <p:cNvSpPr/>
          <p:nvPr/>
        </p:nvSpPr>
        <p:spPr>
          <a:xfrm>
            <a:off x="4487400" y="2465840"/>
            <a:ext cx="839009" cy="830839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40" name="Google Shape;8392;p55">
            <a:extLst>
              <a:ext uri="{FF2B5EF4-FFF2-40B4-BE49-F238E27FC236}">
                <a16:creationId xmlns:a16="http://schemas.microsoft.com/office/drawing/2014/main" id="{CAD2613B-0483-4A8E-A243-1607D4A979A2}"/>
              </a:ext>
            </a:extLst>
          </p:cNvPr>
          <p:cNvSpPr/>
          <p:nvPr/>
        </p:nvSpPr>
        <p:spPr>
          <a:xfrm>
            <a:off x="6958705" y="2462148"/>
            <a:ext cx="849432" cy="838223"/>
          </a:xfrm>
          <a:custGeom>
            <a:avLst/>
            <a:gdLst/>
            <a:ahLst/>
            <a:cxnLst/>
            <a:rect l="l" t="t" r="r" b="b"/>
            <a:pathLst>
              <a:path w="11973" h="11815" extrusionOk="0">
                <a:moveTo>
                  <a:pt x="5986" y="631"/>
                </a:moveTo>
                <a:cubicBezTo>
                  <a:pt x="6396" y="631"/>
                  <a:pt x="6711" y="946"/>
                  <a:pt x="6711" y="1324"/>
                </a:cubicBezTo>
                <a:cubicBezTo>
                  <a:pt x="6711" y="1733"/>
                  <a:pt x="6396" y="2048"/>
                  <a:pt x="5986" y="2048"/>
                </a:cubicBezTo>
                <a:cubicBezTo>
                  <a:pt x="5608" y="2048"/>
                  <a:pt x="5293" y="1733"/>
                  <a:pt x="5293" y="1324"/>
                </a:cubicBezTo>
                <a:cubicBezTo>
                  <a:pt x="5293" y="946"/>
                  <a:pt x="5608" y="631"/>
                  <a:pt x="5986" y="631"/>
                </a:cubicBezTo>
                <a:close/>
                <a:moveTo>
                  <a:pt x="5986" y="2710"/>
                </a:moveTo>
                <a:cubicBezTo>
                  <a:pt x="6931" y="2710"/>
                  <a:pt x="7719" y="3498"/>
                  <a:pt x="7719" y="4443"/>
                </a:cubicBezTo>
                <a:lnTo>
                  <a:pt x="7719" y="4789"/>
                </a:lnTo>
                <a:lnTo>
                  <a:pt x="4253" y="4789"/>
                </a:lnTo>
                <a:lnTo>
                  <a:pt x="4253" y="4443"/>
                </a:lnTo>
                <a:cubicBezTo>
                  <a:pt x="4253" y="3498"/>
                  <a:pt x="5041" y="2710"/>
                  <a:pt x="5986" y="2710"/>
                </a:cubicBezTo>
                <a:close/>
                <a:moveTo>
                  <a:pt x="3245" y="6900"/>
                </a:moveTo>
                <a:cubicBezTo>
                  <a:pt x="3623" y="6900"/>
                  <a:pt x="3938" y="7215"/>
                  <a:pt x="3938" y="7593"/>
                </a:cubicBezTo>
                <a:cubicBezTo>
                  <a:pt x="3938" y="8003"/>
                  <a:pt x="3623" y="8318"/>
                  <a:pt x="3245" y="8318"/>
                </a:cubicBezTo>
                <a:cubicBezTo>
                  <a:pt x="2836" y="8255"/>
                  <a:pt x="2521" y="7940"/>
                  <a:pt x="2521" y="7593"/>
                </a:cubicBezTo>
                <a:cubicBezTo>
                  <a:pt x="2521" y="7215"/>
                  <a:pt x="2836" y="6900"/>
                  <a:pt x="3245" y="6900"/>
                </a:cubicBezTo>
                <a:close/>
                <a:moveTo>
                  <a:pt x="8759" y="6900"/>
                </a:moveTo>
                <a:cubicBezTo>
                  <a:pt x="9137" y="6900"/>
                  <a:pt x="9452" y="7215"/>
                  <a:pt x="9452" y="7593"/>
                </a:cubicBezTo>
                <a:cubicBezTo>
                  <a:pt x="9452" y="8003"/>
                  <a:pt x="9137" y="8318"/>
                  <a:pt x="8759" y="8318"/>
                </a:cubicBezTo>
                <a:cubicBezTo>
                  <a:pt x="8349" y="8318"/>
                  <a:pt x="8034" y="7940"/>
                  <a:pt x="8034" y="7593"/>
                </a:cubicBezTo>
                <a:cubicBezTo>
                  <a:pt x="8034" y="7215"/>
                  <a:pt x="8349" y="6900"/>
                  <a:pt x="8759" y="6900"/>
                </a:cubicBezTo>
                <a:close/>
                <a:moveTo>
                  <a:pt x="10365" y="5545"/>
                </a:moveTo>
                <a:cubicBezTo>
                  <a:pt x="10523" y="5545"/>
                  <a:pt x="10680" y="5672"/>
                  <a:pt x="10712" y="5829"/>
                </a:cubicBezTo>
                <a:lnTo>
                  <a:pt x="11216" y="8570"/>
                </a:lnTo>
                <a:cubicBezTo>
                  <a:pt x="11247" y="8790"/>
                  <a:pt x="11027" y="8980"/>
                  <a:pt x="10838" y="8980"/>
                </a:cubicBezTo>
                <a:lnTo>
                  <a:pt x="10460" y="8980"/>
                </a:lnTo>
                <a:cubicBezTo>
                  <a:pt x="10239" y="8790"/>
                  <a:pt x="10019" y="8633"/>
                  <a:pt x="9767" y="8507"/>
                </a:cubicBezTo>
                <a:cubicBezTo>
                  <a:pt x="10019" y="8255"/>
                  <a:pt x="10145" y="7940"/>
                  <a:pt x="10145" y="7562"/>
                </a:cubicBezTo>
                <a:cubicBezTo>
                  <a:pt x="10145" y="6806"/>
                  <a:pt x="9515" y="6176"/>
                  <a:pt x="8759" y="6176"/>
                </a:cubicBezTo>
                <a:cubicBezTo>
                  <a:pt x="8002" y="6176"/>
                  <a:pt x="7372" y="6806"/>
                  <a:pt x="7372" y="7562"/>
                </a:cubicBezTo>
                <a:cubicBezTo>
                  <a:pt x="7372" y="7908"/>
                  <a:pt x="7498" y="8223"/>
                  <a:pt x="7719" y="8507"/>
                </a:cubicBezTo>
                <a:cubicBezTo>
                  <a:pt x="7498" y="8633"/>
                  <a:pt x="7246" y="8790"/>
                  <a:pt x="7057" y="8980"/>
                </a:cubicBezTo>
                <a:lnTo>
                  <a:pt x="4883" y="8980"/>
                </a:lnTo>
                <a:cubicBezTo>
                  <a:pt x="4694" y="8790"/>
                  <a:pt x="4442" y="8633"/>
                  <a:pt x="4222" y="8507"/>
                </a:cubicBezTo>
                <a:cubicBezTo>
                  <a:pt x="4474" y="8255"/>
                  <a:pt x="4568" y="7940"/>
                  <a:pt x="4568" y="7562"/>
                </a:cubicBezTo>
                <a:cubicBezTo>
                  <a:pt x="4568" y="6806"/>
                  <a:pt x="3938" y="6176"/>
                  <a:pt x="3214" y="6176"/>
                </a:cubicBezTo>
                <a:cubicBezTo>
                  <a:pt x="2458" y="6176"/>
                  <a:pt x="1828" y="6806"/>
                  <a:pt x="1828" y="7562"/>
                </a:cubicBezTo>
                <a:cubicBezTo>
                  <a:pt x="1828" y="7908"/>
                  <a:pt x="1954" y="8223"/>
                  <a:pt x="2174" y="8507"/>
                </a:cubicBezTo>
                <a:cubicBezTo>
                  <a:pt x="1922" y="8633"/>
                  <a:pt x="1701" y="8790"/>
                  <a:pt x="1512" y="8980"/>
                </a:cubicBezTo>
                <a:lnTo>
                  <a:pt x="1103" y="8980"/>
                </a:lnTo>
                <a:cubicBezTo>
                  <a:pt x="882" y="8980"/>
                  <a:pt x="725" y="8790"/>
                  <a:pt x="756" y="8570"/>
                </a:cubicBezTo>
                <a:lnTo>
                  <a:pt x="1260" y="5829"/>
                </a:lnTo>
                <a:cubicBezTo>
                  <a:pt x="1323" y="5672"/>
                  <a:pt x="1418" y="5545"/>
                  <a:pt x="1638" y="5545"/>
                </a:cubicBezTo>
                <a:close/>
                <a:moveTo>
                  <a:pt x="3214" y="8948"/>
                </a:moveTo>
                <a:cubicBezTo>
                  <a:pt x="4127" y="8948"/>
                  <a:pt x="4915" y="9736"/>
                  <a:pt x="4915" y="10712"/>
                </a:cubicBezTo>
                <a:lnTo>
                  <a:pt x="4915" y="11059"/>
                </a:lnTo>
                <a:lnTo>
                  <a:pt x="1481" y="11059"/>
                </a:lnTo>
                <a:lnTo>
                  <a:pt x="1481" y="10712"/>
                </a:lnTo>
                <a:cubicBezTo>
                  <a:pt x="1481" y="9736"/>
                  <a:pt x="2269" y="8948"/>
                  <a:pt x="3214" y="8948"/>
                </a:cubicBezTo>
                <a:close/>
                <a:moveTo>
                  <a:pt x="8759" y="8948"/>
                </a:moveTo>
                <a:cubicBezTo>
                  <a:pt x="9704" y="8948"/>
                  <a:pt x="10491" y="9736"/>
                  <a:pt x="10491" y="10712"/>
                </a:cubicBezTo>
                <a:lnTo>
                  <a:pt x="10491" y="11059"/>
                </a:lnTo>
                <a:lnTo>
                  <a:pt x="7026" y="11059"/>
                </a:lnTo>
                <a:lnTo>
                  <a:pt x="7026" y="10712"/>
                </a:lnTo>
                <a:cubicBezTo>
                  <a:pt x="7026" y="9736"/>
                  <a:pt x="7813" y="8948"/>
                  <a:pt x="8759" y="8948"/>
                </a:cubicBezTo>
                <a:close/>
                <a:moveTo>
                  <a:pt x="5986" y="1"/>
                </a:moveTo>
                <a:cubicBezTo>
                  <a:pt x="5262" y="1"/>
                  <a:pt x="4631" y="631"/>
                  <a:pt x="4631" y="1387"/>
                </a:cubicBezTo>
                <a:cubicBezTo>
                  <a:pt x="4631" y="1733"/>
                  <a:pt x="4726" y="2048"/>
                  <a:pt x="4978" y="2269"/>
                </a:cubicBezTo>
                <a:cubicBezTo>
                  <a:pt x="4127" y="2679"/>
                  <a:pt x="3592" y="3498"/>
                  <a:pt x="3592" y="4474"/>
                </a:cubicBezTo>
                <a:lnTo>
                  <a:pt x="3592" y="4852"/>
                </a:lnTo>
                <a:lnTo>
                  <a:pt x="1670" y="4852"/>
                </a:lnTo>
                <a:cubicBezTo>
                  <a:pt x="1166" y="4852"/>
                  <a:pt x="725" y="5199"/>
                  <a:pt x="630" y="5703"/>
                </a:cubicBezTo>
                <a:lnTo>
                  <a:pt x="126" y="8475"/>
                </a:lnTo>
                <a:cubicBezTo>
                  <a:pt x="0" y="9043"/>
                  <a:pt x="473" y="9610"/>
                  <a:pt x="1071" y="9673"/>
                </a:cubicBezTo>
                <a:cubicBezTo>
                  <a:pt x="914" y="9988"/>
                  <a:pt x="819" y="10366"/>
                  <a:pt x="819" y="10744"/>
                </a:cubicBezTo>
                <a:lnTo>
                  <a:pt x="819" y="11468"/>
                </a:lnTo>
                <a:cubicBezTo>
                  <a:pt x="819" y="11657"/>
                  <a:pt x="977" y="11815"/>
                  <a:pt x="1197" y="11815"/>
                </a:cubicBezTo>
                <a:lnTo>
                  <a:pt x="5356" y="11815"/>
                </a:lnTo>
                <a:cubicBezTo>
                  <a:pt x="5545" y="11815"/>
                  <a:pt x="5703" y="11657"/>
                  <a:pt x="5703" y="11468"/>
                </a:cubicBezTo>
                <a:lnTo>
                  <a:pt x="5703" y="10744"/>
                </a:lnTo>
                <a:cubicBezTo>
                  <a:pt x="5703" y="10366"/>
                  <a:pt x="5640" y="9988"/>
                  <a:pt x="5482" y="9673"/>
                </a:cubicBezTo>
                <a:lnTo>
                  <a:pt x="6648" y="9673"/>
                </a:lnTo>
                <a:cubicBezTo>
                  <a:pt x="6490" y="9988"/>
                  <a:pt x="6427" y="10366"/>
                  <a:pt x="6427" y="10744"/>
                </a:cubicBezTo>
                <a:lnTo>
                  <a:pt x="6427" y="11468"/>
                </a:lnTo>
                <a:cubicBezTo>
                  <a:pt x="6427" y="11657"/>
                  <a:pt x="6585" y="11815"/>
                  <a:pt x="6774" y="11815"/>
                </a:cubicBezTo>
                <a:lnTo>
                  <a:pt x="10838" y="11815"/>
                </a:lnTo>
                <a:cubicBezTo>
                  <a:pt x="11027" y="11815"/>
                  <a:pt x="11184" y="11657"/>
                  <a:pt x="11184" y="11468"/>
                </a:cubicBezTo>
                <a:lnTo>
                  <a:pt x="11184" y="10744"/>
                </a:lnTo>
                <a:cubicBezTo>
                  <a:pt x="11184" y="10366"/>
                  <a:pt x="11121" y="9988"/>
                  <a:pt x="10964" y="9673"/>
                </a:cubicBezTo>
                <a:cubicBezTo>
                  <a:pt x="11563" y="9610"/>
                  <a:pt x="11972" y="9043"/>
                  <a:pt x="11878" y="8475"/>
                </a:cubicBezTo>
                <a:lnTo>
                  <a:pt x="11342" y="5703"/>
                </a:lnTo>
                <a:cubicBezTo>
                  <a:pt x="11279" y="5199"/>
                  <a:pt x="10838" y="4852"/>
                  <a:pt x="10334" y="4852"/>
                </a:cubicBezTo>
                <a:lnTo>
                  <a:pt x="8412" y="4852"/>
                </a:lnTo>
                <a:lnTo>
                  <a:pt x="8412" y="4474"/>
                </a:lnTo>
                <a:cubicBezTo>
                  <a:pt x="8412" y="3498"/>
                  <a:pt x="7845" y="2679"/>
                  <a:pt x="7026" y="2269"/>
                </a:cubicBezTo>
                <a:cubicBezTo>
                  <a:pt x="7246" y="2048"/>
                  <a:pt x="7372" y="1733"/>
                  <a:pt x="7372" y="1387"/>
                </a:cubicBezTo>
                <a:cubicBezTo>
                  <a:pt x="7372" y="631"/>
                  <a:pt x="6742" y="1"/>
                  <a:pt x="5986" y="1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8480;p55">
            <a:extLst>
              <a:ext uri="{FF2B5EF4-FFF2-40B4-BE49-F238E27FC236}">
                <a16:creationId xmlns:a16="http://schemas.microsoft.com/office/drawing/2014/main" id="{B7DE7E83-D9D0-44A9-B0F1-7454ABD0C0C5}"/>
              </a:ext>
            </a:extLst>
          </p:cNvPr>
          <p:cNvGrpSpPr/>
          <p:nvPr/>
        </p:nvGrpSpPr>
        <p:grpSpPr>
          <a:xfrm>
            <a:off x="2032000" y="2511106"/>
            <a:ext cx="796778" cy="740307"/>
            <a:chOff x="6524150" y="1938725"/>
            <a:chExt cx="297725" cy="276625"/>
          </a:xfrm>
          <a:solidFill>
            <a:srgbClr val="1A4B9F"/>
          </a:solidFill>
        </p:grpSpPr>
        <p:sp>
          <p:nvSpPr>
            <p:cNvPr id="42" name="Google Shape;8481;p55">
              <a:extLst>
                <a:ext uri="{FF2B5EF4-FFF2-40B4-BE49-F238E27FC236}">
                  <a16:creationId xmlns:a16="http://schemas.microsoft.com/office/drawing/2014/main" id="{02031760-8A31-4205-B30C-72DB6ACF0A83}"/>
                </a:ext>
              </a:extLst>
            </p:cNvPr>
            <p:cNvSpPr/>
            <p:nvPr/>
          </p:nvSpPr>
          <p:spPr>
            <a:xfrm>
              <a:off x="6524150" y="2025375"/>
              <a:ext cx="297725" cy="189975"/>
            </a:xfrm>
            <a:custGeom>
              <a:avLst/>
              <a:gdLst/>
              <a:ahLst/>
              <a:cxnLst/>
              <a:rect l="l" t="t" r="r" b="b"/>
              <a:pathLst>
                <a:path w="11909" h="7599" extrusionOk="0">
                  <a:moveTo>
                    <a:pt x="9767" y="2079"/>
                  </a:moveTo>
                  <a:lnTo>
                    <a:pt x="9767" y="5198"/>
                  </a:lnTo>
                  <a:cubicBezTo>
                    <a:pt x="9735" y="5041"/>
                    <a:pt x="9672" y="4915"/>
                    <a:pt x="9546" y="4789"/>
                  </a:cubicBezTo>
                  <a:lnTo>
                    <a:pt x="7813" y="3056"/>
                  </a:lnTo>
                  <a:cubicBezTo>
                    <a:pt x="7624" y="2867"/>
                    <a:pt x="7341" y="2741"/>
                    <a:pt x="7057" y="2741"/>
                  </a:cubicBezTo>
                  <a:lnTo>
                    <a:pt x="6018" y="2741"/>
                  </a:lnTo>
                  <a:cubicBezTo>
                    <a:pt x="5923" y="2741"/>
                    <a:pt x="5797" y="2836"/>
                    <a:pt x="5734" y="2930"/>
                  </a:cubicBezTo>
                  <a:lnTo>
                    <a:pt x="5482" y="3403"/>
                  </a:lnTo>
                  <a:cubicBezTo>
                    <a:pt x="5293" y="3812"/>
                    <a:pt x="4883" y="4001"/>
                    <a:pt x="4505" y="4001"/>
                  </a:cubicBezTo>
                  <a:lnTo>
                    <a:pt x="5356" y="2269"/>
                  </a:lnTo>
                  <a:cubicBezTo>
                    <a:pt x="5419" y="2143"/>
                    <a:pt x="5576" y="2079"/>
                    <a:pt x="5671" y="2079"/>
                  </a:cubicBezTo>
                  <a:close/>
                  <a:moveTo>
                    <a:pt x="1418" y="2079"/>
                  </a:moveTo>
                  <a:lnTo>
                    <a:pt x="1418" y="5545"/>
                  </a:lnTo>
                  <a:lnTo>
                    <a:pt x="725" y="5545"/>
                  </a:lnTo>
                  <a:lnTo>
                    <a:pt x="725" y="2079"/>
                  </a:lnTo>
                  <a:close/>
                  <a:moveTo>
                    <a:pt x="11153" y="2079"/>
                  </a:moveTo>
                  <a:lnTo>
                    <a:pt x="11153" y="5545"/>
                  </a:lnTo>
                  <a:lnTo>
                    <a:pt x="10460" y="5545"/>
                  </a:lnTo>
                  <a:lnTo>
                    <a:pt x="10460" y="2079"/>
                  </a:lnTo>
                  <a:close/>
                  <a:moveTo>
                    <a:pt x="6931" y="630"/>
                  </a:moveTo>
                  <a:cubicBezTo>
                    <a:pt x="6774" y="1008"/>
                    <a:pt x="6427" y="1323"/>
                    <a:pt x="5955" y="1323"/>
                  </a:cubicBezTo>
                  <a:lnTo>
                    <a:pt x="5671" y="1323"/>
                  </a:lnTo>
                  <a:cubicBezTo>
                    <a:pt x="5293" y="1323"/>
                    <a:pt x="4946" y="1575"/>
                    <a:pt x="4726" y="1922"/>
                  </a:cubicBezTo>
                  <a:lnTo>
                    <a:pt x="3655" y="4064"/>
                  </a:lnTo>
                  <a:cubicBezTo>
                    <a:pt x="3623" y="4127"/>
                    <a:pt x="3623" y="4253"/>
                    <a:pt x="3655" y="4316"/>
                  </a:cubicBezTo>
                  <a:cubicBezTo>
                    <a:pt x="3718" y="4411"/>
                    <a:pt x="3781" y="4474"/>
                    <a:pt x="3875" y="4537"/>
                  </a:cubicBezTo>
                  <a:cubicBezTo>
                    <a:pt x="4088" y="4627"/>
                    <a:pt x="4310" y="4670"/>
                    <a:pt x="4532" y="4670"/>
                  </a:cubicBezTo>
                  <a:cubicBezTo>
                    <a:pt x="5165" y="4670"/>
                    <a:pt x="5785" y="4316"/>
                    <a:pt x="6112" y="3686"/>
                  </a:cubicBezTo>
                  <a:lnTo>
                    <a:pt x="6238" y="3434"/>
                  </a:lnTo>
                  <a:lnTo>
                    <a:pt x="7026" y="3434"/>
                  </a:lnTo>
                  <a:cubicBezTo>
                    <a:pt x="7089" y="3434"/>
                    <a:pt x="7215" y="3466"/>
                    <a:pt x="7246" y="3529"/>
                  </a:cubicBezTo>
                  <a:lnTo>
                    <a:pt x="8979" y="5261"/>
                  </a:lnTo>
                  <a:cubicBezTo>
                    <a:pt x="9137" y="5419"/>
                    <a:pt x="9137" y="5545"/>
                    <a:pt x="9105" y="5640"/>
                  </a:cubicBezTo>
                  <a:cubicBezTo>
                    <a:pt x="9105" y="5671"/>
                    <a:pt x="9042" y="5829"/>
                    <a:pt x="8885" y="5860"/>
                  </a:cubicBezTo>
                  <a:lnTo>
                    <a:pt x="5576" y="6805"/>
                  </a:lnTo>
                  <a:cubicBezTo>
                    <a:pt x="5543" y="6814"/>
                    <a:pt x="5507" y="6818"/>
                    <a:pt x="5470" y="6818"/>
                  </a:cubicBezTo>
                  <a:cubicBezTo>
                    <a:pt x="5371" y="6818"/>
                    <a:pt x="5268" y="6788"/>
                    <a:pt x="5198" y="6742"/>
                  </a:cubicBezTo>
                  <a:lnTo>
                    <a:pt x="4096" y="5640"/>
                  </a:lnTo>
                  <a:cubicBezTo>
                    <a:pt x="4033" y="5545"/>
                    <a:pt x="3938" y="5514"/>
                    <a:pt x="3875" y="5514"/>
                  </a:cubicBezTo>
                  <a:lnTo>
                    <a:pt x="2111" y="5514"/>
                  </a:lnTo>
                  <a:lnTo>
                    <a:pt x="2111" y="2048"/>
                  </a:lnTo>
                  <a:lnTo>
                    <a:pt x="2741" y="2048"/>
                  </a:lnTo>
                  <a:cubicBezTo>
                    <a:pt x="3119" y="2048"/>
                    <a:pt x="3466" y="1796"/>
                    <a:pt x="3686" y="1449"/>
                  </a:cubicBezTo>
                  <a:lnTo>
                    <a:pt x="4001" y="819"/>
                  </a:lnTo>
                  <a:cubicBezTo>
                    <a:pt x="4064" y="693"/>
                    <a:pt x="4190" y="630"/>
                    <a:pt x="4316" y="630"/>
                  </a:cubicBezTo>
                  <a:close/>
                  <a:moveTo>
                    <a:pt x="4316" y="0"/>
                  </a:moveTo>
                  <a:cubicBezTo>
                    <a:pt x="3907" y="0"/>
                    <a:pt x="3560" y="221"/>
                    <a:pt x="3371" y="599"/>
                  </a:cubicBezTo>
                  <a:lnTo>
                    <a:pt x="3056" y="1229"/>
                  </a:lnTo>
                  <a:cubicBezTo>
                    <a:pt x="2962" y="1323"/>
                    <a:pt x="2836" y="1418"/>
                    <a:pt x="2741" y="1418"/>
                  </a:cubicBezTo>
                  <a:lnTo>
                    <a:pt x="378" y="1418"/>
                  </a:lnTo>
                  <a:cubicBezTo>
                    <a:pt x="158" y="1418"/>
                    <a:pt x="0" y="1575"/>
                    <a:pt x="0" y="1764"/>
                  </a:cubicBezTo>
                  <a:lnTo>
                    <a:pt x="0" y="5955"/>
                  </a:lnTo>
                  <a:cubicBezTo>
                    <a:pt x="0" y="6144"/>
                    <a:pt x="158" y="6301"/>
                    <a:pt x="378" y="6301"/>
                  </a:cubicBezTo>
                  <a:lnTo>
                    <a:pt x="3718" y="6301"/>
                  </a:lnTo>
                  <a:lnTo>
                    <a:pt x="4694" y="7278"/>
                  </a:lnTo>
                  <a:cubicBezTo>
                    <a:pt x="4894" y="7477"/>
                    <a:pt x="5139" y="7598"/>
                    <a:pt x="5410" y="7598"/>
                  </a:cubicBezTo>
                  <a:cubicBezTo>
                    <a:pt x="5525" y="7598"/>
                    <a:pt x="5644" y="7577"/>
                    <a:pt x="5766" y="7530"/>
                  </a:cubicBezTo>
                  <a:lnTo>
                    <a:pt x="9074" y="6553"/>
                  </a:lnTo>
                  <a:cubicBezTo>
                    <a:pt x="9263" y="6522"/>
                    <a:pt x="9420" y="6396"/>
                    <a:pt x="9578" y="6238"/>
                  </a:cubicBezTo>
                  <a:lnTo>
                    <a:pt x="11562" y="6238"/>
                  </a:lnTo>
                  <a:cubicBezTo>
                    <a:pt x="11751" y="6238"/>
                    <a:pt x="11909" y="6081"/>
                    <a:pt x="11909" y="5892"/>
                  </a:cubicBezTo>
                  <a:lnTo>
                    <a:pt x="11909" y="1733"/>
                  </a:lnTo>
                  <a:cubicBezTo>
                    <a:pt x="11877" y="1544"/>
                    <a:pt x="11720" y="1386"/>
                    <a:pt x="11499" y="1386"/>
                  </a:cubicBezTo>
                  <a:lnTo>
                    <a:pt x="7341" y="1386"/>
                  </a:lnTo>
                  <a:cubicBezTo>
                    <a:pt x="7561" y="1103"/>
                    <a:pt x="7687" y="693"/>
                    <a:pt x="7687" y="347"/>
                  </a:cubicBezTo>
                  <a:cubicBezTo>
                    <a:pt x="7687" y="158"/>
                    <a:pt x="7530" y="0"/>
                    <a:pt x="73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482;p55">
              <a:extLst>
                <a:ext uri="{FF2B5EF4-FFF2-40B4-BE49-F238E27FC236}">
                  <a16:creationId xmlns:a16="http://schemas.microsoft.com/office/drawing/2014/main" id="{D58B34D0-D4FD-4A62-9FA2-0FDE9CE62CBC}"/>
                </a:ext>
              </a:extLst>
            </p:cNvPr>
            <p:cNvSpPr/>
            <p:nvPr/>
          </p:nvSpPr>
          <p:spPr>
            <a:xfrm>
              <a:off x="6664325" y="1938725"/>
              <a:ext cx="17375" cy="43350"/>
            </a:xfrm>
            <a:custGeom>
              <a:avLst/>
              <a:gdLst/>
              <a:ahLst/>
              <a:cxnLst/>
              <a:rect l="l" t="t" r="r" b="b"/>
              <a:pathLst>
                <a:path w="695" h="1734" extrusionOk="0"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lnTo>
                    <a:pt x="1" y="1355"/>
                  </a:lnTo>
                  <a:cubicBezTo>
                    <a:pt x="1" y="1576"/>
                    <a:pt x="159" y="1733"/>
                    <a:pt x="348" y="1733"/>
                  </a:cubicBezTo>
                  <a:cubicBezTo>
                    <a:pt x="537" y="1733"/>
                    <a:pt x="694" y="1576"/>
                    <a:pt x="694" y="1355"/>
                  </a:cubicBezTo>
                  <a:lnTo>
                    <a:pt x="694" y="347"/>
                  </a:lnTo>
                  <a:cubicBezTo>
                    <a:pt x="694" y="158"/>
                    <a:pt x="537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8483;p55">
              <a:extLst>
                <a:ext uri="{FF2B5EF4-FFF2-40B4-BE49-F238E27FC236}">
                  <a16:creationId xmlns:a16="http://schemas.microsoft.com/office/drawing/2014/main" id="{CD5DD4EA-FF4A-455B-9A6B-D9D5B0503E0E}"/>
                </a:ext>
              </a:extLst>
            </p:cNvPr>
            <p:cNvSpPr/>
            <p:nvPr/>
          </p:nvSpPr>
          <p:spPr>
            <a:xfrm>
              <a:off x="6594250" y="1972800"/>
              <a:ext cx="35450" cy="35275"/>
            </a:xfrm>
            <a:custGeom>
              <a:avLst/>
              <a:gdLst/>
              <a:ahLst/>
              <a:cxnLst/>
              <a:rect l="l" t="t" r="r" b="b"/>
              <a:pathLst>
                <a:path w="1418" h="1411" extrusionOk="0">
                  <a:moveTo>
                    <a:pt x="374" y="0"/>
                  </a:moveTo>
                  <a:cubicBezTo>
                    <a:pt x="291" y="0"/>
                    <a:pt x="205" y="40"/>
                    <a:pt x="126" y="118"/>
                  </a:cubicBezTo>
                  <a:cubicBezTo>
                    <a:pt x="0" y="244"/>
                    <a:pt x="0" y="496"/>
                    <a:pt x="126" y="591"/>
                  </a:cubicBezTo>
                  <a:lnTo>
                    <a:pt x="819" y="1316"/>
                  </a:lnTo>
                  <a:cubicBezTo>
                    <a:pt x="882" y="1379"/>
                    <a:pt x="969" y="1410"/>
                    <a:pt x="1055" y="1410"/>
                  </a:cubicBezTo>
                  <a:cubicBezTo>
                    <a:pt x="1142" y="1410"/>
                    <a:pt x="1229" y="1379"/>
                    <a:pt x="1292" y="1316"/>
                  </a:cubicBezTo>
                  <a:cubicBezTo>
                    <a:pt x="1418" y="1190"/>
                    <a:pt x="1418" y="969"/>
                    <a:pt x="1292" y="843"/>
                  </a:cubicBezTo>
                  <a:lnTo>
                    <a:pt x="599" y="118"/>
                  </a:lnTo>
                  <a:cubicBezTo>
                    <a:pt x="536" y="40"/>
                    <a:pt x="457" y="0"/>
                    <a:pt x="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8484;p55">
              <a:extLst>
                <a:ext uri="{FF2B5EF4-FFF2-40B4-BE49-F238E27FC236}">
                  <a16:creationId xmlns:a16="http://schemas.microsoft.com/office/drawing/2014/main" id="{AF8DB590-CCC1-4BD7-AEED-A942D4DF2249}"/>
                </a:ext>
              </a:extLst>
            </p:cNvPr>
            <p:cNvSpPr/>
            <p:nvPr/>
          </p:nvSpPr>
          <p:spPr>
            <a:xfrm>
              <a:off x="6715525" y="1972800"/>
              <a:ext cx="35475" cy="35275"/>
            </a:xfrm>
            <a:custGeom>
              <a:avLst/>
              <a:gdLst/>
              <a:ahLst/>
              <a:cxnLst/>
              <a:rect l="l" t="t" r="r" b="b"/>
              <a:pathLst>
                <a:path w="1419" h="1411" extrusionOk="0">
                  <a:moveTo>
                    <a:pt x="1056" y="0"/>
                  </a:moveTo>
                  <a:cubicBezTo>
                    <a:pt x="970" y="0"/>
                    <a:pt x="883" y="40"/>
                    <a:pt x="820" y="118"/>
                  </a:cubicBezTo>
                  <a:lnTo>
                    <a:pt x="127" y="843"/>
                  </a:lnTo>
                  <a:cubicBezTo>
                    <a:pt x="1" y="969"/>
                    <a:pt x="1" y="1190"/>
                    <a:pt x="127" y="1316"/>
                  </a:cubicBezTo>
                  <a:cubicBezTo>
                    <a:pt x="174" y="1379"/>
                    <a:pt x="261" y="1410"/>
                    <a:pt x="351" y="1410"/>
                  </a:cubicBezTo>
                  <a:cubicBezTo>
                    <a:pt x="442" y="1410"/>
                    <a:pt x="536" y="1379"/>
                    <a:pt x="599" y="1316"/>
                  </a:cubicBezTo>
                  <a:lnTo>
                    <a:pt x="1293" y="591"/>
                  </a:lnTo>
                  <a:cubicBezTo>
                    <a:pt x="1419" y="496"/>
                    <a:pt x="1419" y="244"/>
                    <a:pt x="1293" y="118"/>
                  </a:cubicBezTo>
                  <a:cubicBezTo>
                    <a:pt x="1230" y="40"/>
                    <a:pt x="1143" y="0"/>
                    <a:pt x="10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171D03BC-C905-447C-9198-D4E7966BBADA}"/>
              </a:ext>
            </a:extLst>
          </p:cNvPr>
          <p:cNvSpPr txBox="1">
            <a:spLocks/>
          </p:cNvSpPr>
          <p:nvPr/>
        </p:nvSpPr>
        <p:spPr>
          <a:xfrm>
            <a:off x="3820578" y="3429000"/>
            <a:ext cx="2130425" cy="12234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pharetra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dictum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erat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porttitor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door</a:t>
            </a:r>
            <a:endParaRPr lang="pt-BR" sz="105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4ED4DD81-41E9-40CD-9C0F-2FE583FE14A4}"/>
              </a:ext>
            </a:extLst>
          </p:cNvPr>
          <p:cNvSpPr txBox="1">
            <a:spLocks/>
          </p:cNvSpPr>
          <p:nvPr/>
        </p:nvSpPr>
        <p:spPr>
          <a:xfrm>
            <a:off x="6318209" y="3429000"/>
            <a:ext cx="2130425" cy="12234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algn="ctr"/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pharetra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dictum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erat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porttitor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door</a:t>
            </a:r>
            <a:endParaRPr lang="pt-BR" sz="105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A74BBAB-C4FC-4107-B2F1-D79055D50E79}"/>
              </a:ext>
            </a:extLst>
          </p:cNvPr>
          <p:cNvSpPr txBox="1">
            <a:spLocks/>
          </p:cNvSpPr>
          <p:nvPr/>
        </p:nvSpPr>
        <p:spPr>
          <a:xfrm>
            <a:off x="8780791" y="3429000"/>
            <a:ext cx="2130425" cy="12234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algn="ctr"/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pharetra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dictum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erat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porttitor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door</a:t>
            </a:r>
            <a:endParaRPr lang="pt-BR" sz="105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339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7962;p54">
            <a:extLst>
              <a:ext uri="{FF2B5EF4-FFF2-40B4-BE49-F238E27FC236}">
                <a16:creationId xmlns:a16="http://schemas.microsoft.com/office/drawing/2014/main" id="{4FC3589F-8781-4891-8E79-E812946837FF}"/>
              </a:ext>
            </a:extLst>
          </p:cNvPr>
          <p:cNvGrpSpPr/>
          <p:nvPr/>
        </p:nvGrpSpPr>
        <p:grpSpPr>
          <a:xfrm>
            <a:off x="9451457" y="1543953"/>
            <a:ext cx="787006" cy="784917"/>
            <a:chOff x="-937025" y="2064750"/>
            <a:chExt cx="292225" cy="291450"/>
          </a:xfrm>
          <a:solidFill>
            <a:srgbClr val="1A4B9F"/>
          </a:solidFill>
        </p:grpSpPr>
        <p:sp>
          <p:nvSpPr>
            <p:cNvPr id="18" name="Google Shape;7963;p54">
              <a:extLst>
                <a:ext uri="{FF2B5EF4-FFF2-40B4-BE49-F238E27FC236}">
                  <a16:creationId xmlns:a16="http://schemas.microsoft.com/office/drawing/2014/main" id="{7E84D7E2-3F6F-42D7-82DD-8B97FFA61949}"/>
                </a:ext>
              </a:extLst>
            </p:cNvPr>
            <p:cNvSpPr/>
            <p:nvPr/>
          </p:nvSpPr>
          <p:spPr>
            <a:xfrm>
              <a:off x="-834625" y="2134850"/>
              <a:ext cx="86650" cy="85075"/>
            </a:xfrm>
            <a:custGeom>
              <a:avLst/>
              <a:gdLst/>
              <a:ahLst/>
              <a:cxnLst/>
              <a:rect l="l" t="t" r="r" b="b"/>
              <a:pathLst>
                <a:path w="3466" h="3403" extrusionOk="0">
                  <a:moveTo>
                    <a:pt x="1702" y="599"/>
                  </a:moveTo>
                  <a:cubicBezTo>
                    <a:pt x="1922" y="599"/>
                    <a:pt x="2080" y="788"/>
                    <a:pt x="2080" y="977"/>
                  </a:cubicBezTo>
                  <a:cubicBezTo>
                    <a:pt x="2080" y="1166"/>
                    <a:pt x="1922" y="1324"/>
                    <a:pt x="1702" y="1324"/>
                  </a:cubicBezTo>
                  <a:cubicBezTo>
                    <a:pt x="1512" y="1324"/>
                    <a:pt x="1355" y="1166"/>
                    <a:pt x="1355" y="977"/>
                  </a:cubicBezTo>
                  <a:cubicBezTo>
                    <a:pt x="1355" y="788"/>
                    <a:pt x="1512" y="599"/>
                    <a:pt x="1702" y="599"/>
                  </a:cubicBezTo>
                  <a:close/>
                  <a:moveTo>
                    <a:pt x="1765" y="2048"/>
                  </a:moveTo>
                  <a:cubicBezTo>
                    <a:pt x="2174" y="2048"/>
                    <a:pt x="2584" y="2300"/>
                    <a:pt x="2741" y="2710"/>
                  </a:cubicBezTo>
                  <a:lnTo>
                    <a:pt x="756" y="2710"/>
                  </a:lnTo>
                  <a:cubicBezTo>
                    <a:pt x="914" y="2300"/>
                    <a:pt x="1292" y="2048"/>
                    <a:pt x="1765" y="2048"/>
                  </a:cubicBezTo>
                  <a:close/>
                  <a:moveTo>
                    <a:pt x="1702" y="0"/>
                  </a:moveTo>
                  <a:cubicBezTo>
                    <a:pt x="1166" y="0"/>
                    <a:pt x="693" y="441"/>
                    <a:pt x="693" y="1009"/>
                  </a:cubicBezTo>
                  <a:cubicBezTo>
                    <a:pt x="693" y="1198"/>
                    <a:pt x="788" y="1387"/>
                    <a:pt x="851" y="1576"/>
                  </a:cubicBezTo>
                  <a:cubicBezTo>
                    <a:pt x="347" y="1891"/>
                    <a:pt x="0" y="2426"/>
                    <a:pt x="0" y="3056"/>
                  </a:cubicBezTo>
                  <a:cubicBezTo>
                    <a:pt x="0" y="3245"/>
                    <a:pt x="158" y="3403"/>
                    <a:pt x="347" y="3403"/>
                  </a:cubicBezTo>
                  <a:lnTo>
                    <a:pt x="3088" y="3403"/>
                  </a:lnTo>
                  <a:cubicBezTo>
                    <a:pt x="3308" y="3403"/>
                    <a:pt x="3466" y="3245"/>
                    <a:pt x="3466" y="3056"/>
                  </a:cubicBezTo>
                  <a:cubicBezTo>
                    <a:pt x="3434" y="2426"/>
                    <a:pt x="3088" y="1828"/>
                    <a:pt x="2584" y="1576"/>
                  </a:cubicBezTo>
                  <a:cubicBezTo>
                    <a:pt x="2710" y="1387"/>
                    <a:pt x="2741" y="1198"/>
                    <a:pt x="2741" y="1009"/>
                  </a:cubicBezTo>
                  <a:cubicBezTo>
                    <a:pt x="2741" y="441"/>
                    <a:pt x="2269" y="0"/>
                    <a:pt x="17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964;p54">
              <a:extLst>
                <a:ext uri="{FF2B5EF4-FFF2-40B4-BE49-F238E27FC236}">
                  <a16:creationId xmlns:a16="http://schemas.microsoft.com/office/drawing/2014/main" id="{66E2FB54-0253-461C-88CC-6D8E92F8057D}"/>
                </a:ext>
              </a:extLst>
            </p:cNvPr>
            <p:cNvSpPr/>
            <p:nvPr/>
          </p:nvSpPr>
          <p:spPr>
            <a:xfrm>
              <a:off x="-936225" y="2304975"/>
              <a:ext cx="289850" cy="51225"/>
            </a:xfrm>
            <a:custGeom>
              <a:avLst/>
              <a:gdLst/>
              <a:ahLst/>
              <a:cxnLst/>
              <a:rect l="l" t="t" r="r" b="b"/>
              <a:pathLst>
                <a:path w="11594" h="2049" extrusionOk="0">
                  <a:moveTo>
                    <a:pt x="3056" y="662"/>
                  </a:moveTo>
                  <a:cubicBezTo>
                    <a:pt x="3277" y="662"/>
                    <a:pt x="3434" y="820"/>
                    <a:pt x="3434" y="1009"/>
                  </a:cubicBezTo>
                  <a:cubicBezTo>
                    <a:pt x="3434" y="1229"/>
                    <a:pt x="3277" y="1387"/>
                    <a:pt x="3056" y="1387"/>
                  </a:cubicBezTo>
                  <a:lnTo>
                    <a:pt x="1008" y="1387"/>
                  </a:lnTo>
                  <a:cubicBezTo>
                    <a:pt x="819" y="1387"/>
                    <a:pt x="662" y="1229"/>
                    <a:pt x="662" y="1009"/>
                  </a:cubicBez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586" y="693"/>
                  </a:moveTo>
                  <a:cubicBezTo>
                    <a:pt x="10775" y="693"/>
                    <a:pt x="10932" y="851"/>
                    <a:pt x="10932" y="1072"/>
                  </a:cubicBezTo>
                  <a:cubicBezTo>
                    <a:pt x="10901" y="1229"/>
                    <a:pt x="10775" y="1387"/>
                    <a:pt x="10586" y="1387"/>
                  </a:cubicBezTo>
                  <a:lnTo>
                    <a:pt x="4001" y="1387"/>
                  </a:lnTo>
                  <a:cubicBezTo>
                    <a:pt x="4096" y="1166"/>
                    <a:pt x="4096" y="914"/>
                    <a:pt x="4001" y="693"/>
                  </a:cubicBez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cubicBezTo>
                    <a:pt x="0" y="1576"/>
                    <a:pt x="473" y="2048"/>
                    <a:pt x="1008" y="2048"/>
                  </a:cubicBezTo>
                  <a:lnTo>
                    <a:pt x="10586" y="2048"/>
                  </a:lnTo>
                  <a:cubicBezTo>
                    <a:pt x="11121" y="2048"/>
                    <a:pt x="11594" y="1576"/>
                    <a:pt x="11594" y="1009"/>
                  </a:cubicBezTo>
                  <a:cubicBezTo>
                    <a:pt x="11594" y="473"/>
                    <a:pt x="11121" y="0"/>
                    <a:pt x="105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965;p54">
              <a:extLst>
                <a:ext uri="{FF2B5EF4-FFF2-40B4-BE49-F238E27FC236}">
                  <a16:creationId xmlns:a16="http://schemas.microsoft.com/office/drawing/2014/main" id="{DC069EF8-4172-49A8-A1F5-3F110348CCE7}"/>
                </a:ext>
              </a:extLst>
            </p:cNvPr>
            <p:cNvSpPr/>
            <p:nvPr/>
          </p:nvSpPr>
          <p:spPr>
            <a:xfrm>
              <a:off x="-937025" y="2064750"/>
              <a:ext cx="292225" cy="223125"/>
            </a:xfrm>
            <a:custGeom>
              <a:avLst/>
              <a:gdLst/>
              <a:ahLst/>
              <a:cxnLst/>
              <a:rect l="l" t="t" r="r" b="b"/>
              <a:pathLst>
                <a:path w="11689" h="8925" extrusionOk="0">
                  <a:moveTo>
                    <a:pt x="3813" y="662"/>
                  </a:moveTo>
                  <a:cubicBezTo>
                    <a:pt x="4002" y="662"/>
                    <a:pt x="4159" y="820"/>
                    <a:pt x="4159" y="1009"/>
                  </a:cubicBezTo>
                  <a:lnTo>
                    <a:pt x="4159" y="1355"/>
                  </a:lnTo>
                  <a:lnTo>
                    <a:pt x="3813" y="1355"/>
                  </a:lnTo>
                  <a:cubicBezTo>
                    <a:pt x="3246" y="1355"/>
                    <a:pt x="2773" y="1828"/>
                    <a:pt x="2773" y="2395"/>
                  </a:cubicBezTo>
                  <a:lnTo>
                    <a:pt x="2773" y="4978"/>
                  </a:lnTo>
                  <a:lnTo>
                    <a:pt x="2080" y="5703"/>
                  </a:lnTo>
                  <a:lnTo>
                    <a:pt x="2080" y="5199"/>
                  </a:lnTo>
                  <a:cubicBezTo>
                    <a:pt x="2080" y="4978"/>
                    <a:pt x="1922" y="4821"/>
                    <a:pt x="1702" y="4821"/>
                  </a:cubicBezTo>
                  <a:lnTo>
                    <a:pt x="1040" y="4821"/>
                  </a:lnTo>
                  <a:cubicBezTo>
                    <a:pt x="851" y="4821"/>
                    <a:pt x="694" y="4663"/>
                    <a:pt x="694" y="4474"/>
                  </a:cubicBezTo>
                  <a:lnTo>
                    <a:pt x="694" y="1009"/>
                  </a:ln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lnTo>
                    <a:pt x="10996" y="4474"/>
                  </a:lnTo>
                  <a:cubicBezTo>
                    <a:pt x="10996" y="4695"/>
                    <a:pt x="10838" y="4852"/>
                    <a:pt x="10649" y="4852"/>
                  </a:cubicBezTo>
                  <a:lnTo>
                    <a:pt x="9893" y="4852"/>
                  </a:lnTo>
                  <a:cubicBezTo>
                    <a:pt x="9704" y="4852"/>
                    <a:pt x="9547" y="5010"/>
                    <a:pt x="9547" y="5199"/>
                  </a:cubicBezTo>
                  <a:lnTo>
                    <a:pt x="9547" y="5703"/>
                  </a:lnTo>
                  <a:lnTo>
                    <a:pt x="8885" y="5010"/>
                  </a:lnTo>
                  <a:lnTo>
                    <a:pt x="8885" y="2395"/>
                  </a:lnTo>
                  <a:cubicBezTo>
                    <a:pt x="8885" y="1859"/>
                    <a:pt x="8412" y="1387"/>
                    <a:pt x="7845" y="1387"/>
                  </a:cubicBezTo>
                  <a:lnTo>
                    <a:pt x="7499" y="1387"/>
                  </a:lnTo>
                  <a:lnTo>
                    <a:pt x="7499" y="1009"/>
                  </a:lnTo>
                  <a:cubicBezTo>
                    <a:pt x="7499" y="820"/>
                    <a:pt x="7656" y="662"/>
                    <a:pt x="7845" y="662"/>
                  </a:cubicBezTo>
                  <a:close/>
                  <a:moveTo>
                    <a:pt x="7845" y="2048"/>
                  </a:moveTo>
                  <a:cubicBezTo>
                    <a:pt x="8066" y="2048"/>
                    <a:pt x="8223" y="2206"/>
                    <a:pt x="8223" y="2395"/>
                  </a:cubicBezTo>
                  <a:lnTo>
                    <a:pt x="8223" y="6522"/>
                  </a:lnTo>
                  <a:cubicBezTo>
                    <a:pt x="8223" y="6742"/>
                    <a:pt x="8066" y="6900"/>
                    <a:pt x="7845" y="6900"/>
                  </a:cubicBezTo>
                  <a:lnTo>
                    <a:pt x="6711" y="6900"/>
                  </a:lnTo>
                  <a:cubicBezTo>
                    <a:pt x="6585" y="6900"/>
                    <a:pt x="6491" y="6931"/>
                    <a:pt x="6428" y="7057"/>
                  </a:cubicBezTo>
                  <a:lnTo>
                    <a:pt x="5798" y="8003"/>
                  </a:lnTo>
                  <a:lnTo>
                    <a:pt x="5167" y="7057"/>
                  </a:lnTo>
                  <a:cubicBezTo>
                    <a:pt x="5104" y="6963"/>
                    <a:pt x="5010" y="6900"/>
                    <a:pt x="4915" y="6900"/>
                  </a:cubicBezTo>
                  <a:lnTo>
                    <a:pt x="3750" y="6900"/>
                  </a:lnTo>
                  <a:cubicBezTo>
                    <a:pt x="3561" y="6900"/>
                    <a:pt x="3403" y="6742"/>
                    <a:pt x="3403" y="6522"/>
                  </a:cubicBezTo>
                  <a:lnTo>
                    <a:pt x="3403" y="2395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4474"/>
                  </a:lnTo>
                  <a:cubicBezTo>
                    <a:pt x="1" y="5041"/>
                    <a:pt x="473" y="5514"/>
                    <a:pt x="1009" y="5514"/>
                  </a:cubicBezTo>
                  <a:lnTo>
                    <a:pt x="1355" y="5514"/>
                  </a:lnTo>
                  <a:lnTo>
                    <a:pt x="1355" y="6522"/>
                  </a:lnTo>
                  <a:cubicBezTo>
                    <a:pt x="1355" y="6736"/>
                    <a:pt x="1544" y="6877"/>
                    <a:pt x="1724" y="6877"/>
                  </a:cubicBezTo>
                  <a:cubicBezTo>
                    <a:pt x="1809" y="6877"/>
                    <a:pt x="1893" y="6845"/>
                    <a:pt x="1954" y="6774"/>
                  </a:cubicBezTo>
                  <a:lnTo>
                    <a:pt x="2742" y="5986"/>
                  </a:lnTo>
                  <a:lnTo>
                    <a:pt x="2742" y="6522"/>
                  </a:lnTo>
                  <a:cubicBezTo>
                    <a:pt x="2742" y="7089"/>
                    <a:pt x="3214" y="7562"/>
                    <a:pt x="3781" y="7562"/>
                  </a:cubicBezTo>
                  <a:lnTo>
                    <a:pt x="4726" y="7562"/>
                  </a:lnTo>
                  <a:lnTo>
                    <a:pt x="5545" y="8759"/>
                  </a:lnTo>
                  <a:cubicBezTo>
                    <a:pt x="5608" y="8869"/>
                    <a:pt x="5719" y="8924"/>
                    <a:pt x="5825" y="8924"/>
                  </a:cubicBezTo>
                  <a:cubicBezTo>
                    <a:pt x="5931" y="8924"/>
                    <a:pt x="6034" y="8869"/>
                    <a:pt x="6081" y="8759"/>
                  </a:cubicBezTo>
                  <a:lnTo>
                    <a:pt x="6932" y="7562"/>
                  </a:lnTo>
                  <a:lnTo>
                    <a:pt x="7877" y="7562"/>
                  </a:lnTo>
                  <a:cubicBezTo>
                    <a:pt x="8412" y="7562"/>
                    <a:pt x="8885" y="7089"/>
                    <a:pt x="8885" y="6522"/>
                  </a:cubicBezTo>
                  <a:lnTo>
                    <a:pt x="8885" y="5986"/>
                  </a:lnTo>
                  <a:lnTo>
                    <a:pt x="9673" y="6774"/>
                  </a:lnTo>
                  <a:cubicBezTo>
                    <a:pt x="9733" y="6845"/>
                    <a:pt x="9817" y="6877"/>
                    <a:pt x="9903" y="6877"/>
                  </a:cubicBezTo>
                  <a:cubicBezTo>
                    <a:pt x="10083" y="6877"/>
                    <a:pt x="10271" y="6736"/>
                    <a:pt x="10271" y="6522"/>
                  </a:cubicBezTo>
                  <a:lnTo>
                    <a:pt x="10271" y="5514"/>
                  </a:lnTo>
                  <a:lnTo>
                    <a:pt x="10649" y="5514"/>
                  </a:lnTo>
                  <a:cubicBezTo>
                    <a:pt x="11216" y="5514"/>
                    <a:pt x="11689" y="5041"/>
                    <a:pt x="11689" y="4474"/>
                  </a:cubicBezTo>
                  <a:lnTo>
                    <a:pt x="11689" y="1009"/>
                  </a:lnTo>
                  <a:cubicBezTo>
                    <a:pt x="11689" y="441"/>
                    <a:pt x="11216" y="0"/>
                    <a:pt x="10649" y="0"/>
                  </a:cubicBezTo>
                  <a:lnTo>
                    <a:pt x="7845" y="0"/>
                  </a:lnTo>
                  <a:cubicBezTo>
                    <a:pt x="7310" y="0"/>
                    <a:pt x="6837" y="473"/>
                    <a:pt x="6837" y="1009"/>
                  </a:cubicBezTo>
                  <a:lnTo>
                    <a:pt x="6837" y="1387"/>
                  </a:lnTo>
                  <a:lnTo>
                    <a:pt x="4789" y="1387"/>
                  </a:lnTo>
                  <a:lnTo>
                    <a:pt x="4789" y="1009"/>
                  </a:lnTo>
                  <a:cubicBezTo>
                    <a:pt x="4789" y="473"/>
                    <a:pt x="4317" y="0"/>
                    <a:pt x="37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4110;p45">
            <a:extLst>
              <a:ext uri="{FF2B5EF4-FFF2-40B4-BE49-F238E27FC236}">
                <a16:creationId xmlns:a16="http://schemas.microsoft.com/office/drawing/2014/main" id="{A19AE472-D2A8-4488-95B4-3586325D8E63}"/>
              </a:ext>
            </a:extLst>
          </p:cNvPr>
          <p:cNvSpPr/>
          <p:nvPr/>
        </p:nvSpPr>
        <p:spPr>
          <a:xfrm>
            <a:off x="4487400" y="1520992"/>
            <a:ext cx="839009" cy="830839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22" name="Google Shape;8392;p55">
            <a:extLst>
              <a:ext uri="{FF2B5EF4-FFF2-40B4-BE49-F238E27FC236}">
                <a16:creationId xmlns:a16="http://schemas.microsoft.com/office/drawing/2014/main" id="{DEA05461-767F-4E24-BD52-00C12A208782}"/>
              </a:ext>
            </a:extLst>
          </p:cNvPr>
          <p:cNvSpPr/>
          <p:nvPr/>
        </p:nvSpPr>
        <p:spPr>
          <a:xfrm>
            <a:off x="6958705" y="1517300"/>
            <a:ext cx="849432" cy="838223"/>
          </a:xfrm>
          <a:custGeom>
            <a:avLst/>
            <a:gdLst/>
            <a:ahLst/>
            <a:cxnLst/>
            <a:rect l="l" t="t" r="r" b="b"/>
            <a:pathLst>
              <a:path w="11973" h="11815" extrusionOk="0">
                <a:moveTo>
                  <a:pt x="5986" y="631"/>
                </a:moveTo>
                <a:cubicBezTo>
                  <a:pt x="6396" y="631"/>
                  <a:pt x="6711" y="946"/>
                  <a:pt x="6711" y="1324"/>
                </a:cubicBezTo>
                <a:cubicBezTo>
                  <a:pt x="6711" y="1733"/>
                  <a:pt x="6396" y="2048"/>
                  <a:pt x="5986" y="2048"/>
                </a:cubicBezTo>
                <a:cubicBezTo>
                  <a:pt x="5608" y="2048"/>
                  <a:pt x="5293" y="1733"/>
                  <a:pt x="5293" y="1324"/>
                </a:cubicBezTo>
                <a:cubicBezTo>
                  <a:pt x="5293" y="946"/>
                  <a:pt x="5608" y="631"/>
                  <a:pt x="5986" y="631"/>
                </a:cubicBezTo>
                <a:close/>
                <a:moveTo>
                  <a:pt x="5986" y="2710"/>
                </a:moveTo>
                <a:cubicBezTo>
                  <a:pt x="6931" y="2710"/>
                  <a:pt x="7719" y="3498"/>
                  <a:pt x="7719" y="4443"/>
                </a:cubicBezTo>
                <a:lnTo>
                  <a:pt x="7719" y="4789"/>
                </a:lnTo>
                <a:lnTo>
                  <a:pt x="4253" y="4789"/>
                </a:lnTo>
                <a:lnTo>
                  <a:pt x="4253" y="4443"/>
                </a:lnTo>
                <a:cubicBezTo>
                  <a:pt x="4253" y="3498"/>
                  <a:pt x="5041" y="2710"/>
                  <a:pt x="5986" y="2710"/>
                </a:cubicBezTo>
                <a:close/>
                <a:moveTo>
                  <a:pt x="3245" y="6900"/>
                </a:moveTo>
                <a:cubicBezTo>
                  <a:pt x="3623" y="6900"/>
                  <a:pt x="3938" y="7215"/>
                  <a:pt x="3938" y="7593"/>
                </a:cubicBezTo>
                <a:cubicBezTo>
                  <a:pt x="3938" y="8003"/>
                  <a:pt x="3623" y="8318"/>
                  <a:pt x="3245" y="8318"/>
                </a:cubicBezTo>
                <a:cubicBezTo>
                  <a:pt x="2836" y="8255"/>
                  <a:pt x="2521" y="7940"/>
                  <a:pt x="2521" y="7593"/>
                </a:cubicBezTo>
                <a:cubicBezTo>
                  <a:pt x="2521" y="7215"/>
                  <a:pt x="2836" y="6900"/>
                  <a:pt x="3245" y="6900"/>
                </a:cubicBezTo>
                <a:close/>
                <a:moveTo>
                  <a:pt x="8759" y="6900"/>
                </a:moveTo>
                <a:cubicBezTo>
                  <a:pt x="9137" y="6900"/>
                  <a:pt x="9452" y="7215"/>
                  <a:pt x="9452" y="7593"/>
                </a:cubicBezTo>
                <a:cubicBezTo>
                  <a:pt x="9452" y="8003"/>
                  <a:pt x="9137" y="8318"/>
                  <a:pt x="8759" y="8318"/>
                </a:cubicBezTo>
                <a:cubicBezTo>
                  <a:pt x="8349" y="8318"/>
                  <a:pt x="8034" y="7940"/>
                  <a:pt x="8034" y="7593"/>
                </a:cubicBezTo>
                <a:cubicBezTo>
                  <a:pt x="8034" y="7215"/>
                  <a:pt x="8349" y="6900"/>
                  <a:pt x="8759" y="6900"/>
                </a:cubicBezTo>
                <a:close/>
                <a:moveTo>
                  <a:pt x="10365" y="5545"/>
                </a:moveTo>
                <a:cubicBezTo>
                  <a:pt x="10523" y="5545"/>
                  <a:pt x="10680" y="5672"/>
                  <a:pt x="10712" y="5829"/>
                </a:cubicBezTo>
                <a:lnTo>
                  <a:pt x="11216" y="8570"/>
                </a:lnTo>
                <a:cubicBezTo>
                  <a:pt x="11247" y="8790"/>
                  <a:pt x="11027" y="8980"/>
                  <a:pt x="10838" y="8980"/>
                </a:cubicBezTo>
                <a:lnTo>
                  <a:pt x="10460" y="8980"/>
                </a:lnTo>
                <a:cubicBezTo>
                  <a:pt x="10239" y="8790"/>
                  <a:pt x="10019" y="8633"/>
                  <a:pt x="9767" y="8507"/>
                </a:cubicBezTo>
                <a:cubicBezTo>
                  <a:pt x="10019" y="8255"/>
                  <a:pt x="10145" y="7940"/>
                  <a:pt x="10145" y="7562"/>
                </a:cubicBezTo>
                <a:cubicBezTo>
                  <a:pt x="10145" y="6806"/>
                  <a:pt x="9515" y="6176"/>
                  <a:pt x="8759" y="6176"/>
                </a:cubicBezTo>
                <a:cubicBezTo>
                  <a:pt x="8002" y="6176"/>
                  <a:pt x="7372" y="6806"/>
                  <a:pt x="7372" y="7562"/>
                </a:cubicBezTo>
                <a:cubicBezTo>
                  <a:pt x="7372" y="7908"/>
                  <a:pt x="7498" y="8223"/>
                  <a:pt x="7719" y="8507"/>
                </a:cubicBezTo>
                <a:cubicBezTo>
                  <a:pt x="7498" y="8633"/>
                  <a:pt x="7246" y="8790"/>
                  <a:pt x="7057" y="8980"/>
                </a:cubicBezTo>
                <a:lnTo>
                  <a:pt x="4883" y="8980"/>
                </a:lnTo>
                <a:cubicBezTo>
                  <a:pt x="4694" y="8790"/>
                  <a:pt x="4442" y="8633"/>
                  <a:pt x="4222" y="8507"/>
                </a:cubicBezTo>
                <a:cubicBezTo>
                  <a:pt x="4474" y="8255"/>
                  <a:pt x="4568" y="7940"/>
                  <a:pt x="4568" y="7562"/>
                </a:cubicBezTo>
                <a:cubicBezTo>
                  <a:pt x="4568" y="6806"/>
                  <a:pt x="3938" y="6176"/>
                  <a:pt x="3214" y="6176"/>
                </a:cubicBezTo>
                <a:cubicBezTo>
                  <a:pt x="2458" y="6176"/>
                  <a:pt x="1828" y="6806"/>
                  <a:pt x="1828" y="7562"/>
                </a:cubicBezTo>
                <a:cubicBezTo>
                  <a:pt x="1828" y="7908"/>
                  <a:pt x="1954" y="8223"/>
                  <a:pt x="2174" y="8507"/>
                </a:cubicBezTo>
                <a:cubicBezTo>
                  <a:pt x="1922" y="8633"/>
                  <a:pt x="1701" y="8790"/>
                  <a:pt x="1512" y="8980"/>
                </a:cubicBezTo>
                <a:lnTo>
                  <a:pt x="1103" y="8980"/>
                </a:lnTo>
                <a:cubicBezTo>
                  <a:pt x="882" y="8980"/>
                  <a:pt x="725" y="8790"/>
                  <a:pt x="756" y="8570"/>
                </a:cubicBezTo>
                <a:lnTo>
                  <a:pt x="1260" y="5829"/>
                </a:lnTo>
                <a:cubicBezTo>
                  <a:pt x="1323" y="5672"/>
                  <a:pt x="1418" y="5545"/>
                  <a:pt x="1638" y="5545"/>
                </a:cubicBezTo>
                <a:close/>
                <a:moveTo>
                  <a:pt x="3214" y="8948"/>
                </a:moveTo>
                <a:cubicBezTo>
                  <a:pt x="4127" y="8948"/>
                  <a:pt x="4915" y="9736"/>
                  <a:pt x="4915" y="10712"/>
                </a:cubicBezTo>
                <a:lnTo>
                  <a:pt x="4915" y="11059"/>
                </a:lnTo>
                <a:lnTo>
                  <a:pt x="1481" y="11059"/>
                </a:lnTo>
                <a:lnTo>
                  <a:pt x="1481" y="10712"/>
                </a:lnTo>
                <a:cubicBezTo>
                  <a:pt x="1481" y="9736"/>
                  <a:pt x="2269" y="8948"/>
                  <a:pt x="3214" y="8948"/>
                </a:cubicBezTo>
                <a:close/>
                <a:moveTo>
                  <a:pt x="8759" y="8948"/>
                </a:moveTo>
                <a:cubicBezTo>
                  <a:pt x="9704" y="8948"/>
                  <a:pt x="10491" y="9736"/>
                  <a:pt x="10491" y="10712"/>
                </a:cubicBezTo>
                <a:lnTo>
                  <a:pt x="10491" y="11059"/>
                </a:lnTo>
                <a:lnTo>
                  <a:pt x="7026" y="11059"/>
                </a:lnTo>
                <a:lnTo>
                  <a:pt x="7026" y="10712"/>
                </a:lnTo>
                <a:cubicBezTo>
                  <a:pt x="7026" y="9736"/>
                  <a:pt x="7813" y="8948"/>
                  <a:pt x="8759" y="8948"/>
                </a:cubicBezTo>
                <a:close/>
                <a:moveTo>
                  <a:pt x="5986" y="1"/>
                </a:moveTo>
                <a:cubicBezTo>
                  <a:pt x="5262" y="1"/>
                  <a:pt x="4631" y="631"/>
                  <a:pt x="4631" y="1387"/>
                </a:cubicBezTo>
                <a:cubicBezTo>
                  <a:pt x="4631" y="1733"/>
                  <a:pt x="4726" y="2048"/>
                  <a:pt x="4978" y="2269"/>
                </a:cubicBezTo>
                <a:cubicBezTo>
                  <a:pt x="4127" y="2679"/>
                  <a:pt x="3592" y="3498"/>
                  <a:pt x="3592" y="4474"/>
                </a:cubicBezTo>
                <a:lnTo>
                  <a:pt x="3592" y="4852"/>
                </a:lnTo>
                <a:lnTo>
                  <a:pt x="1670" y="4852"/>
                </a:lnTo>
                <a:cubicBezTo>
                  <a:pt x="1166" y="4852"/>
                  <a:pt x="725" y="5199"/>
                  <a:pt x="630" y="5703"/>
                </a:cubicBezTo>
                <a:lnTo>
                  <a:pt x="126" y="8475"/>
                </a:lnTo>
                <a:cubicBezTo>
                  <a:pt x="0" y="9043"/>
                  <a:pt x="473" y="9610"/>
                  <a:pt x="1071" y="9673"/>
                </a:cubicBezTo>
                <a:cubicBezTo>
                  <a:pt x="914" y="9988"/>
                  <a:pt x="819" y="10366"/>
                  <a:pt x="819" y="10744"/>
                </a:cubicBezTo>
                <a:lnTo>
                  <a:pt x="819" y="11468"/>
                </a:lnTo>
                <a:cubicBezTo>
                  <a:pt x="819" y="11657"/>
                  <a:pt x="977" y="11815"/>
                  <a:pt x="1197" y="11815"/>
                </a:cubicBezTo>
                <a:lnTo>
                  <a:pt x="5356" y="11815"/>
                </a:lnTo>
                <a:cubicBezTo>
                  <a:pt x="5545" y="11815"/>
                  <a:pt x="5703" y="11657"/>
                  <a:pt x="5703" y="11468"/>
                </a:cubicBezTo>
                <a:lnTo>
                  <a:pt x="5703" y="10744"/>
                </a:lnTo>
                <a:cubicBezTo>
                  <a:pt x="5703" y="10366"/>
                  <a:pt x="5640" y="9988"/>
                  <a:pt x="5482" y="9673"/>
                </a:cubicBezTo>
                <a:lnTo>
                  <a:pt x="6648" y="9673"/>
                </a:lnTo>
                <a:cubicBezTo>
                  <a:pt x="6490" y="9988"/>
                  <a:pt x="6427" y="10366"/>
                  <a:pt x="6427" y="10744"/>
                </a:cubicBezTo>
                <a:lnTo>
                  <a:pt x="6427" y="11468"/>
                </a:lnTo>
                <a:cubicBezTo>
                  <a:pt x="6427" y="11657"/>
                  <a:pt x="6585" y="11815"/>
                  <a:pt x="6774" y="11815"/>
                </a:cubicBezTo>
                <a:lnTo>
                  <a:pt x="10838" y="11815"/>
                </a:lnTo>
                <a:cubicBezTo>
                  <a:pt x="11027" y="11815"/>
                  <a:pt x="11184" y="11657"/>
                  <a:pt x="11184" y="11468"/>
                </a:cubicBezTo>
                <a:lnTo>
                  <a:pt x="11184" y="10744"/>
                </a:lnTo>
                <a:cubicBezTo>
                  <a:pt x="11184" y="10366"/>
                  <a:pt x="11121" y="9988"/>
                  <a:pt x="10964" y="9673"/>
                </a:cubicBezTo>
                <a:cubicBezTo>
                  <a:pt x="11563" y="9610"/>
                  <a:pt x="11972" y="9043"/>
                  <a:pt x="11878" y="8475"/>
                </a:cubicBezTo>
                <a:lnTo>
                  <a:pt x="11342" y="5703"/>
                </a:lnTo>
                <a:cubicBezTo>
                  <a:pt x="11279" y="5199"/>
                  <a:pt x="10838" y="4852"/>
                  <a:pt x="10334" y="4852"/>
                </a:cubicBezTo>
                <a:lnTo>
                  <a:pt x="8412" y="4852"/>
                </a:lnTo>
                <a:lnTo>
                  <a:pt x="8412" y="4474"/>
                </a:lnTo>
                <a:cubicBezTo>
                  <a:pt x="8412" y="3498"/>
                  <a:pt x="7845" y="2679"/>
                  <a:pt x="7026" y="2269"/>
                </a:cubicBezTo>
                <a:cubicBezTo>
                  <a:pt x="7246" y="2048"/>
                  <a:pt x="7372" y="1733"/>
                  <a:pt x="7372" y="1387"/>
                </a:cubicBezTo>
                <a:cubicBezTo>
                  <a:pt x="7372" y="631"/>
                  <a:pt x="6742" y="1"/>
                  <a:pt x="5986" y="1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oogle Shape;8480;p55">
            <a:extLst>
              <a:ext uri="{FF2B5EF4-FFF2-40B4-BE49-F238E27FC236}">
                <a16:creationId xmlns:a16="http://schemas.microsoft.com/office/drawing/2014/main" id="{CC9B20A6-8BBB-4981-8205-A22BB82EDFA0}"/>
              </a:ext>
            </a:extLst>
          </p:cNvPr>
          <p:cNvGrpSpPr/>
          <p:nvPr/>
        </p:nvGrpSpPr>
        <p:grpSpPr>
          <a:xfrm>
            <a:off x="2029152" y="1566258"/>
            <a:ext cx="796778" cy="740307"/>
            <a:chOff x="6524150" y="1938725"/>
            <a:chExt cx="297725" cy="276625"/>
          </a:xfrm>
          <a:solidFill>
            <a:srgbClr val="1A4B9F"/>
          </a:solidFill>
        </p:grpSpPr>
        <p:sp>
          <p:nvSpPr>
            <p:cNvPr id="24" name="Google Shape;8481;p55">
              <a:extLst>
                <a:ext uri="{FF2B5EF4-FFF2-40B4-BE49-F238E27FC236}">
                  <a16:creationId xmlns:a16="http://schemas.microsoft.com/office/drawing/2014/main" id="{9C35113D-B2B4-4F80-9848-BE21E58306EA}"/>
                </a:ext>
              </a:extLst>
            </p:cNvPr>
            <p:cNvSpPr/>
            <p:nvPr/>
          </p:nvSpPr>
          <p:spPr>
            <a:xfrm>
              <a:off x="6524150" y="2025375"/>
              <a:ext cx="297725" cy="189975"/>
            </a:xfrm>
            <a:custGeom>
              <a:avLst/>
              <a:gdLst/>
              <a:ahLst/>
              <a:cxnLst/>
              <a:rect l="l" t="t" r="r" b="b"/>
              <a:pathLst>
                <a:path w="11909" h="7599" extrusionOk="0">
                  <a:moveTo>
                    <a:pt x="9767" y="2079"/>
                  </a:moveTo>
                  <a:lnTo>
                    <a:pt x="9767" y="5198"/>
                  </a:lnTo>
                  <a:cubicBezTo>
                    <a:pt x="9735" y="5041"/>
                    <a:pt x="9672" y="4915"/>
                    <a:pt x="9546" y="4789"/>
                  </a:cubicBezTo>
                  <a:lnTo>
                    <a:pt x="7813" y="3056"/>
                  </a:lnTo>
                  <a:cubicBezTo>
                    <a:pt x="7624" y="2867"/>
                    <a:pt x="7341" y="2741"/>
                    <a:pt x="7057" y="2741"/>
                  </a:cubicBezTo>
                  <a:lnTo>
                    <a:pt x="6018" y="2741"/>
                  </a:lnTo>
                  <a:cubicBezTo>
                    <a:pt x="5923" y="2741"/>
                    <a:pt x="5797" y="2836"/>
                    <a:pt x="5734" y="2930"/>
                  </a:cubicBezTo>
                  <a:lnTo>
                    <a:pt x="5482" y="3403"/>
                  </a:lnTo>
                  <a:cubicBezTo>
                    <a:pt x="5293" y="3812"/>
                    <a:pt x="4883" y="4001"/>
                    <a:pt x="4505" y="4001"/>
                  </a:cubicBezTo>
                  <a:lnTo>
                    <a:pt x="5356" y="2269"/>
                  </a:lnTo>
                  <a:cubicBezTo>
                    <a:pt x="5419" y="2143"/>
                    <a:pt x="5576" y="2079"/>
                    <a:pt x="5671" y="2079"/>
                  </a:cubicBezTo>
                  <a:close/>
                  <a:moveTo>
                    <a:pt x="1418" y="2079"/>
                  </a:moveTo>
                  <a:lnTo>
                    <a:pt x="1418" y="5545"/>
                  </a:lnTo>
                  <a:lnTo>
                    <a:pt x="725" y="5545"/>
                  </a:lnTo>
                  <a:lnTo>
                    <a:pt x="725" y="2079"/>
                  </a:lnTo>
                  <a:close/>
                  <a:moveTo>
                    <a:pt x="11153" y="2079"/>
                  </a:moveTo>
                  <a:lnTo>
                    <a:pt x="11153" y="5545"/>
                  </a:lnTo>
                  <a:lnTo>
                    <a:pt x="10460" y="5545"/>
                  </a:lnTo>
                  <a:lnTo>
                    <a:pt x="10460" y="2079"/>
                  </a:lnTo>
                  <a:close/>
                  <a:moveTo>
                    <a:pt x="6931" y="630"/>
                  </a:moveTo>
                  <a:cubicBezTo>
                    <a:pt x="6774" y="1008"/>
                    <a:pt x="6427" y="1323"/>
                    <a:pt x="5955" y="1323"/>
                  </a:cubicBezTo>
                  <a:lnTo>
                    <a:pt x="5671" y="1323"/>
                  </a:lnTo>
                  <a:cubicBezTo>
                    <a:pt x="5293" y="1323"/>
                    <a:pt x="4946" y="1575"/>
                    <a:pt x="4726" y="1922"/>
                  </a:cubicBezTo>
                  <a:lnTo>
                    <a:pt x="3655" y="4064"/>
                  </a:lnTo>
                  <a:cubicBezTo>
                    <a:pt x="3623" y="4127"/>
                    <a:pt x="3623" y="4253"/>
                    <a:pt x="3655" y="4316"/>
                  </a:cubicBezTo>
                  <a:cubicBezTo>
                    <a:pt x="3718" y="4411"/>
                    <a:pt x="3781" y="4474"/>
                    <a:pt x="3875" y="4537"/>
                  </a:cubicBezTo>
                  <a:cubicBezTo>
                    <a:pt x="4088" y="4627"/>
                    <a:pt x="4310" y="4670"/>
                    <a:pt x="4532" y="4670"/>
                  </a:cubicBezTo>
                  <a:cubicBezTo>
                    <a:pt x="5165" y="4670"/>
                    <a:pt x="5785" y="4316"/>
                    <a:pt x="6112" y="3686"/>
                  </a:cubicBezTo>
                  <a:lnTo>
                    <a:pt x="6238" y="3434"/>
                  </a:lnTo>
                  <a:lnTo>
                    <a:pt x="7026" y="3434"/>
                  </a:lnTo>
                  <a:cubicBezTo>
                    <a:pt x="7089" y="3434"/>
                    <a:pt x="7215" y="3466"/>
                    <a:pt x="7246" y="3529"/>
                  </a:cubicBezTo>
                  <a:lnTo>
                    <a:pt x="8979" y="5261"/>
                  </a:lnTo>
                  <a:cubicBezTo>
                    <a:pt x="9137" y="5419"/>
                    <a:pt x="9137" y="5545"/>
                    <a:pt x="9105" y="5640"/>
                  </a:cubicBezTo>
                  <a:cubicBezTo>
                    <a:pt x="9105" y="5671"/>
                    <a:pt x="9042" y="5829"/>
                    <a:pt x="8885" y="5860"/>
                  </a:cubicBezTo>
                  <a:lnTo>
                    <a:pt x="5576" y="6805"/>
                  </a:lnTo>
                  <a:cubicBezTo>
                    <a:pt x="5543" y="6814"/>
                    <a:pt x="5507" y="6818"/>
                    <a:pt x="5470" y="6818"/>
                  </a:cubicBezTo>
                  <a:cubicBezTo>
                    <a:pt x="5371" y="6818"/>
                    <a:pt x="5268" y="6788"/>
                    <a:pt x="5198" y="6742"/>
                  </a:cubicBezTo>
                  <a:lnTo>
                    <a:pt x="4096" y="5640"/>
                  </a:lnTo>
                  <a:cubicBezTo>
                    <a:pt x="4033" y="5545"/>
                    <a:pt x="3938" y="5514"/>
                    <a:pt x="3875" y="5514"/>
                  </a:cubicBezTo>
                  <a:lnTo>
                    <a:pt x="2111" y="5514"/>
                  </a:lnTo>
                  <a:lnTo>
                    <a:pt x="2111" y="2048"/>
                  </a:lnTo>
                  <a:lnTo>
                    <a:pt x="2741" y="2048"/>
                  </a:lnTo>
                  <a:cubicBezTo>
                    <a:pt x="3119" y="2048"/>
                    <a:pt x="3466" y="1796"/>
                    <a:pt x="3686" y="1449"/>
                  </a:cubicBezTo>
                  <a:lnTo>
                    <a:pt x="4001" y="819"/>
                  </a:lnTo>
                  <a:cubicBezTo>
                    <a:pt x="4064" y="693"/>
                    <a:pt x="4190" y="630"/>
                    <a:pt x="4316" y="630"/>
                  </a:cubicBezTo>
                  <a:close/>
                  <a:moveTo>
                    <a:pt x="4316" y="0"/>
                  </a:moveTo>
                  <a:cubicBezTo>
                    <a:pt x="3907" y="0"/>
                    <a:pt x="3560" y="221"/>
                    <a:pt x="3371" y="599"/>
                  </a:cubicBezTo>
                  <a:lnTo>
                    <a:pt x="3056" y="1229"/>
                  </a:lnTo>
                  <a:cubicBezTo>
                    <a:pt x="2962" y="1323"/>
                    <a:pt x="2836" y="1418"/>
                    <a:pt x="2741" y="1418"/>
                  </a:cubicBezTo>
                  <a:lnTo>
                    <a:pt x="378" y="1418"/>
                  </a:lnTo>
                  <a:cubicBezTo>
                    <a:pt x="158" y="1418"/>
                    <a:pt x="0" y="1575"/>
                    <a:pt x="0" y="1764"/>
                  </a:cubicBezTo>
                  <a:lnTo>
                    <a:pt x="0" y="5955"/>
                  </a:lnTo>
                  <a:cubicBezTo>
                    <a:pt x="0" y="6144"/>
                    <a:pt x="158" y="6301"/>
                    <a:pt x="378" y="6301"/>
                  </a:cubicBezTo>
                  <a:lnTo>
                    <a:pt x="3718" y="6301"/>
                  </a:lnTo>
                  <a:lnTo>
                    <a:pt x="4694" y="7278"/>
                  </a:lnTo>
                  <a:cubicBezTo>
                    <a:pt x="4894" y="7477"/>
                    <a:pt x="5139" y="7598"/>
                    <a:pt x="5410" y="7598"/>
                  </a:cubicBezTo>
                  <a:cubicBezTo>
                    <a:pt x="5525" y="7598"/>
                    <a:pt x="5644" y="7577"/>
                    <a:pt x="5766" y="7530"/>
                  </a:cubicBezTo>
                  <a:lnTo>
                    <a:pt x="9074" y="6553"/>
                  </a:lnTo>
                  <a:cubicBezTo>
                    <a:pt x="9263" y="6522"/>
                    <a:pt x="9420" y="6396"/>
                    <a:pt x="9578" y="6238"/>
                  </a:cubicBezTo>
                  <a:lnTo>
                    <a:pt x="11562" y="6238"/>
                  </a:lnTo>
                  <a:cubicBezTo>
                    <a:pt x="11751" y="6238"/>
                    <a:pt x="11909" y="6081"/>
                    <a:pt x="11909" y="5892"/>
                  </a:cubicBezTo>
                  <a:lnTo>
                    <a:pt x="11909" y="1733"/>
                  </a:lnTo>
                  <a:cubicBezTo>
                    <a:pt x="11877" y="1544"/>
                    <a:pt x="11720" y="1386"/>
                    <a:pt x="11499" y="1386"/>
                  </a:cubicBezTo>
                  <a:lnTo>
                    <a:pt x="7341" y="1386"/>
                  </a:lnTo>
                  <a:cubicBezTo>
                    <a:pt x="7561" y="1103"/>
                    <a:pt x="7687" y="693"/>
                    <a:pt x="7687" y="347"/>
                  </a:cubicBezTo>
                  <a:cubicBezTo>
                    <a:pt x="7687" y="158"/>
                    <a:pt x="7530" y="0"/>
                    <a:pt x="73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482;p55">
              <a:extLst>
                <a:ext uri="{FF2B5EF4-FFF2-40B4-BE49-F238E27FC236}">
                  <a16:creationId xmlns:a16="http://schemas.microsoft.com/office/drawing/2014/main" id="{47564CB2-B054-4B26-B38B-E57EE0D74B36}"/>
                </a:ext>
              </a:extLst>
            </p:cNvPr>
            <p:cNvSpPr/>
            <p:nvPr/>
          </p:nvSpPr>
          <p:spPr>
            <a:xfrm>
              <a:off x="6664325" y="1938725"/>
              <a:ext cx="17375" cy="43350"/>
            </a:xfrm>
            <a:custGeom>
              <a:avLst/>
              <a:gdLst/>
              <a:ahLst/>
              <a:cxnLst/>
              <a:rect l="l" t="t" r="r" b="b"/>
              <a:pathLst>
                <a:path w="695" h="1734" extrusionOk="0"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lnTo>
                    <a:pt x="1" y="1355"/>
                  </a:lnTo>
                  <a:cubicBezTo>
                    <a:pt x="1" y="1576"/>
                    <a:pt x="159" y="1733"/>
                    <a:pt x="348" y="1733"/>
                  </a:cubicBezTo>
                  <a:cubicBezTo>
                    <a:pt x="537" y="1733"/>
                    <a:pt x="694" y="1576"/>
                    <a:pt x="694" y="1355"/>
                  </a:cubicBezTo>
                  <a:lnTo>
                    <a:pt x="694" y="347"/>
                  </a:lnTo>
                  <a:cubicBezTo>
                    <a:pt x="694" y="158"/>
                    <a:pt x="537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483;p55">
              <a:extLst>
                <a:ext uri="{FF2B5EF4-FFF2-40B4-BE49-F238E27FC236}">
                  <a16:creationId xmlns:a16="http://schemas.microsoft.com/office/drawing/2014/main" id="{FEEA4E6A-4BF6-4A0A-B905-09B97A58E3C0}"/>
                </a:ext>
              </a:extLst>
            </p:cNvPr>
            <p:cNvSpPr/>
            <p:nvPr/>
          </p:nvSpPr>
          <p:spPr>
            <a:xfrm>
              <a:off x="6594250" y="1972800"/>
              <a:ext cx="35450" cy="35275"/>
            </a:xfrm>
            <a:custGeom>
              <a:avLst/>
              <a:gdLst/>
              <a:ahLst/>
              <a:cxnLst/>
              <a:rect l="l" t="t" r="r" b="b"/>
              <a:pathLst>
                <a:path w="1418" h="1411" extrusionOk="0">
                  <a:moveTo>
                    <a:pt x="374" y="0"/>
                  </a:moveTo>
                  <a:cubicBezTo>
                    <a:pt x="291" y="0"/>
                    <a:pt x="205" y="40"/>
                    <a:pt x="126" y="118"/>
                  </a:cubicBezTo>
                  <a:cubicBezTo>
                    <a:pt x="0" y="244"/>
                    <a:pt x="0" y="496"/>
                    <a:pt x="126" y="591"/>
                  </a:cubicBezTo>
                  <a:lnTo>
                    <a:pt x="819" y="1316"/>
                  </a:lnTo>
                  <a:cubicBezTo>
                    <a:pt x="882" y="1379"/>
                    <a:pt x="969" y="1410"/>
                    <a:pt x="1055" y="1410"/>
                  </a:cubicBezTo>
                  <a:cubicBezTo>
                    <a:pt x="1142" y="1410"/>
                    <a:pt x="1229" y="1379"/>
                    <a:pt x="1292" y="1316"/>
                  </a:cubicBezTo>
                  <a:cubicBezTo>
                    <a:pt x="1418" y="1190"/>
                    <a:pt x="1418" y="969"/>
                    <a:pt x="1292" y="843"/>
                  </a:cubicBezTo>
                  <a:lnTo>
                    <a:pt x="599" y="118"/>
                  </a:lnTo>
                  <a:cubicBezTo>
                    <a:pt x="536" y="40"/>
                    <a:pt x="457" y="0"/>
                    <a:pt x="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484;p55">
              <a:extLst>
                <a:ext uri="{FF2B5EF4-FFF2-40B4-BE49-F238E27FC236}">
                  <a16:creationId xmlns:a16="http://schemas.microsoft.com/office/drawing/2014/main" id="{7717E329-8C8D-4822-9F28-724D2F3098F4}"/>
                </a:ext>
              </a:extLst>
            </p:cNvPr>
            <p:cNvSpPr/>
            <p:nvPr/>
          </p:nvSpPr>
          <p:spPr>
            <a:xfrm>
              <a:off x="6715525" y="1972800"/>
              <a:ext cx="35475" cy="35275"/>
            </a:xfrm>
            <a:custGeom>
              <a:avLst/>
              <a:gdLst/>
              <a:ahLst/>
              <a:cxnLst/>
              <a:rect l="l" t="t" r="r" b="b"/>
              <a:pathLst>
                <a:path w="1419" h="1411" extrusionOk="0">
                  <a:moveTo>
                    <a:pt x="1056" y="0"/>
                  </a:moveTo>
                  <a:cubicBezTo>
                    <a:pt x="970" y="0"/>
                    <a:pt x="883" y="40"/>
                    <a:pt x="820" y="118"/>
                  </a:cubicBezTo>
                  <a:lnTo>
                    <a:pt x="127" y="843"/>
                  </a:lnTo>
                  <a:cubicBezTo>
                    <a:pt x="1" y="969"/>
                    <a:pt x="1" y="1190"/>
                    <a:pt x="127" y="1316"/>
                  </a:cubicBezTo>
                  <a:cubicBezTo>
                    <a:pt x="174" y="1379"/>
                    <a:pt x="261" y="1410"/>
                    <a:pt x="351" y="1410"/>
                  </a:cubicBezTo>
                  <a:cubicBezTo>
                    <a:pt x="442" y="1410"/>
                    <a:pt x="536" y="1379"/>
                    <a:pt x="599" y="1316"/>
                  </a:cubicBezTo>
                  <a:lnTo>
                    <a:pt x="1293" y="591"/>
                  </a:lnTo>
                  <a:cubicBezTo>
                    <a:pt x="1419" y="496"/>
                    <a:pt x="1419" y="244"/>
                    <a:pt x="1293" y="118"/>
                  </a:cubicBezTo>
                  <a:cubicBezTo>
                    <a:pt x="1230" y="40"/>
                    <a:pt x="1143" y="0"/>
                    <a:pt x="10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4109;p45">
            <a:extLst>
              <a:ext uri="{FF2B5EF4-FFF2-40B4-BE49-F238E27FC236}">
                <a16:creationId xmlns:a16="http://schemas.microsoft.com/office/drawing/2014/main" id="{58E7D8BE-4864-44BD-B395-33A8F64DBAB9}"/>
              </a:ext>
            </a:extLst>
          </p:cNvPr>
          <p:cNvSpPr/>
          <p:nvPr/>
        </p:nvSpPr>
        <p:spPr>
          <a:xfrm>
            <a:off x="6976009" y="3807781"/>
            <a:ext cx="814825" cy="814656"/>
          </a:xfrm>
          <a:custGeom>
            <a:avLst/>
            <a:gdLst/>
            <a:ahLst/>
            <a:cxnLst/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29" name="Google Shape;8386;p55">
            <a:extLst>
              <a:ext uri="{FF2B5EF4-FFF2-40B4-BE49-F238E27FC236}">
                <a16:creationId xmlns:a16="http://schemas.microsoft.com/office/drawing/2014/main" id="{7971947B-B017-475E-BF13-F1E6FCA4E30E}"/>
              </a:ext>
            </a:extLst>
          </p:cNvPr>
          <p:cNvSpPr/>
          <p:nvPr/>
        </p:nvSpPr>
        <p:spPr>
          <a:xfrm>
            <a:off x="2029152" y="3855439"/>
            <a:ext cx="796778" cy="796713"/>
          </a:xfrm>
          <a:custGeom>
            <a:avLst/>
            <a:gdLst/>
            <a:ahLst/>
            <a:cxnLst/>
            <a:rect l="l" t="t" r="r" b="b"/>
            <a:pathLst>
              <a:path w="11847" h="11846" extrusionOk="0">
                <a:moveTo>
                  <a:pt x="10744" y="3718"/>
                </a:moveTo>
                <a:lnTo>
                  <a:pt x="10428" y="4348"/>
                </a:lnTo>
                <a:cubicBezTo>
                  <a:pt x="10397" y="4442"/>
                  <a:pt x="10397" y="4568"/>
                  <a:pt x="10428" y="4663"/>
                </a:cubicBezTo>
                <a:lnTo>
                  <a:pt x="10744" y="5293"/>
                </a:lnTo>
                <a:lnTo>
                  <a:pt x="9483" y="4915"/>
                </a:lnTo>
                <a:lnTo>
                  <a:pt x="9105" y="4505"/>
                </a:lnTo>
                <a:lnTo>
                  <a:pt x="9483" y="4127"/>
                </a:lnTo>
                <a:lnTo>
                  <a:pt x="10744" y="3718"/>
                </a:lnTo>
                <a:close/>
                <a:moveTo>
                  <a:pt x="4443" y="3497"/>
                </a:moveTo>
                <a:cubicBezTo>
                  <a:pt x="4884" y="3497"/>
                  <a:pt x="5262" y="3781"/>
                  <a:pt x="5419" y="4190"/>
                </a:cubicBezTo>
                <a:lnTo>
                  <a:pt x="4443" y="4190"/>
                </a:lnTo>
                <a:cubicBezTo>
                  <a:pt x="4253" y="4190"/>
                  <a:pt x="4096" y="4348"/>
                  <a:pt x="4096" y="4568"/>
                </a:cubicBezTo>
                <a:cubicBezTo>
                  <a:pt x="4096" y="4663"/>
                  <a:pt x="4253" y="4820"/>
                  <a:pt x="4443" y="4820"/>
                </a:cubicBezTo>
                <a:lnTo>
                  <a:pt x="5419" y="4820"/>
                </a:lnTo>
                <a:cubicBezTo>
                  <a:pt x="5262" y="5230"/>
                  <a:pt x="4915" y="5545"/>
                  <a:pt x="4443" y="5545"/>
                </a:cubicBezTo>
                <a:cubicBezTo>
                  <a:pt x="3844" y="5545"/>
                  <a:pt x="3434" y="5072"/>
                  <a:pt x="3434" y="4505"/>
                </a:cubicBezTo>
                <a:cubicBezTo>
                  <a:pt x="3434" y="3970"/>
                  <a:pt x="3907" y="3497"/>
                  <a:pt x="4443" y="3497"/>
                </a:cubicBezTo>
                <a:close/>
                <a:moveTo>
                  <a:pt x="4443" y="2080"/>
                </a:moveTo>
                <a:cubicBezTo>
                  <a:pt x="5671" y="2080"/>
                  <a:pt x="6679" y="2993"/>
                  <a:pt x="6837" y="4159"/>
                </a:cubicBezTo>
                <a:lnTo>
                  <a:pt x="6144" y="4159"/>
                </a:lnTo>
                <a:cubicBezTo>
                  <a:pt x="5986" y="3371"/>
                  <a:pt x="5262" y="2773"/>
                  <a:pt x="4443" y="2773"/>
                </a:cubicBezTo>
                <a:cubicBezTo>
                  <a:pt x="3497" y="2773"/>
                  <a:pt x="2710" y="3560"/>
                  <a:pt x="2710" y="4505"/>
                </a:cubicBezTo>
                <a:cubicBezTo>
                  <a:pt x="2710" y="5451"/>
                  <a:pt x="3497" y="6238"/>
                  <a:pt x="4443" y="6238"/>
                </a:cubicBezTo>
                <a:cubicBezTo>
                  <a:pt x="5262" y="6238"/>
                  <a:pt x="5986" y="5671"/>
                  <a:pt x="6144" y="4883"/>
                </a:cubicBezTo>
                <a:lnTo>
                  <a:pt x="6837" y="4883"/>
                </a:lnTo>
                <a:cubicBezTo>
                  <a:pt x="6679" y="6049"/>
                  <a:pt x="5671" y="6963"/>
                  <a:pt x="4443" y="6963"/>
                </a:cubicBezTo>
                <a:cubicBezTo>
                  <a:pt x="3119" y="6963"/>
                  <a:pt x="2017" y="5860"/>
                  <a:pt x="2017" y="4505"/>
                </a:cubicBezTo>
                <a:cubicBezTo>
                  <a:pt x="2017" y="3182"/>
                  <a:pt x="3119" y="2080"/>
                  <a:pt x="4443" y="2080"/>
                </a:cubicBezTo>
                <a:close/>
                <a:moveTo>
                  <a:pt x="4474" y="662"/>
                </a:moveTo>
                <a:cubicBezTo>
                  <a:pt x="6459" y="662"/>
                  <a:pt x="8097" y="2206"/>
                  <a:pt x="8255" y="4127"/>
                </a:cubicBezTo>
                <a:lnTo>
                  <a:pt x="7562" y="4127"/>
                </a:lnTo>
                <a:cubicBezTo>
                  <a:pt x="7372" y="2584"/>
                  <a:pt x="6049" y="1355"/>
                  <a:pt x="4443" y="1355"/>
                </a:cubicBezTo>
                <a:cubicBezTo>
                  <a:pt x="2710" y="1355"/>
                  <a:pt x="1324" y="2773"/>
                  <a:pt x="1324" y="4474"/>
                </a:cubicBezTo>
                <a:cubicBezTo>
                  <a:pt x="1324" y="6175"/>
                  <a:pt x="2741" y="7593"/>
                  <a:pt x="4443" y="7593"/>
                </a:cubicBezTo>
                <a:cubicBezTo>
                  <a:pt x="6049" y="7593"/>
                  <a:pt x="7372" y="6364"/>
                  <a:pt x="7562" y="4820"/>
                </a:cubicBezTo>
                <a:lnTo>
                  <a:pt x="8255" y="4820"/>
                </a:lnTo>
                <a:cubicBezTo>
                  <a:pt x="8097" y="6774"/>
                  <a:pt x="6459" y="8286"/>
                  <a:pt x="4474" y="8286"/>
                </a:cubicBezTo>
                <a:cubicBezTo>
                  <a:pt x="2395" y="8286"/>
                  <a:pt x="662" y="6616"/>
                  <a:pt x="662" y="4474"/>
                </a:cubicBezTo>
                <a:cubicBezTo>
                  <a:pt x="662" y="2363"/>
                  <a:pt x="2363" y="662"/>
                  <a:pt x="4474" y="662"/>
                </a:cubicBezTo>
                <a:close/>
                <a:moveTo>
                  <a:pt x="5734" y="8822"/>
                </a:moveTo>
                <a:lnTo>
                  <a:pt x="6049" y="9767"/>
                </a:lnTo>
                <a:lnTo>
                  <a:pt x="2836" y="9767"/>
                </a:lnTo>
                <a:lnTo>
                  <a:pt x="3151" y="8822"/>
                </a:lnTo>
                <a:cubicBezTo>
                  <a:pt x="3529" y="8916"/>
                  <a:pt x="4001" y="9011"/>
                  <a:pt x="4443" y="9011"/>
                </a:cubicBezTo>
                <a:cubicBezTo>
                  <a:pt x="4884" y="9011"/>
                  <a:pt x="5356" y="8916"/>
                  <a:pt x="5734" y="8822"/>
                </a:cubicBezTo>
                <a:close/>
                <a:moveTo>
                  <a:pt x="6522" y="10428"/>
                </a:moveTo>
                <a:cubicBezTo>
                  <a:pt x="6963" y="10428"/>
                  <a:pt x="7372" y="10680"/>
                  <a:pt x="7530" y="11121"/>
                </a:cubicBezTo>
                <a:lnTo>
                  <a:pt x="1418" y="11121"/>
                </a:lnTo>
                <a:cubicBezTo>
                  <a:pt x="1576" y="10743"/>
                  <a:pt x="1922" y="10428"/>
                  <a:pt x="2395" y="10428"/>
                </a:cubicBezTo>
                <a:close/>
                <a:moveTo>
                  <a:pt x="4474" y="0"/>
                </a:moveTo>
                <a:cubicBezTo>
                  <a:pt x="1985" y="0"/>
                  <a:pt x="0" y="1985"/>
                  <a:pt x="0" y="4474"/>
                </a:cubicBezTo>
                <a:cubicBezTo>
                  <a:pt x="0" y="6238"/>
                  <a:pt x="1040" y="7813"/>
                  <a:pt x="2552" y="8538"/>
                </a:cubicBezTo>
                <a:lnTo>
                  <a:pt x="2143" y="9767"/>
                </a:lnTo>
                <a:cubicBezTo>
                  <a:pt x="1324" y="9861"/>
                  <a:pt x="693" y="10586"/>
                  <a:pt x="693" y="11499"/>
                </a:cubicBezTo>
                <a:cubicBezTo>
                  <a:pt x="693" y="11688"/>
                  <a:pt x="851" y="11846"/>
                  <a:pt x="1040" y="11846"/>
                </a:cubicBezTo>
                <a:lnTo>
                  <a:pt x="7971" y="11846"/>
                </a:lnTo>
                <a:cubicBezTo>
                  <a:pt x="8192" y="11846"/>
                  <a:pt x="8349" y="11688"/>
                  <a:pt x="8349" y="11499"/>
                </a:cubicBezTo>
                <a:cubicBezTo>
                  <a:pt x="8349" y="10617"/>
                  <a:pt x="7719" y="9924"/>
                  <a:pt x="6900" y="9767"/>
                </a:cubicBezTo>
                <a:lnTo>
                  <a:pt x="6490" y="8538"/>
                </a:lnTo>
                <a:cubicBezTo>
                  <a:pt x="7782" y="7908"/>
                  <a:pt x="8727" y="6679"/>
                  <a:pt x="8979" y="5230"/>
                </a:cubicBezTo>
                <a:lnTo>
                  <a:pt x="9137" y="5388"/>
                </a:lnTo>
                <a:cubicBezTo>
                  <a:pt x="9168" y="5419"/>
                  <a:pt x="9200" y="5451"/>
                  <a:pt x="9263" y="5451"/>
                </a:cubicBezTo>
                <a:lnTo>
                  <a:pt x="11374" y="6175"/>
                </a:lnTo>
                <a:cubicBezTo>
                  <a:pt x="11403" y="6183"/>
                  <a:pt x="11435" y="6186"/>
                  <a:pt x="11466" y="6186"/>
                </a:cubicBezTo>
                <a:cubicBezTo>
                  <a:pt x="11569" y="6186"/>
                  <a:pt x="11672" y="6145"/>
                  <a:pt x="11720" y="6049"/>
                </a:cubicBezTo>
                <a:cubicBezTo>
                  <a:pt x="11815" y="5923"/>
                  <a:pt x="11846" y="5766"/>
                  <a:pt x="11783" y="5671"/>
                </a:cubicBezTo>
                <a:lnTo>
                  <a:pt x="11153" y="4442"/>
                </a:lnTo>
                <a:lnTo>
                  <a:pt x="11783" y="3214"/>
                </a:lnTo>
                <a:cubicBezTo>
                  <a:pt x="11815" y="3151"/>
                  <a:pt x="11783" y="2993"/>
                  <a:pt x="11689" y="2899"/>
                </a:cubicBezTo>
                <a:cubicBezTo>
                  <a:pt x="11641" y="2802"/>
                  <a:pt x="11519" y="2761"/>
                  <a:pt x="11422" y="2761"/>
                </a:cubicBezTo>
                <a:cubicBezTo>
                  <a:pt x="11392" y="2761"/>
                  <a:pt x="11364" y="2765"/>
                  <a:pt x="11342" y="2773"/>
                </a:cubicBezTo>
                <a:lnTo>
                  <a:pt x="9200" y="3497"/>
                </a:lnTo>
                <a:cubicBezTo>
                  <a:pt x="9168" y="3497"/>
                  <a:pt x="9105" y="3529"/>
                  <a:pt x="9105" y="3560"/>
                </a:cubicBezTo>
                <a:lnTo>
                  <a:pt x="8916" y="3718"/>
                </a:lnTo>
                <a:cubicBezTo>
                  <a:pt x="8570" y="1607"/>
                  <a:pt x="6742" y="0"/>
                  <a:pt x="4474" y="0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" name="Gráfico 29">
            <a:extLst>
              <a:ext uri="{FF2B5EF4-FFF2-40B4-BE49-F238E27FC236}">
                <a16:creationId xmlns:a16="http://schemas.microsoft.com/office/drawing/2014/main" id="{F06B8C3C-1DE7-41BE-B3FF-9E447697C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7032" y="3750354"/>
            <a:ext cx="699744" cy="929511"/>
          </a:xfrm>
          <a:prstGeom prst="rect">
            <a:avLst/>
          </a:prstGeom>
        </p:spPr>
      </p:pic>
      <p:pic>
        <p:nvPicPr>
          <p:cNvPr id="31" name="Gráfico 30" descr="Público-alvo com preenchimento sólido">
            <a:extLst>
              <a:ext uri="{FF2B5EF4-FFF2-40B4-BE49-F238E27FC236}">
                <a16:creationId xmlns:a16="http://schemas.microsoft.com/office/drawing/2014/main" id="{9BBB4CF9-B1C2-4B44-B9DF-15786B4B9D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9378" y="3692927"/>
            <a:ext cx="1031164" cy="1031164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E5F921B8-188C-4E0F-A134-91717C1AF5D0}"/>
              </a:ext>
            </a:extLst>
          </p:cNvPr>
          <p:cNvSpPr txBox="1">
            <a:spLocks/>
          </p:cNvSpPr>
          <p:nvPr/>
        </p:nvSpPr>
        <p:spPr>
          <a:xfrm>
            <a:off x="1365177" y="2549562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CBCAECDD-3066-421D-ABF9-9B83FE07D599}"/>
              </a:ext>
            </a:extLst>
          </p:cNvPr>
          <p:cNvSpPr txBox="1">
            <a:spLocks/>
          </p:cNvSpPr>
          <p:nvPr/>
        </p:nvSpPr>
        <p:spPr>
          <a:xfrm>
            <a:off x="3820578" y="2549562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0E450502-9BEC-422B-A3B2-6A170EF538FF}"/>
              </a:ext>
            </a:extLst>
          </p:cNvPr>
          <p:cNvSpPr txBox="1">
            <a:spLocks/>
          </p:cNvSpPr>
          <p:nvPr/>
        </p:nvSpPr>
        <p:spPr>
          <a:xfrm>
            <a:off x="6318209" y="2549562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B7A60A33-96BB-402F-8020-909A843FE7AB}"/>
              </a:ext>
            </a:extLst>
          </p:cNvPr>
          <p:cNvSpPr txBox="1">
            <a:spLocks/>
          </p:cNvSpPr>
          <p:nvPr/>
        </p:nvSpPr>
        <p:spPr>
          <a:xfrm>
            <a:off x="8780791" y="2549562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A238B456-A6CB-4DEC-925F-60FBE8C802C3}"/>
              </a:ext>
            </a:extLst>
          </p:cNvPr>
          <p:cNvSpPr txBox="1">
            <a:spLocks/>
          </p:cNvSpPr>
          <p:nvPr/>
        </p:nvSpPr>
        <p:spPr>
          <a:xfrm>
            <a:off x="1365177" y="4782889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158EFF47-A3C4-4569-8C52-144DE1C4A09D}"/>
              </a:ext>
            </a:extLst>
          </p:cNvPr>
          <p:cNvSpPr txBox="1">
            <a:spLocks/>
          </p:cNvSpPr>
          <p:nvPr/>
        </p:nvSpPr>
        <p:spPr>
          <a:xfrm>
            <a:off x="3820578" y="4782889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3459D1CB-9CE8-4ED1-B9C5-88E9008B1181}"/>
              </a:ext>
            </a:extLst>
          </p:cNvPr>
          <p:cNvSpPr txBox="1">
            <a:spLocks/>
          </p:cNvSpPr>
          <p:nvPr/>
        </p:nvSpPr>
        <p:spPr>
          <a:xfrm>
            <a:off x="6318209" y="4782889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73068977-CD8B-4534-901A-242B3EB061E3}"/>
              </a:ext>
            </a:extLst>
          </p:cNvPr>
          <p:cNvSpPr txBox="1">
            <a:spLocks/>
          </p:cNvSpPr>
          <p:nvPr/>
        </p:nvSpPr>
        <p:spPr>
          <a:xfrm>
            <a:off x="8780791" y="4782889"/>
            <a:ext cx="2130425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9816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10FE9A9F-33AB-4BB4-8D86-A2AA3296862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A982F3-62C9-433E-A84A-E765A1A46A5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3F1392-1DFE-4B94-AA6B-FD9DEF2723C9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2CB9630-791B-4A58-9D88-9D29E92D1F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B2CE344-804F-4D00-AC9B-4DBCB3EE3F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27C2AC6F-FEB3-4FDA-9A1E-F4C705EB45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B586466-3AEA-412C-B8AA-2956DD3944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976D73AB-3A7B-47DE-9336-E60B00200B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BD5F4FD1-6BD5-45C0-8F0C-F42CCCAEBEB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657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23">
            <a:extLst>
              <a:ext uri="{FF2B5EF4-FFF2-40B4-BE49-F238E27FC236}">
                <a16:creationId xmlns:a16="http://schemas.microsoft.com/office/drawing/2014/main" id="{BCA10461-4781-44F8-BA2C-C454FEAD4B6B}"/>
              </a:ext>
            </a:extLst>
          </p:cNvPr>
          <p:cNvSpPr txBox="1">
            <a:spLocks/>
          </p:cNvSpPr>
          <p:nvPr/>
        </p:nvSpPr>
        <p:spPr>
          <a:xfrm>
            <a:off x="1365177" y="3429000"/>
            <a:ext cx="2130425" cy="12234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pharetra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dictum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erat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porttitor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door</a:t>
            </a:r>
            <a:endParaRPr lang="pt-BR" sz="10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Google Shape;7962;p54">
            <a:extLst>
              <a:ext uri="{FF2B5EF4-FFF2-40B4-BE49-F238E27FC236}">
                <a16:creationId xmlns:a16="http://schemas.microsoft.com/office/drawing/2014/main" id="{C3B65DEA-2247-45E3-BEAA-D461E57CF6DF}"/>
              </a:ext>
            </a:extLst>
          </p:cNvPr>
          <p:cNvGrpSpPr/>
          <p:nvPr/>
        </p:nvGrpSpPr>
        <p:grpSpPr>
          <a:xfrm>
            <a:off x="9452500" y="2488801"/>
            <a:ext cx="787006" cy="784917"/>
            <a:chOff x="-937025" y="2064750"/>
            <a:chExt cx="292225" cy="291450"/>
          </a:xfrm>
          <a:solidFill>
            <a:schemeClr val="bg1">
              <a:lumMod val="95000"/>
            </a:schemeClr>
          </a:solidFill>
        </p:grpSpPr>
        <p:sp>
          <p:nvSpPr>
            <p:cNvPr id="26" name="Google Shape;7963;p54">
              <a:extLst>
                <a:ext uri="{FF2B5EF4-FFF2-40B4-BE49-F238E27FC236}">
                  <a16:creationId xmlns:a16="http://schemas.microsoft.com/office/drawing/2014/main" id="{BDFF9F5A-EB2B-4B5A-84D7-69E13C105610}"/>
                </a:ext>
              </a:extLst>
            </p:cNvPr>
            <p:cNvSpPr/>
            <p:nvPr/>
          </p:nvSpPr>
          <p:spPr>
            <a:xfrm>
              <a:off x="-834625" y="2134850"/>
              <a:ext cx="86650" cy="85075"/>
            </a:xfrm>
            <a:custGeom>
              <a:avLst/>
              <a:gdLst/>
              <a:ahLst/>
              <a:cxnLst/>
              <a:rect l="l" t="t" r="r" b="b"/>
              <a:pathLst>
                <a:path w="3466" h="3403" extrusionOk="0">
                  <a:moveTo>
                    <a:pt x="1702" y="599"/>
                  </a:moveTo>
                  <a:cubicBezTo>
                    <a:pt x="1922" y="599"/>
                    <a:pt x="2080" y="788"/>
                    <a:pt x="2080" y="977"/>
                  </a:cubicBezTo>
                  <a:cubicBezTo>
                    <a:pt x="2080" y="1166"/>
                    <a:pt x="1922" y="1324"/>
                    <a:pt x="1702" y="1324"/>
                  </a:cubicBezTo>
                  <a:cubicBezTo>
                    <a:pt x="1512" y="1324"/>
                    <a:pt x="1355" y="1166"/>
                    <a:pt x="1355" y="977"/>
                  </a:cubicBezTo>
                  <a:cubicBezTo>
                    <a:pt x="1355" y="788"/>
                    <a:pt x="1512" y="599"/>
                    <a:pt x="1702" y="599"/>
                  </a:cubicBezTo>
                  <a:close/>
                  <a:moveTo>
                    <a:pt x="1765" y="2048"/>
                  </a:moveTo>
                  <a:cubicBezTo>
                    <a:pt x="2174" y="2048"/>
                    <a:pt x="2584" y="2300"/>
                    <a:pt x="2741" y="2710"/>
                  </a:cubicBezTo>
                  <a:lnTo>
                    <a:pt x="756" y="2710"/>
                  </a:lnTo>
                  <a:cubicBezTo>
                    <a:pt x="914" y="2300"/>
                    <a:pt x="1292" y="2048"/>
                    <a:pt x="1765" y="2048"/>
                  </a:cubicBezTo>
                  <a:close/>
                  <a:moveTo>
                    <a:pt x="1702" y="0"/>
                  </a:moveTo>
                  <a:cubicBezTo>
                    <a:pt x="1166" y="0"/>
                    <a:pt x="693" y="441"/>
                    <a:pt x="693" y="1009"/>
                  </a:cubicBezTo>
                  <a:cubicBezTo>
                    <a:pt x="693" y="1198"/>
                    <a:pt x="788" y="1387"/>
                    <a:pt x="851" y="1576"/>
                  </a:cubicBezTo>
                  <a:cubicBezTo>
                    <a:pt x="347" y="1891"/>
                    <a:pt x="0" y="2426"/>
                    <a:pt x="0" y="3056"/>
                  </a:cubicBezTo>
                  <a:cubicBezTo>
                    <a:pt x="0" y="3245"/>
                    <a:pt x="158" y="3403"/>
                    <a:pt x="347" y="3403"/>
                  </a:cubicBezTo>
                  <a:lnTo>
                    <a:pt x="3088" y="3403"/>
                  </a:lnTo>
                  <a:cubicBezTo>
                    <a:pt x="3308" y="3403"/>
                    <a:pt x="3466" y="3245"/>
                    <a:pt x="3466" y="3056"/>
                  </a:cubicBezTo>
                  <a:cubicBezTo>
                    <a:pt x="3434" y="2426"/>
                    <a:pt x="3088" y="1828"/>
                    <a:pt x="2584" y="1576"/>
                  </a:cubicBezTo>
                  <a:cubicBezTo>
                    <a:pt x="2710" y="1387"/>
                    <a:pt x="2741" y="1198"/>
                    <a:pt x="2741" y="1009"/>
                  </a:cubicBezTo>
                  <a:cubicBezTo>
                    <a:pt x="2741" y="441"/>
                    <a:pt x="2269" y="0"/>
                    <a:pt x="17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964;p54">
              <a:extLst>
                <a:ext uri="{FF2B5EF4-FFF2-40B4-BE49-F238E27FC236}">
                  <a16:creationId xmlns:a16="http://schemas.microsoft.com/office/drawing/2014/main" id="{A212B3B3-D929-4103-BDFD-CA0A25CA864F}"/>
                </a:ext>
              </a:extLst>
            </p:cNvPr>
            <p:cNvSpPr/>
            <p:nvPr/>
          </p:nvSpPr>
          <p:spPr>
            <a:xfrm>
              <a:off x="-936225" y="2304975"/>
              <a:ext cx="289850" cy="51225"/>
            </a:xfrm>
            <a:custGeom>
              <a:avLst/>
              <a:gdLst/>
              <a:ahLst/>
              <a:cxnLst/>
              <a:rect l="l" t="t" r="r" b="b"/>
              <a:pathLst>
                <a:path w="11594" h="2049" extrusionOk="0">
                  <a:moveTo>
                    <a:pt x="3056" y="662"/>
                  </a:moveTo>
                  <a:cubicBezTo>
                    <a:pt x="3277" y="662"/>
                    <a:pt x="3434" y="820"/>
                    <a:pt x="3434" y="1009"/>
                  </a:cubicBezTo>
                  <a:cubicBezTo>
                    <a:pt x="3434" y="1229"/>
                    <a:pt x="3277" y="1387"/>
                    <a:pt x="3056" y="1387"/>
                  </a:cubicBezTo>
                  <a:lnTo>
                    <a:pt x="1008" y="1387"/>
                  </a:lnTo>
                  <a:cubicBezTo>
                    <a:pt x="819" y="1387"/>
                    <a:pt x="662" y="1229"/>
                    <a:pt x="662" y="1009"/>
                  </a:cubicBez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586" y="693"/>
                  </a:moveTo>
                  <a:cubicBezTo>
                    <a:pt x="10775" y="693"/>
                    <a:pt x="10932" y="851"/>
                    <a:pt x="10932" y="1072"/>
                  </a:cubicBezTo>
                  <a:cubicBezTo>
                    <a:pt x="10901" y="1229"/>
                    <a:pt x="10775" y="1387"/>
                    <a:pt x="10586" y="1387"/>
                  </a:cubicBezTo>
                  <a:lnTo>
                    <a:pt x="4001" y="1387"/>
                  </a:lnTo>
                  <a:cubicBezTo>
                    <a:pt x="4096" y="1166"/>
                    <a:pt x="4096" y="914"/>
                    <a:pt x="4001" y="693"/>
                  </a:cubicBez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cubicBezTo>
                    <a:pt x="0" y="1576"/>
                    <a:pt x="473" y="2048"/>
                    <a:pt x="1008" y="2048"/>
                  </a:cubicBezTo>
                  <a:lnTo>
                    <a:pt x="10586" y="2048"/>
                  </a:lnTo>
                  <a:cubicBezTo>
                    <a:pt x="11121" y="2048"/>
                    <a:pt x="11594" y="1576"/>
                    <a:pt x="11594" y="1009"/>
                  </a:cubicBezTo>
                  <a:cubicBezTo>
                    <a:pt x="11594" y="473"/>
                    <a:pt x="11121" y="0"/>
                    <a:pt x="105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7965;p54">
              <a:extLst>
                <a:ext uri="{FF2B5EF4-FFF2-40B4-BE49-F238E27FC236}">
                  <a16:creationId xmlns:a16="http://schemas.microsoft.com/office/drawing/2014/main" id="{E871C948-028E-4CCC-8A70-90E7FEC682A7}"/>
                </a:ext>
              </a:extLst>
            </p:cNvPr>
            <p:cNvSpPr/>
            <p:nvPr/>
          </p:nvSpPr>
          <p:spPr>
            <a:xfrm>
              <a:off x="-937025" y="2064750"/>
              <a:ext cx="292225" cy="223125"/>
            </a:xfrm>
            <a:custGeom>
              <a:avLst/>
              <a:gdLst/>
              <a:ahLst/>
              <a:cxnLst/>
              <a:rect l="l" t="t" r="r" b="b"/>
              <a:pathLst>
                <a:path w="11689" h="8925" extrusionOk="0">
                  <a:moveTo>
                    <a:pt x="3813" y="662"/>
                  </a:moveTo>
                  <a:cubicBezTo>
                    <a:pt x="4002" y="662"/>
                    <a:pt x="4159" y="820"/>
                    <a:pt x="4159" y="1009"/>
                  </a:cubicBezTo>
                  <a:lnTo>
                    <a:pt x="4159" y="1355"/>
                  </a:lnTo>
                  <a:lnTo>
                    <a:pt x="3813" y="1355"/>
                  </a:lnTo>
                  <a:cubicBezTo>
                    <a:pt x="3246" y="1355"/>
                    <a:pt x="2773" y="1828"/>
                    <a:pt x="2773" y="2395"/>
                  </a:cubicBezTo>
                  <a:lnTo>
                    <a:pt x="2773" y="4978"/>
                  </a:lnTo>
                  <a:lnTo>
                    <a:pt x="2080" y="5703"/>
                  </a:lnTo>
                  <a:lnTo>
                    <a:pt x="2080" y="5199"/>
                  </a:lnTo>
                  <a:cubicBezTo>
                    <a:pt x="2080" y="4978"/>
                    <a:pt x="1922" y="4821"/>
                    <a:pt x="1702" y="4821"/>
                  </a:cubicBezTo>
                  <a:lnTo>
                    <a:pt x="1040" y="4821"/>
                  </a:lnTo>
                  <a:cubicBezTo>
                    <a:pt x="851" y="4821"/>
                    <a:pt x="694" y="4663"/>
                    <a:pt x="694" y="4474"/>
                  </a:cubicBezTo>
                  <a:lnTo>
                    <a:pt x="694" y="1009"/>
                  </a:ln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lnTo>
                    <a:pt x="10996" y="4474"/>
                  </a:lnTo>
                  <a:cubicBezTo>
                    <a:pt x="10996" y="4695"/>
                    <a:pt x="10838" y="4852"/>
                    <a:pt x="10649" y="4852"/>
                  </a:cubicBezTo>
                  <a:lnTo>
                    <a:pt x="9893" y="4852"/>
                  </a:lnTo>
                  <a:cubicBezTo>
                    <a:pt x="9704" y="4852"/>
                    <a:pt x="9547" y="5010"/>
                    <a:pt x="9547" y="5199"/>
                  </a:cubicBezTo>
                  <a:lnTo>
                    <a:pt x="9547" y="5703"/>
                  </a:lnTo>
                  <a:lnTo>
                    <a:pt x="8885" y="5010"/>
                  </a:lnTo>
                  <a:lnTo>
                    <a:pt x="8885" y="2395"/>
                  </a:lnTo>
                  <a:cubicBezTo>
                    <a:pt x="8885" y="1859"/>
                    <a:pt x="8412" y="1387"/>
                    <a:pt x="7845" y="1387"/>
                  </a:cubicBezTo>
                  <a:lnTo>
                    <a:pt x="7499" y="1387"/>
                  </a:lnTo>
                  <a:lnTo>
                    <a:pt x="7499" y="1009"/>
                  </a:lnTo>
                  <a:cubicBezTo>
                    <a:pt x="7499" y="820"/>
                    <a:pt x="7656" y="662"/>
                    <a:pt x="7845" y="662"/>
                  </a:cubicBezTo>
                  <a:close/>
                  <a:moveTo>
                    <a:pt x="7845" y="2048"/>
                  </a:moveTo>
                  <a:cubicBezTo>
                    <a:pt x="8066" y="2048"/>
                    <a:pt x="8223" y="2206"/>
                    <a:pt x="8223" y="2395"/>
                  </a:cubicBezTo>
                  <a:lnTo>
                    <a:pt x="8223" y="6522"/>
                  </a:lnTo>
                  <a:cubicBezTo>
                    <a:pt x="8223" y="6742"/>
                    <a:pt x="8066" y="6900"/>
                    <a:pt x="7845" y="6900"/>
                  </a:cubicBezTo>
                  <a:lnTo>
                    <a:pt x="6711" y="6900"/>
                  </a:lnTo>
                  <a:cubicBezTo>
                    <a:pt x="6585" y="6900"/>
                    <a:pt x="6491" y="6931"/>
                    <a:pt x="6428" y="7057"/>
                  </a:cubicBezTo>
                  <a:lnTo>
                    <a:pt x="5798" y="8003"/>
                  </a:lnTo>
                  <a:lnTo>
                    <a:pt x="5167" y="7057"/>
                  </a:lnTo>
                  <a:cubicBezTo>
                    <a:pt x="5104" y="6963"/>
                    <a:pt x="5010" y="6900"/>
                    <a:pt x="4915" y="6900"/>
                  </a:cubicBezTo>
                  <a:lnTo>
                    <a:pt x="3750" y="6900"/>
                  </a:lnTo>
                  <a:cubicBezTo>
                    <a:pt x="3561" y="6900"/>
                    <a:pt x="3403" y="6742"/>
                    <a:pt x="3403" y="6522"/>
                  </a:cubicBezTo>
                  <a:lnTo>
                    <a:pt x="3403" y="2395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4474"/>
                  </a:lnTo>
                  <a:cubicBezTo>
                    <a:pt x="1" y="5041"/>
                    <a:pt x="473" y="5514"/>
                    <a:pt x="1009" y="5514"/>
                  </a:cubicBezTo>
                  <a:lnTo>
                    <a:pt x="1355" y="5514"/>
                  </a:lnTo>
                  <a:lnTo>
                    <a:pt x="1355" y="6522"/>
                  </a:lnTo>
                  <a:cubicBezTo>
                    <a:pt x="1355" y="6736"/>
                    <a:pt x="1544" y="6877"/>
                    <a:pt x="1724" y="6877"/>
                  </a:cubicBezTo>
                  <a:cubicBezTo>
                    <a:pt x="1809" y="6877"/>
                    <a:pt x="1893" y="6845"/>
                    <a:pt x="1954" y="6774"/>
                  </a:cubicBezTo>
                  <a:lnTo>
                    <a:pt x="2742" y="5986"/>
                  </a:lnTo>
                  <a:lnTo>
                    <a:pt x="2742" y="6522"/>
                  </a:lnTo>
                  <a:cubicBezTo>
                    <a:pt x="2742" y="7089"/>
                    <a:pt x="3214" y="7562"/>
                    <a:pt x="3781" y="7562"/>
                  </a:cubicBezTo>
                  <a:lnTo>
                    <a:pt x="4726" y="7562"/>
                  </a:lnTo>
                  <a:lnTo>
                    <a:pt x="5545" y="8759"/>
                  </a:lnTo>
                  <a:cubicBezTo>
                    <a:pt x="5608" y="8869"/>
                    <a:pt x="5719" y="8924"/>
                    <a:pt x="5825" y="8924"/>
                  </a:cubicBezTo>
                  <a:cubicBezTo>
                    <a:pt x="5931" y="8924"/>
                    <a:pt x="6034" y="8869"/>
                    <a:pt x="6081" y="8759"/>
                  </a:cubicBezTo>
                  <a:lnTo>
                    <a:pt x="6932" y="7562"/>
                  </a:lnTo>
                  <a:lnTo>
                    <a:pt x="7877" y="7562"/>
                  </a:lnTo>
                  <a:cubicBezTo>
                    <a:pt x="8412" y="7562"/>
                    <a:pt x="8885" y="7089"/>
                    <a:pt x="8885" y="6522"/>
                  </a:cubicBezTo>
                  <a:lnTo>
                    <a:pt x="8885" y="5986"/>
                  </a:lnTo>
                  <a:lnTo>
                    <a:pt x="9673" y="6774"/>
                  </a:lnTo>
                  <a:cubicBezTo>
                    <a:pt x="9733" y="6845"/>
                    <a:pt x="9817" y="6877"/>
                    <a:pt x="9903" y="6877"/>
                  </a:cubicBezTo>
                  <a:cubicBezTo>
                    <a:pt x="10083" y="6877"/>
                    <a:pt x="10271" y="6736"/>
                    <a:pt x="10271" y="6522"/>
                  </a:cubicBezTo>
                  <a:lnTo>
                    <a:pt x="10271" y="5514"/>
                  </a:lnTo>
                  <a:lnTo>
                    <a:pt x="10649" y="5514"/>
                  </a:lnTo>
                  <a:cubicBezTo>
                    <a:pt x="11216" y="5514"/>
                    <a:pt x="11689" y="5041"/>
                    <a:pt x="11689" y="4474"/>
                  </a:cubicBezTo>
                  <a:lnTo>
                    <a:pt x="11689" y="1009"/>
                  </a:lnTo>
                  <a:cubicBezTo>
                    <a:pt x="11689" y="441"/>
                    <a:pt x="11216" y="0"/>
                    <a:pt x="10649" y="0"/>
                  </a:cubicBezTo>
                  <a:lnTo>
                    <a:pt x="7845" y="0"/>
                  </a:lnTo>
                  <a:cubicBezTo>
                    <a:pt x="7310" y="0"/>
                    <a:pt x="6837" y="473"/>
                    <a:pt x="6837" y="1009"/>
                  </a:cubicBezTo>
                  <a:lnTo>
                    <a:pt x="6837" y="1387"/>
                  </a:lnTo>
                  <a:lnTo>
                    <a:pt x="4789" y="1387"/>
                  </a:lnTo>
                  <a:lnTo>
                    <a:pt x="4789" y="1009"/>
                  </a:lnTo>
                  <a:cubicBezTo>
                    <a:pt x="4789" y="473"/>
                    <a:pt x="4317" y="0"/>
                    <a:pt x="37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4110;p45">
            <a:extLst>
              <a:ext uri="{FF2B5EF4-FFF2-40B4-BE49-F238E27FC236}">
                <a16:creationId xmlns:a16="http://schemas.microsoft.com/office/drawing/2014/main" id="{C0E36A30-0014-4807-91B1-15DD3A514CD0}"/>
              </a:ext>
            </a:extLst>
          </p:cNvPr>
          <p:cNvSpPr/>
          <p:nvPr/>
        </p:nvSpPr>
        <p:spPr>
          <a:xfrm>
            <a:off x="4487400" y="2465840"/>
            <a:ext cx="839009" cy="830839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30" name="Google Shape;8392;p55">
            <a:extLst>
              <a:ext uri="{FF2B5EF4-FFF2-40B4-BE49-F238E27FC236}">
                <a16:creationId xmlns:a16="http://schemas.microsoft.com/office/drawing/2014/main" id="{AF83DE1B-992B-4A67-95CE-6387FAC432CB}"/>
              </a:ext>
            </a:extLst>
          </p:cNvPr>
          <p:cNvSpPr/>
          <p:nvPr/>
        </p:nvSpPr>
        <p:spPr>
          <a:xfrm>
            <a:off x="6958705" y="2462148"/>
            <a:ext cx="849432" cy="838223"/>
          </a:xfrm>
          <a:custGeom>
            <a:avLst/>
            <a:gdLst/>
            <a:ahLst/>
            <a:cxnLst/>
            <a:rect l="l" t="t" r="r" b="b"/>
            <a:pathLst>
              <a:path w="11973" h="11815" extrusionOk="0">
                <a:moveTo>
                  <a:pt x="5986" y="631"/>
                </a:moveTo>
                <a:cubicBezTo>
                  <a:pt x="6396" y="631"/>
                  <a:pt x="6711" y="946"/>
                  <a:pt x="6711" y="1324"/>
                </a:cubicBezTo>
                <a:cubicBezTo>
                  <a:pt x="6711" y="1733"/>
                  <a:pt x="6396" y="2048"/>
                  <a:pt x="5986" y="2048"/>
                </a:cubicBezTo>
                <a:cubicBezTo>
                  <a:pt x="5608" y="2048"/>
                  <a:pt x="5293" y="1733"/>
                  <a:pt x="5293" y="1324"/>
                </a:cubicBezTo>
                <a:cubicBezTo>
                  <a:pt x="5293" y="946"/>
                  <a:pt x="5608" y="631"/>
                  <a:pt x="5986" y="631"/>
                </a:cubicBezTo>
                <a:close/>
                <a:moveTo>
                  <a:pt x="5986" y="2710"/>
                </a:moveTo>
                <a:cubicBezTo>
                  <a:pt x="6931" y="2710"/>
                  <a:pt x="7719" y="3498"/>
                  <a:pt x="7719" y="4443"/>
                </a:cubicBezTo>
                <a:lnTo>
                  <a:pt x="7719" y="4789"/>
                </a:lnTo>
                <a:lnTo>
                  <a:pt x="4253" y="4789"/>
                </a:lnTo>
                <a:lnTo>
                  <a:pt x="4253" y="4443"/>
                </a:lnTo>
                <a:cubicBezTo>
                  <a:pt x="4253" y="3498"/>
                  <a:pt x="5041" y="2710"/>
                  <a:pt x="5986" y="2710"/>
                </a:cubicBezTo>
                <a:close/>
                <a:moveTo>
                  <a:pt x="3245" y="6900"/>
                </a:moveTo>
                <a:cubicBezTo>
                  <a:pt x="3623" y="6900"/>
                  <a:pt x="3938" y="7215"/>
                  <a:pt x="3938" y="7593"/>
                </a:cubicBezTo>
                <a:cubicBezTo>
                  <a:pt x="3938" y="8003"/>
                  <a:pt x="3623" y="8318"/>
                  <a:pt x="3245" y="8318"/>
                </a:cubicBezTo>
                <a:cubicBezTo>
                  <a:pt x="2836" y="8255"/>
                  <a:pt x="2521" y="7940"/>
                  <a:pt x="2521" y="7593"/>
                </a:cubicBezTo>
                <a:cubicBezTo>
                  <a:pt x="2521" y="7215"/>
                  <a:pt x="2836" y="6900"/>
                  <a:pt x="3245" y="6900"/>
                </a:cubicBezTo>
                <a:close/>
                <a:moveTo>
                  <a:pt x="8759" y="6900"/>
                </a:moveTo>
                <a:cubicBezTo>
                  <a:pt x="9137" y="6900"/>
                  <a:pt x="9452" y="7215"/>
                  <a:pt x="9452" y="7593"/>
                </a:cubicBezTo>
                <a:cubicBezTo>
                  <a:pt x="9452" y="8003"/>
                  <a:pt x="9137" y="8318"/>
                  <a:pt x="8759" y="8318"/>
                </a:cubicBezTo>
                <a:cubicBezTo>
                  <a:pt x="8349" y="8318"/>
                  <a:pt x="8034" y="7940"/>
                  <a:pt x="8034" y="7593"/>
                </a:cubicBezTo>
                <a:cubicBezTo>
                  <a:pt x="8034" y="7215"/>
                  <a:pt x="8349" y="6900"/>
                  <a:pt x="8759" y="6900"/>
                </a:cubicBezTo>
                <a:close/>
                <a:moveTo>
                  <a:pt x="10365" y="5545"/>
                </a:moveTo>
                <a:cubicBezTo>
                  <a:pt x="10523" y="5545"/>
                  <a:pt x="10680" y="5672"/>
                  <a:pt x="10712" y="5829"/>
                </a:cubicBezTo>
                <a:lnTo>
                  <a:pt x="11216" y="8570"/>
                </a:lnTo>
                <a:cubicBezTo>
                  <a:pt x="11247" y="8790"/>
                  <a:pt x="11027" y="8980"/>
                  <a:pt x="10838" y="8980"/>
                </a:cubicBezTo>
                <a:lnTo>
                  <a:pt x="10460" y="8980"/>
                </a:lnTo>
                <a:cubicBezTo>
                  <a:pt x="10239" y="8790"/>
                  <a:pt x="10019" y="8633"/>
                  <a:pt x="9767" y="8507"/>
                </a:cubicBezTo>
                <a:cubicBezTo>
                  <a:pt x="10019" y="8255"/>
                  <a:pt x="10145" y="7940"/>
                  <a:pt x="10145" y="7562"/>
                </a:cubicBezTo>
                <a:cubicBezTo>
                  <a:pt x="10145" y="6806"/>
                  <a:pt x="9515" y="6176"/>
                  <a:pt x="8759" y="6176"/>
                </a:cubicBezTo>
                <a:cubicBezTo>
                  <a:pt x="8002" y="6176"/>
                  <a:pt x="7372" y="6806"/>
                  <a:pt x="7372" y="7562"/>
                </a:cubicBezTo>
                <a:cubicBezTo>
                  <a:pt x="7372" y="7908"/>
                  <a:pt x="7498" y="8223"/>
                  <a:pt x="7719" y="8507"/>
                </a:cubicBezTo>
                <a:cubicBezTo>
                  <a:pt x="7498" y="8633"/>
                  <a:pt x="7246" y="8790"/>
                  <a:pt x="7057" y="8980"/>
                </a:cubicBezTo>
                <a:lnTo>
                  <a:pt x="4883" y="8980"/>
                </a:lnTo>
                <a:cubicBezTo>
                  <a:pt x="4694" y="8790"/>
                  <a:pt x="4442" y="8633"/>
                  <a:pt x="4222" y="8507"/>
                </a:cubicBezTo>
                <a:cubicBezTo>
                  <a:pt x="4474" y="8255"/>
                  <a:pt x="4568" y="7940"/>
                  <a:pt x="4568" y="7562"/>
                </a:cubicBezTo>
                <a:cubicBezTo>
                  <a:pt x="4568" y="6806"/>
                  <a:pt x="3938" y="6176"/>
                  <a:pt x="3214" y="6176"/>
                </a:cubicBezTo>
                <a:cubicBezTo>
                  <a:pt x="2458" y="6176"/>
                  <a:pt x="1828" y="6806"/>
                  <a:pt x="1828" y="7562"/>
                </a:cubicBezTo>
                <a:cubicBezTo>
                  <a:pt x="1828" y="7908"/>
                  <a:pt x="1954" y="8223"/>
                  <a:pt x="2174" y="8507"/>
                </a:cubicBezTo>
                <a:cubicBezTo>
                  <a:pt x="1922" y="8633"/>
                  <a:pt x="1701" y="8790"/>
                  <a:pt x="1512" y="8980"/>
                </a:cubicBezTo>
                <a:lnTo>
                  <a:pt x="1103" y="8980"/>
                </a:lnTo>
                <a:cubicBezTo>
                  <a:pt x="882" y="8980"/>
                  <a:pt x="725" y="8790"/>
                  <a:pt x="756" y="8570"/>
                </a:cubicBezTo>
                <a:lnTo>
                  <a:pt x="1260" y="5829"/>
                </a:lnTo>
                <a:cubicBezTo>
                  <a:pt x="1323" y="5672"/>
                  <a:pt x="1418" y="5545"/>
                  <a:pt x="1638" y="5545"/>
                </a:cubicBezTo>
                <a:close/>
                <a:moveTo>
                  <a:pt x="3214" y="8948"/>
                </a:moveTo>
                <a:cubicBezTo>
                  <a:pt x="4127" y="8948"/>
                  <a:pt x="4915" y="9736"/>
                  <a:pt x="4915" y="10712"/>
                </a:cubicBezTo>
                <a:lnTo>
                  <a:pt x="4915" y="11059"/>
                </a:lnTo>
                <a:lnTo>
                  <a:pt x="1481" y="11059"/>
                </a:lnTo>
                <a:lnTo>
                  <a:pt x="1481" y="10712"/>
                </a:lnTo>
                <a:cubicBezTo>
                  <a:pt x="1481" y="9736"/>
                  <a:pt x="2269" y="8948"/>
                  <a:pt x="3214" y="8948"/>
                </a:cubicBezTo>
                <a:close/>
                <a:moveTo>
                  <a:pt x="8759" y="8948"/>
                </a:moveTo>
                <a:cubicBezTo>
                  <a:pt x="9704" y="8948"/>
                  <a:pt x="10491" y="9736"/>
                  <a:pt x="10491" y="10712"/>
                </a:cubicBezTo>
                <a:lnTo>
                  <a:pt x="10491" y="11059"/>
                </a:lnTo>
                <a:lnTo>
                  <a:pt x="7026" y="11059"/>
                </a:lnTo>
                <a:lnTo>
                  <a:pt x="7026" y="10712"/>
                </a:lnTo>
                <a:cubicBezTo>
                  <a:pt x="7026" y="9736"/>
                  <a:pt x="7813" y="8948"/>
                  <a:pt x="8759" y="8948"/>
                </a:cubicBezTo>
                <a:close/>
                <a:moveTo>
                  <a:pt x="5986" y="1"/>
                </a:moveTo>
                <a:cubicBezTo>
                  <a:pt x="5262" y="1"/>
                  <a:pt x="4631" y="631"/>
                  <a:pt x="4631" y="1387"/>
                </a:cubicBezTo>
                <a:cubicBezTo>
                  <a:pt x="4631" y="1733"/>
                  <a:pt x="4726" y="2048"/>
                  <a:pt x="4978" y="2269"/>
                </a:cubicBezTo>
                <a:cubicBezTo>
                  <a:pt x="4127" y="2679"/>
                  <a:pt x="3592" y="3498"/>
                  <a:pt x="3592" y="4474"/>
                </a:cubicBezTo>
                <a:lnTo>
                  <a:pt x="3592" y="4852"/>
                </a:lnTo>
                <a:lnTo>
                  <a:pt x="1670" y="4852"/>
                </a:lnTo>
                <a:cubicBezTo>
                  <a:pt x="1166" y="4852"/>
                  <a:pt x="725" y="5199"/>
                  <a:pt x="630" y="5703"/>
                </a:cubicBezTo>
                <a:lnTo>
                  <a:pt x="126" y="8475"/>
                </a:lnTo>
                <a:cubicBezTo>
                  <a:pt x="0" y="9043"/>
                  <a:pt x="473" y="9610"/>
                  <a:pt x="1071" y="9673"/>
                </a:cubicBezTo>
                <a:cubicBezTo>
                  <a:pt x="914" y="9988"/>
                  <a:pt x="819" y="10366"/>
                  <a:pt x="819" y="10744"/>
                </a:cubicBezTo>
                <a:lnTo>
                  <a:pt x="819" y="11468"/>
                </a:lnTo>
                <a:cubicBezTo>
                  <a:pt x="819" y="11657"/>
                  <a:pt x="977" y="11815"/>
                  <a:pt x="1197" y="11815"/>
                </a:cubicBezTo>
                <a:lnTo>
                  <a:pt x="5356" y="11815"/>
                </a:lnTo>
                <a:cubicBezTo>
                  <a:pt x="5545" y="11815"/>
                  <a:pt x="5703" y="11657"/>
                  <a:pt x="5703" y="11468"/>
                </a:cubicBezTo>
                <a:lnTo>
                  <a:pt x="5703" y="10744"/>
                </a:lnTo>
                <a:cubicBezTo>
                  <a:pt x="5703" y="10366"/>
                  <a:pt x="5640" y="9988"/>
                  <a:pt x="5482" y="9673"/>
                </a:cubicBezTo>
                <a:lnTo>
                  <a:pt x="6648" y="9673"/>
                </a:lnTo>
                <a:cubicBezTo>
                  <a:pt x="6490" y="9988"/>
                  <a:pt x="6427" y="10366"/>
                  <a:pt x="6427" y="10744"/>
                </a:cubicBezTo>
                <a:lnTo>
                  <a:pt x="6427" y="11468"/>
                </a:lnTo>
                <a:cubicBezTo>
                  <a:pt x="6427" y="11657"/>
                  <a:pt x="6585" y="11815"/>
                  <a:pt x="6774" y="11815"/>
                </a:cubicBezTo>
                <a:lnTo>
                  <a:pt x="10838" y="11815"/>
                </a:lnTo>
                <a:cubicBezTo>
                  <a:pt x="11027" y="11815"/>
                  <a:pt x="11184" y="11657"/>
                  <a:pt x="11184" y="11468"/>
                </a:cubicBezTo>
                <a:lnTo>
                  <a:pt x="11184" y="10744"/>
                </a:lnTo>
                <a:cubicBezTo>
                  <a:pt x="11184" y="10366"/>
                  <a:pt x="11121" y="9988"/>
                  <a:pt x="10964" y="9673"/>
                </a:cubicBezTo>
                <a:cubicBezTo>
                  <a:pt x="11563" y="9610"/>
                  <a:pt x="11972" y="9043"/>
                  <a:pt x="11878" y="8475"/>
                </a:cubicBezTo>
                <a:lnTo>
                  <a:pt x="11342" y="5703"/>
                </a:lnTo>
                <a:cubicBezTo>
                  <a:pt x="11279" y="5199"/>
                  <a:pt x="10838" y="4852"/>
                  <a:pt x="10334" y="4852"/>
                </a:cubicBezTo>
                <a:lnTo>
                  <a:pt x="8412" y="4852"/>
                </a:lnTo>
                <a:lnTo>
                  <a:pt x="8412" y="4474"/>
                </a:lnTo>
                <a:cubicBezTo>
                  <a:pt x="8412" y="3498"/>
                  <a:pt x="7845" y="2679"/>
                  <a:pt x="7026" y="2269"/>
                </a:cubicBezTo>
                <a:cubicBezTo>
                  <a:pt x="7246" y="2048"/>
                  <a:pt x="7372" y="1733"/>
                  <a:pt x="7372" y="1387"/>
                </a:cubicBezTo>
                <a:cubicBezTo>
                  <a:pt x="7372" y="631"/>
                  <a:pt x="6742" y="1"/>
                  <a:pt x="5986" y="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8480;p55">
            <a:extLst>
              <a:ext uri="{FF2B5EF4-FFF2-40B4-BE49-F238E27FC236}">
                <a16:creationId xmlns:a16="http://schemas.microsoft.com/office/drawing/2014/main" id="{39E027D4-C4DF-4E29-A21E-A961A9423619}"/>
              </a:ext>
            </a:extLst>
          </p:cNvPr>
          <p:cNvGrpSpPr/>
          <p:nvPr/>
        </p:nvGrpSpPr>
        <p:grpSpPr>
          <a:xfrm>
            <a:off x="2032000" y="2511106"/>
            <a:ext cx="796778" cy="740307"/>
            <a:chOff x="6524150" y="1938725"/>
            <a:chExt cx="297725" cy="276625"/>
          </a:xfrm>
          <a:solidFill>
            <a:schemeClr val="bg1">
              <a:lumMod val="95000"/>
            </a:schemeClr>
          </a:solidFill>
        </p:grpSpPr>
        <p:sp>
          <p:nvSpPr>
            <p:cNvPr id="32" name="Google Shape;8481;p55">
              <a:extLst>
                <a:ext uri="{FF2B5EF4-FFF2-40B4-BE49-F238E27FC236}">
                  <a16:creationId xmlns:a16="http://schemas.microsoft.com/office/drawing/2014/main" id="{9B21FE59-AD84-42CF-B1ED-B67D1114D7E7}"/>
                </a:ext>
              </a:extLst>
            </p:cNvPr>
            <p:cNvSpPr/>
            <p:nvPr/>
          </p:nvSpPr>
          <p:spPr>
            <a:xfrm>
              <a:off x="6524150" y="2025375"/>
              <a:ext cx="297725" cy="189975"/>
            </a:xfrm>
            <a:custGeom>
              <a:avLst/>
              <a:gdLst/>
              <a:ahLst/>
              <a:cxnLst/>
              <a:rect l="l" t="t" r="r" b="b"/>
              <a:pathLst>
                <a:path w="11909" h="7599" extrusionOk="0">
                  <a:moveTo>
                    <a:pt x="9767" y="2079"/>
                  </a:moveTo>
                  <a:lnTo>
                    <a:pt x="9767" y="5198"/>
                  </a:lnTo>
                  <a:cubicBezTo>
                    <a:pt x="9735" y="5041"/>
                    <a:pt x="9672" y="4915"/>
                    <a:pt x="9546" y="4789"/>
                  </a:cubicBezTo>
                  <a:lnTo>
                    <a:pt x="7813" y="3056"/>
                  </a:lnTo>
                  <a:cubicBezTo>
                    <a:pt x="7624" y="2867"/>
                    <a:pt x="7341" y="2741"/>
                    <a:pt x="7057" y="2741"/>
                  </a:cubicBezTo>
                  <a:lnTo>
                    <a:pt x="6018" y="2741"/>
                  </a:lnTo>
                  <a:cubicBezTo>
                    <a:pt x="5923" y="2741"/>
                    <a:pt x="5797" y="2836"/>
                    <a:pt x="5734" y="2930"/>
                  </a:cubicBezTo>
                  <a:lnTo>
                    <a:pt x="5482" y="3403"/>
                  </a:lnTo>
                  <a:cubicBezTo>
                    <a:pt x="5293" y="3812"/>
                    <a:pt x="4883" y="4001"/>
                    <a:pt x="4505" y="4001"/>
                  </a:cubicBezTo>
                  <a:lnTo>
                    <a:pt x="5356" y="2269"/>
                  </a:lnTo>
                  <a:cubicBezTo>
                    <a:pt x="5419" y="2143"/>
                    <a:pt x="5576" y="2079"/>
                    <a:pt x="5671" y="2079"/>
                  </a:cubicBezTo>
                  <a:close/>
                  <a:moveTo>
                    <a:pt x="1418" y="2079"/>
                  </a:moveTo>
                  <a:lnTo>
                    <a:pt x="1418" y="5545"/>
                  </a:lnTo>
                  <a:lnTo>
                    <a:pt x="725" y="5545"/>
                  </a:lnTo>
                  <a:lnTo>
                    <a:pt x="725" y="2079"/>
                  </a:lnTo>
                  <a:close/>
                  <a:moveTo>
                    <a:pt x="11153" y="2079"/>
                  </a:moveTo>
                  <a:lnTo>
                    <a:pt x="11153" y="5545"/>
                  </a:lnTo>
                  <a:lnTo>
                    <a:pt x="10460" y="5545"/>
                  </a:lnTo>
                  <a:lnTo>
                    <a:pt x="10460" y="2079"/>
                  </a:lnTo>
                  <a:close/>
                  <a:moveTo>
                    <a:pt x="6931" y="630"/>
                  </a:moveTo>
                  <a:cubicBezTo>
                    <a:pt x="6774" y="1008"/>
                    <a:pt x="6427" y="1323"/>
                    <a:pt x="5955" y="1323"/>
                  </a:cubicBezTo>
                  <a:lnTo>
                    <a:pt x="5671" y="1323"/>
                  </a:lnTo>
                  <a:cubicBezTo>
                    <a:pt x="5293" y="1323"/>
                    <a:pt x="4946" y="1575"/>
                    <a:pt x="4726" y="1922"/>
                  </a:cubicBezTo>
                  <a:lnTo>
                    <a:pt x="3655" y="4064"/>
                  </a:lnTo>
                  <a:cubicBezTo>
                    <a:pt x="3623" y="4127"/>
                    <a:pt x="3623" y="4253"/>
                    <a:pt x="3655" y="4316"/>
                  </a:cubicBezTo>
                  <a:cubicBezTo>
                    <a:pt x="3718" y="4411"/>
                    <a:pt x="3781" y="4474"/>
                    <a:pt x="3875" y="4537"/>
                  </a:cubicBezTo>
                  <a:cubicBezTo>
                    <a:pt x="4088" y="4627"/>
                    <a:pt x="4310" y="4670"/>
                    <a:pt x="4532" y="4670"/>
                  </a:cubicBezTo>
                  <a:cubicBezTo>
                    <a:pt x="5165" y="4670"/>
                    <a:pt x="5785" y="4316"/>
                    <a:pt x="6112" y="3686"/>
                  </a:cubicBezTo>
                  <a:lnTo>
                    <a:pt x="6238" y="3434"/>
                  </a:lnTo>
                  <a:lnTo>
                    <a:pt x="7026" y="3434"/>
                  </a:lnTo>
                  <a:cubicBezTo>
                    <a:pt x="7089" y="3434"/>
                    <a:pt x="7215" y="3466"/>
                    <a:pt x="7246" y="3529"/>
                  </a:cubicBezTo>
                  <a:lnTo>
                    <a:pt x="8979" y="5261"/>
                  </a:lnTo>
                  <a:cubicBezTo>
                    <a:pt x="9137" y="5419"/>
                    <a:pt x="9137" y="5545"/>
                    <a:pt x="9105" y="5640"/>
                  </a:cubicBezTo>
                  <a:cubicBezTo>
                    <a:pt x="9105" y="5671"/>
                    <a:pt x="9042" y="5829"/>
                    <a:pt x="8885" y="5860"/>
                  </a:cubicBezTo>
                  <a:lnTo>
                    <a:pt x="5576" y="6805"/>
                  </a:lnTo>
                  <a:cubicBezTo>
                    <a:pt x="5543" y="6814"/>
                    <a:pt x="5507" y="6818"/>
                    <a:pt x="5470" y="6818"/>
                  </a:cubicBezTo>
                  <a:cubicBezTo>
                    <a:pt x="5371" y="6818"/>
                    <a:pt x="5268" y="6788"/>
                    <a:pt x="5198" y="6742"/>
                  </a:cubicBezTo>
                  <a:lnTo>
                    <a:pt x="4096" y="5640"/>
                  </a:lnTo>
                  <a:cubicBezTo>
                    <a:pt x="4033" y="5545"/>
                    <a:pt x="3938" y="5514"/>
                    <a:pt x="3875" y="5514"/>
                  </a:cubicBezTo>
                  <a:lnTo>
                    <a:pt x="2111" y="5514"/>
                  </a:lnTo>
                  <a:lnTo>
                    <a:pt x="2111" y="2048"/>
                  </a:lnTo>
                  <a:lnTo>
                    <a:pt x="2741" y="2048"/>
                  </a:lnTo>
                  <a:cubicBezTo>
                    <a:pt x="3119" y="2048"/>
                    <a:pt x="3466" y="1796"/>
                    <a:pt x="3686" y="1449"/>
                  </a:cubicBezTo>
                  <a:lnTo>
                    <a:pt x="4001" y="819"/>
                  </a:lnTo>
                  <a:cubicBezTo>
                    <a:pt x="4064" y="693"/>
                    <a:pt x="4190" y="630"/>
                    <a:pt x="4316" y="630"/>
                  </a:cubicBezTo>
                  <a:close/>
                  <a:moveTo>
                    <a:pt x="4316" y="0"/>
                  </a:moveTo>
                  <a:cubicBezTo>
                    <a:pt x="3907" y="0"/>
                    <a:pt x="3560" y="221"/>
                    <a:pt x="3371" y="599"/>
                  </a:cubicBezTo>
                  <a:lnTo>
                    <a:pt x="3056" y="1229"/>
                  </a:lnTo>
                  <a:cubicBezTo>
                    <a:pt x="2962" y="1323"/>
                    <a:pt x="2836" y="1418"/>
                    <a:pt x="2741" y="1418"/>
                  </a:cubicBezTo>
                  <a:lnTo>
                    <a:pt x="378" y="1418"/>
                  </a:lnTo>
                  <a:cubicBezTo>
                    <a:pt x="158" y="1418"/>
                    <a:pt x="0" y="1575"/>
                    <a:pt x="0" y="1764"/>
                  </a:cubicBezTo>
                  <a:lnTo>
                    <a:pt x="0" y="5955"/>
                  </a:lnTo>
                  <a:cubicBezTo>
                    <a:pt x="0" y="6144"/>
                    <a:pt x="158" y="6301"/>
                    <a:pt x="378" y="6301"/>
                  </a:cubicBezTo>
                  <a:lnTo>
                    <a:pt x="3718" y="6301"/>
                  </a:lnTo>
                  <a:lnTo>
                    <a:pt x="4694" y="7278"/>
                  </a:lnTo>
                  <a:cubicBezTo>
                    <a:pt x="4894" y="7477"/>
                    <a:pt x="5139" y="7598"/>
                    <a:pt x="5410" y="7598"/>
                  </a:cubicBezTo>
                  <a:cubicBezTo>
                    <a:pt x="5525" y="7598"/>
                    <a:pt x="5644" y="7577"/>
                    <a:pt x="5766" y="7530"/>
                  </a:cubicBezTo>
                  <a:lnTo>
                    <a:pt x="9074" y="6553"/>
                  </a:lnTo>
                  <a:cubicBezTo>
                    <a:pt x="9263" y="6522"/>
                    <a:pt x="9420" y="6396"/>
                    <a:pt x="9578" y="6238"/>
                  </a:cubicBezTo>
                  <a:lnTo>
                    <a:pt x="11562" y="6238"/>
                  </a:lnTo>
                  <a:cubicBezTo>
                    <a:pt x="11751" y="6238"/>
                    <a:pt x="11909" y="6081"/>
                    <a:pt x="11909" y="5892"/>
                  </a:cubicBezTo>
                  <a:lnTo>
                    <a:pt x="11909" y="1733"/>
                  </a:lnTo>
                  <a:cubicBezTo>
                    <a:pt x="11877" y="1544"/>
                    <a:pt x="11720" y="1386"/>
                    <a:pt x="11499" y="1386"/>
                  </a:cubicBezTo>
                  <a:lnTo>
                    <a:pt x="7341" y="1386"/>
                  </a:lnTo>
                  <a:cubicBezTo>
                    <a:pt x="7561" y="1103"/>
                    <a:pt x="7687" y="693"/>
                    <a:pt x="7687" y="347"/>
                  </a:cubicBezTo>
                  <a:cubicBezTo>
                    <a:pt x="7687" y="158"/>
                    <a:pt x="7530" y="0"/>
                    <a:pt x="73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482;p55">
              <a:extLst>
                <a:ext uri="{FF2B5EF4-FFF2-40B4-BE49-F238E27FC236}">
                  <a16:creationId xmlns:a16="http://schemas.microsoft.com/office/drawing/2014/main" id="{27C06544-7C10-493F-BDAD-01A2B49FD64B}"/>
                </a:ext>
              </a:extLst>
            </p:cNvPr>
            <p:cNvSpPr/>
            <p:nvPr/>
          </p:nvSpPr>
          <p:spPr>
            <a:xfrm>
              <a:off x="6664325" y="1938725"/>
              <a:ext cx="17375" cy="43350"/>
            </a:xfrm>
            <a:custGeom>
              <a:avLst/>
              <a:gdLst/>
              <a:ahLst/>
              <a:cxnLst/>
              <a:rect l="l" t="t" r="r" b="b"/>
              <a:pathLst>
                <a:path w="695" h="1734" extrusionOk="0"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lnTo>
                    <a:pt x="1" y="1355"/>
                  </a:lnTo>
                  <a:cubicBezTo>
                    <a:pt x="1" y="1576"/>
                    <a:pt x="159" y="1733"/>
                    <a:pt x="348" y="1733"/>
                  </a:cubicBezTo>
                  <a:cubicBezTo>
                    <a:pt x="537" y="1733"/>
                    <a:pt x="694" y="1576"/>
                    <a:pt x="694" y="1355"/>
                  </a:cubicBezTo>
                  <a:lnTo>
                    <a:pt x="694" y="347"/>
                  </a:lnTo>
                  <a:cubicBezTo>
                    <a:pt x="694" y="158"/>
                    <a:pt x="537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483;p55">
              <a:extLst>
                <a:ext uri="{FF2B5EF4-FFF2-40B4-BE49-F238E27FC236}">
                  <a16:creationId xmlns:a16="http://schemas.microsoft.com/office/drawing/2014/main" id="{3F4DF882-A74A-4FB4-B63A-E59715ECAB54}"/>
                </a:ext>
              </a:extLst>
            </p:cNvPr>
            <p:cNvSpPr/>
            <p:nvPr/>
          </p:nvSpPr>
          <p:spPr>
            <a:xfrm>
              <a:off x="6594250" y="1972800"/>
              <a:ext cx="35450" cy="35275"/>
            </a:xfrm>
            <a:custGeom>
              <a:avLst/>
              <a:gdLst/>
              <a:ahLst/>
              <a:cxnLst/>
              <a:rect l="l" t="t" r="r" b="b"/>
              <a:pathLst>
                <a:path w="1418" h="1411" extrusionOk="0">
                  <a:moveTo>
                    <a:pt x="374" y="0"/>
                  </a:moveTo>
                  <a:cubicBezTo>
                    <a:pt x="291" y="0"/>
                    <a:pt x="205" y="40"/>
                    <a:pt x="126" y="118"/>
                  </a:cubicBezTo>
                  <a:cubicBezTo>
                    <a:pt x="0" y="244"/>
                    <a:pt x="0" y="496"/>
                    <a:pt x="126" y="591"/>
                  </a:cubicBezTo>
                  <a:lnTo>
                    <a:pt x="819" y="1316"/>
                  </a:lnTo>
                  <a:cubicBezTo>
                    <a:pt x="882" y="1379"/>
                    <a:pt x="969" y="1410"/>
                    <a:pt x="1055" y="1410"/>
                  </a:cubicBezTo>
                  <a:cubicBezTo>
                    <a:pt x="1142" y="1410"/>
                    <a:pt x="1229" y="1379"/>
                    <a:pt x="1292" y="1316"/>
                  </a:cubicBezTo>
                  <a:cubicBezTo>
                    <a:pt x="1418" y="1190"/>
                    <a:pt x="1418" y="969"/>
                    <a:pt x="1292" y="843"/>
                  </a:cubicBezTo>
                  <a:lnTo>
                    <a:pt x="599" y="118"/>
                  </a:lnTo>
                  <a:cubicBezTo>
                    <a:pt x="536" y="40"/>
                    <a:pt x="457" y="0"/>
                    <a:pt x="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484;p55">
              <a:extLst>
                <a:ext uri="{FF2B5EF4-FFF2-40B4-BE49-F238E27FC236}">
                  <a16:creationId xmlns:a16="http://schemas.microsoft.com/office/drawing/2014/main" id="{B1A1445F-E438-4360-B854-C27D6D3B1F75}"/>
                </a:ext>
              </a:extLst>
            </p:cNvPr>
            <p:cNvSpPr/>
            <p:nvPr/>
          </p:nvSpPr>
          <p:spPr>
            <a:xfrm>
              <a:off x="6715525" y="1972800"/>
              <a:ext cx="35475" cy="35275"/>
            </a:xfrm>
            <a:custGeom>
              <a:avLst/>
              <a:gdLst/>
              <a:ahLst/>
              <a:cxnLst/>
              <a:rect l="l" t="t" r="r" b="b"/>
              <a:pathLst>
                <a:path w="1419" h="1411" extrusionOk="0">
                  <a:moveTo>
                    <a:pt x="1056" y="0"/>
                  </a:moveTo>
                  <a:cubicBezTo>
                    <a:pt x="970" y="0"/>
                    <a:pt x="883" y="40"/>
                    <a:pt x="820" y="118"/>
                  </a:cubicBezTo>
                  <a:lnTo>
                    <a:pt x="127" y="843"/>
                  </a:lnTo>
                  <a:cubicBezTo>
                    <a:pt x="1" y="969"/>
                    <a:pt x="1" y="1190"/>
                    <a:pt x="127" y="1316"/>
                  </a:cubicBezTo>
                  <a:cubicBezTo>
                    <a:pt x="174" y="1379"/>
                    <a:pt x="261" y="1410"/>
                    <a:pt x="351" y="1410"/>
                  </a:cubicBezTo>
                  <a:cubicBezTo>
                    <a:pt x="442" y="1410"/>
                    <a:pt x="536" y="1379"/>
                    <a:pt x="599" y="1316"/>
                  </a:cubicBezTo>
                  <a:lnTo>
                    <a:pt x="1293" y="591"/>
                  </a:lnTo>
                  <a:cubicBezTo>
                    <a:pt x="1419" y="496"/>
                    <a:pt x="1419" y="244"/>
                    <a:pt x="1293" y="118"/>
                  </a:cubicBezTo>
                  <a:cubicBezTo>
                    <a:pt x="1230" y="40"/>
                    <a:pt x="1143" y="0"/>
                    <a:pt x="10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9DED9DC-2452-4921-B8CE-2DA0BC6BE6D3}"/>
              </a:ext>
            </a:extLst>
          </p:cNvPr>
          <p:cNvSpPr txBox="1">
            <a:spLocks/>
          </p:cNvSpPr>
          <p:nvPr/>
        </p:nvSpPr>
        <p:spPr>
          <a:xfrm>
            <a:off x="3820578" y="3429000"/>
            <a:ext cx="2130425" cy="12234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algn="ctr"/>
            <a:b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pharetra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dictum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erat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porttitor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door</a:t>
            </a:r>
            <a:endParaRPr lang="pt-BR" sz="10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45896C9-3EA9-4C25-BAE9-284849DE5E97}"/>
              </a:ext>
            </a:extLst>
          </p:cNvPr>
          <p:cNvSpPr txBox="1">
            <a:spLocks/>
          </p:cNvSpPr>
          <p:nvPr/>
        </p:nvSpPr>
        <p:spPr>
          <a:xfrm>
            <a:off x="6318209" y="3429000"/>
            <a:ext cx="2130425" cy="12234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pharetra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dictum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erat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porttitor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door</a:t>
            </a:r>
            <a:endParaRPr lang="pt-BR" sz="10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51FAFC3F-0CCA-4FAB-9D42-9EDDC02DC63E}"/>
              </a:ext>
            </a:extLst>
          </p:cNvPr>
          <p:cNvSpPr txBox="1">
            <a:spLocks/>
          </p:cNvSpPr>
          <p:nvPr/>
        </p:nvSpPr>
        <p:spPr>
          <a:xfrm>
            <a:off x="8780791" y="3429000"/>
            <a:ext cx="2130425" cy="12234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</a:t>
            </a:r>
            <a:r>
              <a:rPr lang="pt-BR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endParaRPr lang="pt-BR" sz="105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10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adipisciDuis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luctus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imperdiet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pharetra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Aliquet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dictum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Donec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tincidunt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enim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erat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porttitor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eleifend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</a:t>
            </a:r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ipsum </a:t>
            </a:r>
            <a:r>
              <a:rPr lang="pt-BR" sz="105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door</a:t>
            </a:r>
            <a:endParaRPr lang="pt-BR" sz="10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341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1710960D-B915-469A-9BC0-7D68BCD7DAE8}"/>
              </a:ext>
            </a:extLst>
          </p:cNvPr>
          <p:cNvCxnSpPr>
            <a:cxnSpLocks/>
          </p:cNvCxnSpPr>
          <p:nvPr/>
        </p:nvCxnSpPr>
        <p:spPr>
          <a:xfrm>
            <a:off x="1371600" y="3962400"/>
            <a:ext cx="9448800" cy="0"/>
          </a:xfrm>
          <a:prstGeom prst="line">
            <a:avLst/>
          </a:prstGeom>
          <a:ln>
            <a:solidFill>
              <a:srgbClr val="0091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EF66F911-CBEB-445E-B60C-F09CE766DA02}"/>
              </a:ext>
            </a:extLst>
          </p:cNvPr>
          <p:cNvGrpSpPr/>
          <p:nvPr/>
        </p:nvGrpSpPr>
        <p:grpSpPr>
          <a:xfrm>
            <a:off x="1333482" y="3921125"/>
            <a:ext cx="9525037" cy="623962"/>
            <a:chOff x="2035138" y="3387725"/>
            <a:chExt cx="9525037" cy="623962"/>
          </a:xfrm>
        </p:grpSpPr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67FB4845-8274-4F93-BC3A-462E5259172F}"/>
                </a:ext>
              </a:extLst>
            </p:cNvPr>
            <p:cNvSpPr txBox="1">
              <a:spLocks/>
            </p:cNvSpPr>
            <p:nvPr/>
          </p:nvSpPr>
          <p:spPr>
            <a:xfrm>
              <a:off x="2035138" y="3511550"/>
              <a:ext cx="863637" cy="50013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pt-BR" sz="1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Título</a:t>
              </a:r>
            </a:p>
            <a:p>
              <a:pPr algn="ctr"/>
              <a:r>
                <a:rPr lang="pt-BR" sz="105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00/00/0000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FD1A6A25-1A14-43DA-A9CF-9B56DDE370F3}"/>
                </a:ext>
              </a:extLst>
            </p:cNvPr>
            <p:cNvSpPr/>
            <p:nvPr/>
          </p:nvSpPr>
          <p:spPr>
            <a:xfrm>
              <a:off x="2425681" y="3387725"/>
              <a:ext cx="82550" cy="82550"/>
            </a:xfrm>
            <a:prstGeom prst="ellipse">
              <a:avLst/>
            </a:prstGeom>
            <a:solidFill>
              <a:srgbClr val="0091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35B3DF01-025E-499B-898C-135440B3CBB0}"/>
                </a:ext>
              </a:extLst>
            </p:cNvPr>
            <p:cNvSpPr txBox="1">
              <a:spLocks/>
            </p:cNvSpPr>
            <p:nvPr/>
          </p:nvSpPr>
          <p:spPr>
            <a:xfrm>
              <a:off x="4200488" y="3511550"/>
              <a:ext cx="863637" cy="50013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pt-BR" sz="1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Título</a:t>
              </a:r>
            </a:p>
            <a:p>
              <a:pPr algn="ctr"/>
              <a:r>
                <a:rPr lang="pt-BR" sz="105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00/00/0000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D03DECCE-C897-488B-B910-5E6157A22C08}"/>
                </a:ext>
              </a:extLst>
            </p:cNvPr>
            <p:cNvSpPr/>
            <p:nvPr/>
          </p:nvSpPr>
          <p:spPr>
            <a:xfrm>
              <a:off x="4591031" y="3387725"/>
              <a:ext cx="82550" cy="82550"/>
            </a:xfrm>
            <a:prstGeom prst="ellipse">
              <a:avLst/>
            </a:prstGeom>
            <a:solidFill>
              <a:srgbClr val="0091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86B25C26-2EE7-4BD6-AB1C-6F3AB43853E8}"/>
                </a:ext>
              </a:extLst>
            </p:cNvPr>
            <p:cNvSpPr txBox="1">
              <a:spLocks/>
            </p:cNvSpPr>
            <p:nvPr/>
          </p:nvSpPr>
          <p:spPr>
            <a:xfrm>
              <a:off x="6365838" y="3511550"/>
              <a:ext cx="863637" cy="50013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pt-BR" sz="1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Título</a:t>
              </a:r>
            </a:p>
            <a:p>
              <a:pPr algn="ctr"/>
              <a:r>
                <a:rPr lang="pt-BR" sz="105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00/00/0000</a:t>
              </a: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D398035B-98CE-4CBE-926B-240B3E875A8F}"/>
                </a:ext>
              </a:extLst>
            </p:cNvPr>
            <p:cNvSpPr/>
            <p:nvPr/>
          </p:nvSpPr>
          <p:spPr>
            <a:xfrm>
              <a:off x="6756381" y="3387725"/>
              <a:ext cx="82550" cy="82550"/>
            </a:xfrm>
            <a:prstGeom prst="ellipse">
              <a:avLst/>
            </a:prstGeom>
            <a:solidFill>
              <a:srgbClr val="0091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10DD4706-AE8F-46E1-AFD9-E77F754559EA}"/>
                </a:ext>
              </a:extLst>
            </p:cNvPr>
            <p:cNvSpPr txBox="1">
              <a:spLocks/>
            </p:cNvSpPr>
            <p:nvPr/>
          </p:nvSpPr>
          <p:spPr>
            <a:xfrm>
              <a:off x="8531188" y="3511550"/>
              <a:ext cx="863637" cy="50013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pt-BR" sz="1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Título</a:t>
              </a:r>
            </a:p>
            <a:p>
              <a:pPr algn="ctr"/>
              <a:r>
                <a:rPr lang="pt-BR" sz="105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00/00/0000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D5D69D4C-EE6E-4AE8-A9B8-1689EC5BBD7F}"/>
                </a:ext>
              </a:extLst>
            </p:cNvPr>
            <p:cNvSpPr/>
            <p:nvPr/>
          </p:nvSpPr>
          <p:spPr>
            <a:xfrm>
              <a:off x="8921731" y="3387725"/>
              <a:ext cx="82550" cy="82550"/>
            </a:xfrm>
            <a:prstGeom prst="ellipse">
              <a:avLst/>
            </a:prstGeom>
            <a:solidFill>
              <a:srgbClr val="0091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0C070D74-66A8-4DD1-BBC5-65DBFE8ED8EE}"/>
                </a:ext>
              </a:extLst>
            </p:cNvPr>
            <p:cNvSpPr txBox="1">
              <a:spLocks/>
            </p:cNvSpPr>
            <p:nvPr/>
          </p:nvSpPr>
          <p:spPr>
            <a:xfrm>
              <a:off x="10696538" y="3511550"/>
              <a:ext cx="863637" cy="50013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pt-BR" sz="1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Título</a:t>
              </a:r>
            </a:p>
            <a:p>
              <a:pPr algn="ctr"/>
              <a:r>
                <a:rPr lang="pt-BR" sz="105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00/00/0000</a:t>
              </a:r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B4B33CCF-5F79-444B-9C92-911FE6867544}"/>
                </a:ext>
              </a:extLst>
            </p:cNvPr>
            <p:cNvSpPr/>
            <p:nvPr/>
          </p:nvSpPr>
          <p:spPr>
            <a:xfrm>
              <a:off x="11087081" y="3387725"/>
              <a:ext cx="82550" cy="82550"/>
            </a:xfrm>
            <a:prstGeom prst="ellipse">
              <a:avLst/>
            </a:prstGeom>
            <a:solidFill>
              <a:srgbClr val="0091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C95D6C3-8211-4FD6-B663-CA0ED5D5C840}"/>
              </a:ext>
            </a:extLst>
          </p:cNvPr>
          <p:cNvSpPr txBox="1">
            <a:spLocks/>
          </p:cNvSpPr>
          <p:nvPr/>
        </p:nvSpPr>
        <p:spPr>
          <a:xfrm>
            <a:off x="3573077" y="2178342"/>
            <a:ext cx="41822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Arial Black" panose="020B0A04020102020204" pitchFamily="34" charset="0"/>
              </a:rPr>
              <a:t>Linha do Tempo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AA45F23-D329-40C1-822D-24BF68CAF800}"/>
              </a:ext>
            </a:extLst>
          </p:cNvPr>
          <p:cNvSpPr txBox="1">
            <a:spLocks/>
          </p:cNvSpPr>
          <p:nvPr/>
        </p:nvSpPr>
        <p:spPr>
          <a:xfrm>
            <a:off x="3959170" y="2763117"/>
            <a:ext cx="3410023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Breve descrição </a:t>
            </a:r>
          </a:p>
        </p:txBody>
      </p:sp>
    </p:spTree>
    <p:extLst>
      <p:ext uri="{BB962C8B-B14F-4D97-AF65-F5344CB8AC3E}">
        <p14:creationId xmlns:p14="http://schemas.microsoft.com/office/powerpoint/2010/main" val="2163492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aixaDeTexto 34">
            <a:extLst>
              <a:ext uri="{FF2B5EF4-FFF2-40B4-BE49-F238E27FC236}">
                <a16:creationId xmlns:a16="http://schemas.microsoft.com/office/drawing/2014/main" id="{199D1411-DD3F-4F5E-B93A-833D884DE330}"/>
              </a:ext>
            </a:extLst>
          </p:cNvPr>
          <p:cNvSpPr txBox="1">
            <a:spLocks/>
          </p:cNvSpPr>
          <p:nvPr/>
        </p:nvSpPr>
        <p:spPr>
          <a:xfrm>
            <a:off x="3959170" y="2763117"/>
            <a:ext cx="3410023" cy="2539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Breve descrição </a:t>
            </a:r>
          </a:p>
        </p:txBody>
      </p:sp>
    </p:spTree>
    <p:extLst>
      <p:ext uri="{BB962C8B-B14F-4D97-AF65-F5344CB8AC3E}">
        <p14:creationId xmlns:p14="http://schemas.microsoft.com/office/powerpoint/2010/main" val="1702480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4141;p45">
            <a:extLst>
              <a:ext uri="{FF2B5EF4-FFF2-40B4-BE49-F238E27FC236}">
                <a16:creationId xmlns:a16="http://schemas.microsoft.com/office/drawing/2014/main" id="{46E05BA6-D761-4F18-BB14-3F4D6AF28631}"/>
              </a:ext>
            </a:extLst>
          </p:cNvPr>
          <p:cNvGrpSpPr/>
          <p:nvPr/>
        </p:nvGrpSpPr>
        <p:grpSpPr>
          <a:xfrm>
            <a:off x="4777468" y="2471587"/>
            <a:ext cx="492109" cy="491473"/>
            <a:chOff x="5053900" y="2021500"/>
            <a:chExt cx="483750" cy="483125"/>
          </a:xfrm>
          <a:solidFill>
            <a:srgbClr val="1A4B9F"/>
          </a:solidFill>
        </p:grpSpPr>
        <p:sp>
          <p:nvSpPr>
            <p:cNvPr id="10" name="Google Shape;4142;p45">
              <a:extLst>
                <a:ext uri="{FF2B5EF4-FFF2-40B4-BE49-F238E27FC236}">
                  <a16:creationId xmlns:a16="http://schemas.microsoft.com/office/drawing/2014/main" id="{0E8904A0-5D19-4B5D-92CF-221CB96A81B3}"/>
                </a:ext>
              </a:extLst>
            </p:cNvPr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" name="Google Shape;4143;p45">
              <a:extLst>
                <a:ext uri="{FF2B5EF4-FFF2-40B4-BE49-F238E27FC236}">
                  <a16:creationId xmlns:a16="http://schemas.microsoft.com/office/drawing/2014/main" id="{2D33FFDA-2161-432C-B034-E8F2403A7EE1}"/>
                </a:ext>
              </a:extLst>
            </p:cNvPr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" name="Google Shape;4144;p45">
              <a:extLst>
                <a:ext uri="{FF2B5EF4-FFF2-40B4-BE49-F238E27FC236}">
                  <a16:creationId xmlns:a16="http://schemas.microsoft.com/office/drawing/2014/main" id="{792964D0-06C6-4E8A-A41C-E9F0B3A61E0B}"/>
                </a:ext>
              </a:extLst>
            </p:cNvPr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" name="Google Shape;4145;p45">
              <a:extLst>
                <a:ext uri="{FF2B5EF4-FFF2-40B4-BE49-F238E27FC236}">
                  <a16:creationId xmlns:a16="http://schemas.microsoft.com/office/drawing/2014/main" id="{78B79C09-B923-4DD5-8C68-5760E66F8418}"/>
                </a:ext>
              </a:extLst>
            </p:cNvPr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" name="Google Shape;4146;p45">
              <a:extLst>
                <a:ext uri="{FF2B5EF4-FFF2-40B4-BE49-F238E27FC236}">
                  <a16:creationId xmlns:a16="http://schemas.microsoft.com/office/drawing/2014/main" id="{22838391-4EEF-4249-90E2-82231F19BB20}"/>
                </a:ext>
              </a:extLst>
            </p:cNvPr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" name="Google Shape;4147;p45">
              <a:extLst>
                <a:ext uri="{FF2B5EF4-FFF2-40B4-BE49-F238E27FC236}">
                  <a16:creationId xmlns:a16="http://schemas.microsoft.com/office/drawing/2014/main" id="{8A46346C-463E-49C1-97FD-CBA15C9A2E32}"/>
                </a:ext>
              </a:extLst>
            </p:cNvPr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4148;p45">
              <a:extLst>
                <a:ext uri="{FF2B5EF4-FFF2-40B4-BE49-F238E27FC236}">
                  <a16:creationId xmlns:a16="http://schemas.microsoft.com/office/drawing/2014/main" id="{B0EA151B-14E0-4ACB-9E2C-9C0D8E1EEAD6}"/>
                </a:ext>
              </a:extLst>
            </p:cNvPr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4149;p45">
              <a:extLst>
                <a:ext uri="{FF2B5EF4-FFF2-40B4-BE49-F238E27FC236}">
                  <a16:creationId xmlns:a16="http://schemas.microsoft.com/office/drawing/2014/main" id="{F2D8AA45-CCB3-46FE-8712-52AC9B395C00}"/>
                </a:ext>
              </a:extLst>
            </p:cNvPr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" name="Google Shape;4044;p45">
            <a:extLst>
              <a:ext uri="{FF2B5EF4-FFF2-40B4-BE49-F238E27FC236}">
                <a16:creationId xmlns:a16="http://schemas.microsoft.com/office/drawing/2014/main" id="{31E5B555-4B40-422D-82D3-58F053B04988}"/>
              </a:ext>
            </a:extLst>
          </p:cNvPr>
          <p:cNvGrpSpPr/>
          <p:nvPr/>
        </p:nvGrpSpPr>
        <p:grpSpPr>
          <a:xfrm>
            <a:off x="1486027" y="1694171"/>
            <a:ext cx="491473" cy="491473"/>
            <a:chOff x="5648375" y="238125"/>
            <a:chExt cx="483125" cy="483125"/>
          </a:xfrm>
          <a:solidFill>
            <a:srgbClr val="1A4B9F"/>
          </a:solidFill>
        </p:grpSpPr>
        <p:sp>
          <p:nvSpPr>
            <p:cNvPr id="23" name="Google Shape;4045;p45">
              <a:extLst>
                <a:ext uri="{FF2B5EF4-FFF2-40B4-BE49-F238E27FC236}">
                  <a16:creationId xmlns:a16="http://schemas.microsoft.com/office/drawing/2014/main" id="{96AE68DA-3C88-4B4B-B801-DFB3DF4425CC}"/>
                </a:ext>
              </a:extLst>
            </p:cNvPr>
            <p:cNvSpPr/>
            <p:nvPr/>
          </p:nvSpPr>
          <p:spPr>
            <a:xfrm>
              <a:off x="5648375" y="23812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4001" y="1132"/>
                  </a:moveTo>
                  <a:cubicBezTo>
                    <a:pt x="4315" y="1132"/>
                    <a:pt x="4569" y="1386"/>
                    <a:pt x="4569" y="1700"/>
                  </a:cubicBezTo>
                  <a:lnTo>
                    <a:pt x="4569" y="3965"/>
                  </a:lnTo>
                  <a:cubicBezTo>
                    <a:pt x="4569" y="4276"/>
                    <a:pt x="4315" y="4529"/>
                    <a:pt x="4001" y="4529"/>
                  </a:cubicBezTo>
                  <a:cubicBezTo>
                    <a:pt x="3687" y="4529"/>
                    <a:pt x="3436" y="4276"/>
                    <a:pt x="3436" y="3965"/>
                  </a:cubicBezTo>
                  <a:lnTo>
                    <a:pt x="3436" y="1700"/>
                  </a:lnTo>
                  <a:cubicBezTo>
                    <a:pt x="3436" y="1386"/>
                    <a:pt x="3687" y="1132"/>
                    <a:pt x="4001" y="1132"/>
                  </a:cubicBezTo>
                  <a:close/>
                  <a:moveTo>
                    <a:pt x="9662" y="1132"/>
                  </a:moveTo>
                  <a:cubicBezTo>
                    <a:pt x="9976" y="1132"/>
                    <a:pt x="10230" y="1386"/>
                    <a:pt x="10230" y="1700"/>
                  </a:cubicBezTo>
                  <a:lnTo>
                    <a:pt x="10230" y="3965"/>
                  </a:lnTo>
                  <a:cubicBezTo>
                    <a:pt x="10230" y="4276"/>
                    <a:pt x="9976" y="4529"/>
                    <a:pt x="9662" y="4529"/>
                  </a:cubicBezTo>
                  <a:cubicBezTo>
                    <a:pt x="9348" y="4529"/>
                    <a:pt x="9098" y="4276"/>
                    <a:pt x="9098" y="3965"/>
                  </a:cubicBezTo>
                  <a:lnTo>
                    <a:pt x="9098" y="1700"/>
                  </a:lnTo>
                  <a:cubicBezTo>
                    <a:pt x="9098" y="1386"/>
                    <a:pt x="9348" y="1132"/>
                    <a:pt x="9662" y="1132"/>
                  </a:cubicBezTo>
                  <a:close/>
                  <a:moveTo>
                    <a:pt x="15324" y="1132"/>
                  </a:moveTo>
                  <a:cubicBezTo>
                    <a:pt x="15638" y="1132"/>
                    <a:pt x="15891" y="1386"/>
                    <a:pt x="15891" y="1700"/>
                  </a:cubicBezTo>
                  <a:lnTo>
                    <a:pt x="15891" y="3965"/>
                  </a:lnTo>
                  <a:cubicBezTo>
                    <a:pt x="15891" y="4276"/>
                    <a:pt x="15638" y="4529"/>
                    <a:pt x="15324" y="4529"/>
                  </a:cubicBezTo>
                  <a:cubicBezTo>
                    <a:pt x="15010" y="4529"/>
                    <a:pt x="14759" y="4276"/>
                    <a:pt x="14759" y="3965"/>
                  </a:cubicBezTo>
                  <a:lnTo>
                    <a:pt x="14759" y="1700"/>
                  </a:lnTo>
                  <a:cubicBezTo>
                    <a:pt x="14759" y="1386"/>
                    <a:pt x="15010" y="1132"/>
                    <a:pt x="15324" y="1132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51"/>
                    <a:pt x="18192" y="3965"/>
                  </a:cubicBezTo>
                  <a:lnTo>
                    <a:pt x="18192" y="6833"/>
                  </a:lnTo>
                  <a:lnTo>
                    <a:pt x="1132" y="6833"/>
                  </a:lnTo>
                  <a:lnTo>
                    <a:pt x="1132" y="3965"/>
                  </a:lnTo>
                  <a:cubicBezTo>
                    <a:pt x="1132" y="3651"/>
                    <a:pt x="1386" y="3397"/>
                    <a:pt x="1700" y="3397"/>
                  </a:cubicBezTo>
                  <a:lnTo>
                    <a:pt x="2304" y="3397"/>
                  </a:lnTo>
                  <a:lnTo>
                    <a:pt x="2304" y="3965"/>
                  </a:lnTo>
                  <a:cubicBezTo>
                    <a:pt x="2304" y="4901"/>
                    <a:pt x="3062" y="5661"/>
                    <a:pt x="4001" y="5661"/>
                  </a:cubicBezTo>
                  <a:cubicBezTo>
                    <a:pt x="4940" y="5661"/>
                    <a:pt x="5701" y="4901"/>
                    <a:pt x="5701" y="3965"/>
                  </a:cubicBezTo>
                  <a:lnTo>
                    <a:pt x="5701" y="3397"/>
                  </a:lnTo>
                  <a:lnTo>
                    <a:pt x="7965" y="3397"/>
                  </a:lnTo>
                  <a:lnTo>
                    <a:pt x="7965" y="3965"/>
                  </a:lnTo>
                  <a:cubicBezTo>
                    <a:pt x="7965" y="4901"/>
                    <a:pt x="8723" y="5661"/>
                    <a:pt x="9662" y="5661"/>
                  </a:cubicBezTo>
                  <a:cubicBezTo>
                    <a:pt x="10601" y="5661"/>
                    <a:pt x="11362" y="4901"/>
                    <a:pt x="11362" y="3965"/>
                  </a:cubicBezTo>
                  <a:lnTo>
                    <a:pt x="11362" y="3397"/>
                  </a:lnTo>
                  <a:lnTo>
                    <a:pt x="13627" y="3397"/>
                  </a:lnTo>
                  <a:lnTo>
                    <a:pt x="13627" y="3965"/>
                  </a:lnTo>
                  <a:cubicBezTo>
                    <a:pt x="13627" y="4901"/>
                    <a:pt x="14385" y="5661"/>
                    <a:pt x="15324" y="5661"/>
                  </a:cubicBezTo>
                  <a:cubicBezTo>
                    <a:pt x="16263" y="5661"/>
                    <a:pt x="17024" y="4901"/>
                    <a:pt x="17024" y="3965"/>
                  </a:cubicBezTo>
                  <a:lnTo>
                    <a:pt x="17024" y="3397"/>
                  </a:lnTo>
                  <a:close/>
                  <a:moveTo>
                    <a:pt x="18192" y="7965"/>
                  </a:moveTo>
                  <a:lnTo>
                    <a:pt x="18192" y="17628"/>
                  </a:lnTo>
                  <a:cubicBezTo>
                    <a:pt x="18192" y="17939"/>
                    <a:pt x="17939" y="18192"/>
                    <a:pt x="17628" y="18192"/>
                  </a:cubicBezTo>
                  <a:lnTo>
                    <a:pt x="1700" y="18192"/>
                  </a:lnTo>
                  <a:cubicBezTo>
                    <a:pt x="1386" y="18192"/>
                    <a:pt x="1132" y="17939"/>
                    <a:pt x="1132" y="17628"/>
                  </a:cubicBezTo>
                  <a:lnTo>
                    <a:pt x="1132" y="7965"/>
                  </a:lnTo>
                  <a:close/>
                  <a:moveTo>
                    <a:pt x="4001" y="0"/>
                  </a:moveTo>
                  <a:cubicBezTo>
                    <a:pt x="3062" y="0"/>
                    <a:pt x="2304" y="761"/>
                    <a:pt x="2304" y="1700"/>
                  </a:cubicBezTo>
                  <a:lnTo>
                    <a:pt x="2304" y="2265"/>
                  </a:lnTo>
                  <a:lnTo>
                    <a:pt x="1700" y="2265"/>
                  </a:lnTo>
                  <a:cubicBezTo>
                    <a:pt x="761" y="2265"/>
                    <a:pt x="0" y="3025"/>
                    <a:pt x="0" y="3965"/>
                  </a:cubicBezTo>
                  <a:lnTo>
                    <a:pt x="0" y="17628"/>
                  </a:lnTo>
                  <a:cubicBezTo>
                    <a:pt x="0" y="18564"/>
                    <a:pt x="761" y="19324"/>
                    <a:pt x="1700" y="19324"/>
                  </a:cubicBezTo>
                  <a:lnTo>
                    <a:pt x="17628" y="19324"/>
                  </a:lnTo>
                  <a:cubicBezTo>
                    <a:pt x="18564" y="19324"/>
                    <a:pt x="19325" y="18564"/>
                    <a:pt x="19325" y="17628"/>
                  </a:cubicBezTo>
                  <a:lnTo>
                    <a:pt x="19325" y="3965"/>
                  </a:lnTo>
                  <a:cubicBezTo>
                    <a:pt x="19325" y="3025"/>
                    <a:pt x="18564" y="2265"/>
                    <a:pt x="17628" y="2265"/>
                  </a:cubicBezTo>
                  <a:lnTo>
                    <a:pt x="17024" y="2265"/>
                  </a:lnTo>
                  <a:lnTo>
                    <a:pt x="17024" y="1700"/>
                  </a:lnTo>
                  <a:cubicBezTo>
                    <a:pt x="17024" y="761"/>
                    <a:pt x="16263" y="0"/>
                    <a:pt x="15324" y="0"/>
                  </a:cubicBezTo>
                  <a:cubicBezTo>
                    <a:pt x="14385" y="0"/>
                    <a:pt x="13627" y="761"/>
                    <a:pt x="13627" y="1700"/>
                  </a:cubicBezTo>
                  <a:lnTo>
                    <a:pt x="13627" y="2265"/>
                  </a:lnTo>
                  <a:lnTo>
                    <a:pt x="11362" y="2265"/>
                  </a:lnTo>
                  <a:lnTo>
                    <a:pt x="11362" y="1700"/>
                  </a:lnTo>
                  <a:cubicBezTo>
                    <a:pt x="11362" y="761"/>
                    <a:pt x="10601" y="0"/>
                    <a:pt x="9662" y="0"/>
                  </a:cubicBezTo>
                  <a:cubicBezTo>
                    <a:pt x="8723" y="0"/>
                    <a:pt x="7965" y="761"/>
                    <a:pt x="7965" y="1700"/>
                  </a:cubicBezTo>
                  <a:lnTo>
                    <a:pt x="7965" y="2265"/>
                  </a:lnTo>
                  <a:lnTo>
                    <a:pt x="5701" y="2265"/>
                  </a:lnTo>
                  <a:lnTo>
                    <a:pt x="5701" y="1700"/>
                  </a:lnTo>
                  <a:cubicBezTo>
                    <a:pt x="5701" y="761"/>
                    <a:pt x="4940" y="0"/>
                    <a:pt x="4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4046;p45">
              <a:extLst>
                <a:ext uri="{FF2B5EF4-FFF2-40B4-BE49-F238E27FC236}">
                  <a16:creationId xmlns:a16="http://schemas.microsoft.com/office/drawing/2014/main" id="{AD57DF6C-B62C-41E0-B40A-B7CACD6AE52E}"/>
                </a:ext>
              </a:extLst>
            </p:cNvPr>
            <p:cNvSpPr/>
            <p:nvPr/>
          </p:nvSpPr>
          <p:spPr>
            <a:xfrm>
              <a:off x="570595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4047;p45">
              <a:extLst>
                <a:ext uri="{FF2B5EF4-FFF2-40B4-BE49-F238E27FC236}">
                  <a16:creationId xmlns:a16="http://schemas.microsoft.com/office/drawing/2014/main" id="{72E242A1-E968-498F-A5A1-78C13A4DEB40}"/>
                </a:ext>
              </a:extLst>
            </p:cNvPr>
            <p:cNvSpPr/>
            <p:nvPr/>
          </p:nvSpPr>
          <p:spPr>
            <a:xfrm>
              <a:off x="584750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4048;p45">
              <a:extLst>
                <a:ext uri="{FF2B5EF4-FFF2-40B4-BE49-F238E27FC236}">
                  <a16:creationId xmlns:a16="http://schemas.microsoft.com/office/drawing/2014/main" id="{4090F5DD-64AB-4997-A83B-9A661211CAC0}"/>
                </a:ext>
              </a:extLst>
            </p:cNvPr>
            <p:cNvSpPr/>
            <p:nvPr/>
          </p:nvSpPr>
          <p:spPr>
            <a:xfrm>
              <a:off x="5989025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" name="Google Shape;4049;p45">
              <a:extLst>
                <a:ext uri="{FF2B5EF4-FFF2-40B4-BE49-F238E27FC236}">
                  <a16:creationId xmlns:a16="http://schemas.microsoft.com/office/drawing/2014/main" id="{F6A9A357-543C-4E87-B2C4-51AD78221CD8}"/>
                </a:ext>
              </a:extLst>
            </p:cNvPr>
            <p:cNvSpPr/>
            <p:nvPr/>
          </p:nvSpPr>
          <p:spPr>
            <a:xfrm>
              <a:off x="570595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0"/>
                  </a:moveTo>
                  <a:cubicBezTo>
                    <a:pt x="252" y="0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8" name="Google Shape;4050;p45">
              <a:extLst>
                <a:ext uri="{FF2B5EF4-FFF2-40B4-BE49-F238E27FC236}">
                  <a16:creationId xmlns:a16="http://schemas.microsoft.com/office/drawing/2014/main" id="{0DB48DBA-3012-4B2C-8B23-320FE37C1DFF}"/>
                </a:ext>
              </a:extLst>
            </p:cNvPr>
            <p:cNvSpPr/>
            <p:nvPr/>
          </p:nvSpPr>
          <p:spPr>
            <a:xfrm>
              <a:off x="584750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0"/>
                    <a:pt x="28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4051;p45">
              <a:extLst>
                <a:ext uri="{FF2B5EF4-FFF2-40B4-BE49-F238E27FC236}">
                  <a16:creationId xmlns:a16="http://schemas.microsoft.com/office/drawing/2014/main" id="{435537B0-F050-4215-BC37-E4870C0E780D}"/>
                </a:ext>
              </a:extLst>
            </p:cNvPr>
            <p:cNvSpPr/>
            <p:nvPr/>
          </p:nvSpPr>
          <p:spPr>
            <a:xfrm>
              <a:off x="5989025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4052;p45">
              <a:extLst>
                <a:ext uri="{FF2B5EF4-FFF2-40B4-BE49-F238E27FC236}">
                  <a16:creationId xmlns:a16="http://schemas.microsoft.com/office/drawing/2014/main" id="{F460A5A5-D7F4-42A0-8DAA-CB9A6E39DE15}"/>
                </a:ext>
              </a:extLst>
            </p:cNvPr>
            <p:cNvSpPr/>
            <p:nvPr/>
          </p:nvSpPr>
          <p:spPr>
            <a:xfrm>
              <a:off x="570595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4053;p45">
              <a:extLst>
                <a:ext uri="{FF2B5EF4-FFF2-40B4-BE49-F238E27FC236}">
                  <a16:creationId xmlns:a16="http://schemas.microsoft.com/office/drawing/2014/main" id="{14DADE77-AFAE-4AC1-A27C-7F1C2D683208}"/>
                </a:ext>
              </a:extLst>
            </p:cNvPr>
            <p:cNvSpPr/>
            <p:nvPr/>
          </p:nvSpPr>
          <p:spPr>
            <a:xfrm>
              <a:off x="584750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8"/>
                  </a:cubicBezTo>
                  <a:cubicBezTo>
                    <a:pt x="3394" y="254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4054;p45">
              <a:extLst>
                <a:ext uri="{FF2B5EF4-FFF2-40B4-BE49-F238E27FC236}">
                  <a16:creationId xmlns:a16="http://schemas.microsoft.com/office/drawing/2014/main" id="{BE340C43-0D0D-4D1A-BD36-C94E4B88F4E2}"/>
                </a:ext>
              </a:extLst>
            </p:cNvPr>
            <p:cNvSpPr/>
            <p:nvPr/>
          </p:nvSpPr>
          <p:spPr>
            <a:xfrm>
              <a:off x="5989025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3" name="Google Shape;4059;p45">
            <a:extLst>
              <a:ext uri="{FF2B5EF4-FFF2-40B4-BE49-F238E27FC236}">
                <a16:creationId xmlns:a16="http://schemas.microsoft.com/office/drawing/2014/main" id="{8B3AA43E-8AD2-419A-AF86-4C52E63313E3}"/>
              </a:ext>
            </a:extLst>
          </p:cNvPr>
          <p:cNvGrpSpPr/>
          <p:nvPr/>
        </p:nvGrpSpPr>
        <p:grpSpPr>
          <a:xfrm>
            <a:off x="2305492" y="3316337"/>
            <a:ext cx="496380" cy="431913"/>
            <a:chOff x="889275" y="861850"/>
            <a:chExt cx="487950" cy="424575"/>
          </a:xfrm>
          <a:solidFill>
            <a:srgbClr val="1A4B9F"/>
          </a:solidFill>
        </p:grpSpPr>
        <p:sp>
          <p:nvSpPr>
            <p:cNvPr id="34" name="Google Shape;4060;p45">
              <a:extLst>
                <a:ext uri="{FF2B5EF4-FFF2-40B4-BE49-F238E27FC236}">
                  <a16:creationId xmlns:a16="http://schemas.microsoft.com/office/drawing/2014/main" id="{95A7AFE0-BB06-4C2C-8051-BF7611096556}"/>
                </a:ext>
              </a:extLst>
            </p:cNvPr>
            <p:cNvSpPr/>
            <p:nvPr/>
          </p:nvSpPr>
          <p:spPr>
            <a:xfrm>
              <a:off x="1319225" y="1031700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1"/>
                  </a:moveTo>
                  <a:cubicBezTo>
                    <a:pt x="255" y="1"/>
                    <a:pt x="1" y="251"/>
                    <a:pt x="1" y="565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5"/>
                  </a:cubicBezTo>
                  <a:cubicBezTo>
                    <a:pt x="2265" y="251"/>
                    <a:pt x="2012" y="1"/>
                    <a:pt x="17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5" name="Google Shape;4061;p45">
              <a:extLst>
                <a:ext uri="{FF2B5EF4-FFF2-40B4-BE49-F238E27FC236}">
                  <a16:creationId xmlns:a16="http://schemas.microsoft.com/office/drawing/2014/main" id="{3990B5C7-40D6-478D-B390-3B66AA88495B}"/>
                </a:ext>
              </a:extLst>
            </p:cNvPr>
            <p:cNvSpPr/>
            <p:nvPr/>
          </p:nvSpPr>
          <p:spPr>
            <a:xfrm>
              <a:off x="1314475" y="946725"/>
              <a:ext cx="62750" cy="56700"/>
            </a:xfrm>
            <a:custGeom>
              <a:avLst/>
              <a:gdLst/>
              <a:ahLst/>
              <a:cxnLst/>
              <a:rect l="l" t="t" r="r" b="b"/>
              <a:pathLst>
                <a:path w="2510" h="2268" extrusionOk="0">
                  <a:moveTo>
                    <a:pt x="1889" y="0"/>
                  </a:moveTo>
                  <a:cubicBezTo>
                    <a:pt x="1744" y="0"/>
                    <a:pt x="1599" y="55"/>
                    <a:pt x="1489" y="166"/>
                  </a:cubicBezTo>
                  <a:lnTo>
                    <a:pt x="357" y="1298"/>
                  </a:lnTo>
                  <a:cubicBezTo>
                    <a:pt x="1" y="1657"/>
                    <a:pt x="251" y="2267"/>
                    <a:pt x="759" y="2267"/>
                  </a:cubicBezTo>
                  <a:cubicBezTo>
                    <a:pt x="906" y="2267"/>
                    <a:pt x="1051" y="2207"/>
                    <a:pt x="1157" y="2101"/>
                  </a:cubicBezTo>
                  <a:lnTo>
                    <a:pt x="2289" y="969"/>
                  </a:lnTo>
                  <a:cubicBezTo>
                    <a:pt x="2510" y="745"/>
                    <a:pt x="2510" y="389"/>
                    <a:pt x="2289" y="166"/>
                  </a:cubicBezTo>
                  <a:cubicBezTo>
                    <a:pt x="2179" y="55"/>
                    <a:pt x="2034" y="0"/>
                    <a:pt x="18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6" name="Google Shape;4062;p45">
              <a:extLst>
                <a:ext uri="{FF2B5EF4-FFF2-40B4-BE49-F238E27FC236}">
                  <a16:creationId xmlns:a16="http://schemas.microsoft.com/office/drawing/2014/main" id="{6341F0C7-C269-40AF-89F3-2AFA0DE62ECE}"/>
                </a:ext>
              </a:extLst>
            </p:cNvPr>
            <p:cNvSpPr/>
            <p:nvPr/>
          </p:nvSpPr>
          <p:spPr>
            <a:xfrm>
              <a:off x="1317875" y="1088250"/>
              <a:ext cx="59350" cy="56675"/>
            </a:xfrm>
            <a:custGeom>
              <a:avLst/>
              <a:gdLst/>
              <a:ahLst/>
              <a:cxnLst/>
              <a:rect l="l" t="t" r="r" b="b"/>
              <a:pathLst>
                <a:path w="2374" h="2267" extrusionOk="0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1" y="390"/>
                    <a:pt x="1" y="746"/>
                    <a:pt x="221" y="969"/>
                  </a:cubicBezTo>
                  <a:lnTo>
                    <a:pt x="1353" y="2102"/>
                  </a:lnTo>
                  <a:cubicBezTo>
                    <a:pt x="1463" y="2212"/>
                    <a:pt x="1608" y="2267"/>
                    <a:pt x="1753" y="2267"/>
                  </a:cubicBezTo>
                  <a:cubicBezTo>
                    <a:pt x="1898" y="2267"/>
                    <a:pt x="2043" y="2212"/>
                    <a:pt x="2153" y="2102"/>
                  </a:cubicBezTo>
                  <a:cubicBezTo>
                    <a:pt x="2374" y="1878"/>
                    <a:pt x="2374" y="1522"/>
                    <a:pt x="2153" y="1298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" name="Google Shape;4063;p45">
              <a:extLst>
                <a:ext uri="{FF2B5EF4-FFF2-40B4-BE49-F238E27FC236}">
                  <a16:creationId xmlns:a16="http://schemas.microsoft.com/office/drawing/2014/main" id="{E6384CF9-7671-4FFD-866F-CEFF2B952D52}"/>
                </a:ext>
              </a:extLst>
            </p:cNvPr>
            <p:cNvSpPr/>
            <p:nvPr/>
          </p:nvSpPr>
          <p:spPr>
            <a:xfrm>
              <a:off x="889275" y="861850"/>
              <a:ext cx="400700" cy="424575"/>
            </a:xfrm>
            <a:custGeom>
              <a:avLst/>
              <a:gdLst/>
              <a:ahLst/>
              <a:cxnLst/>
              <a:rect l="l" t="t" r="r" b="b"/>
              <a:pathLst>
                <a:path w="16028" h="16983" extrusionOk="0">
                  <a:moveTo>
                    <a:pt x="4668" y="4530"/>
                  </a:moveTo>
                  <a:lnTo>
                    <a:pt x="4668" y="10191"/>
                  </a:lnTo>
                  <a:lnTo>
                    <a:pt x="4104" y="10191"/>
                  </a:lnTo>
                  <a:cubicBezTo>
                    <a:pt x="2539" y="10191"/>
                    <a:pt x="1271" y="8923"/>
                    <a:pt x="1271" y="7359"/>
                  </a:cubicBezTo>
                  <a:cubicBezTo>
                    <a:pt x="1271" y="5795"/>
                    <a:pt x="2539" y="4530"/>
                    <a:pt x="4104" y="4530"/>
                  </a:cubicBezTo>
                  <a:close/>
                  <a:moveTo>
                    <a:pt x="6972" y="4530"/>
                  </a:moveTo>
                  <a:lnTo>
                    <a:pt x="6972" y="10191"/>
                  </a:lnTo>
                  <a:lnTo>
                    <a:pt x="5800" y="10191"/>
                  </a:lnTo>
                  <a:lnTo>
                    <a:pt x="5800" y="4530"/>
                  </a:lnTo>
                  <a:close/>
                  <a:moveTo>
                    <a:pt x="12633" y="1565"/>
                  </a:moveTo>
                  <a:lnTo>
                    <a:pt x="12633" y="13153"/>
                  </a:lnTo>
                  <a:lnTo>
                    <a:pt x="8104" y="10436"/>
                  </a:lnTo>
                  <a:lnTo>
                    <a:pt x="8104" y="4282"/>
                  </a:lnTo>
                  <a:lnTo>
                    <a:pt x="12633" y="1565"/>
                  </a:lnTo>
                  <a:close/>
                  <a:moveTo>
                    <a:pt x="14330" y="1133"/>
                  </a:moveTo>
                  <a:cubicBezTo>
                    <a:pt x="14644" y="1133"/>
                    <a:pt x="14898" y="1384"/>
                    <a:pt x="14898" y="1698"/>
                  </a:cubicBezTo>
                  <a:lnTo>
                    <a:pt x="14898" y="13021"/>
                  </a:lnTo>
                  <a:cubicBezTo>
                    <a:pt x="14898" y="13335"/>
                    <a:pt x="14644" y="13588"/>
                    <a:pt x="14330" y="13588"/>
                  </a:cubicBezTo>
                  <a:lnTo>
                    <a:pt x="13766" y="13588"/>
                  </a:lnTo>
                  <a:lnTo>
                    <a:pt x="13766" y="1133"/>
                  </a:lnTo>
                  <a:close/>
                  <a:moveTo>
                    <a:pt x="5800" y="11324"/>
                  </a:moveTo>
                  <a:lnTo>
                    <a:pt x="5800" y="15285"/>
                  </a:lnTo>
                  <a:cubicBezTo>
                    <a:pt x="5800" y="15599"/>
                    <a:pt x="5547" y="15850"/>
                    <a:pt x="5236" y="15850"/>
                  </a:cubicBezTo>
                  <a:cubicBezTo>
                    <a:pt x="4922" y="15850"/>
                    <a:pt x="4668" y="15599"/>
                    <a:pt x="4668" y="15285"/>
                  </a:cubicBezTo>
                  <a:lnTo>
                    <a:pt x="4668" y="11324"/>
                  </a:lnTo>
                  <a:close/>
                  <a:moveTo>
                    <a:pt x="13132" y="1"/>
                  </a:moveTo>
                  <a:lnTo>
                    <a:pt x="13098" y="7"/>
                  </a:lnTo>
                  <a:lnTo>
                    <a:pt x="13074" y="10"/>
                  </a:lnTo>
                  <a:cubicBezTo>
                    <a:pt x="13065" y="10"/>
                    <a:pt x="13056" y="16"/>
                    <a:pt x="13047" y="19"/>
                  </a:cubicBezTo>
                  <a:cubicBezTo>
                    <a:pt x="13038" y="22"/>
                    <a:pt x="13029" y="22"/>
                    <a:pt x="13020" y="25"/>
                  </a:cubicBezTo>
                  <a:lnTo>
                    <a:pt x="12996" y="34"/>
                  </a:lnTo>
                  <a:lnTo>
                    <a:pt x="12966" y="46"/>
                  </a:lnTo>
                  <a:lnTo>
                    <a:pt x="12947" y="58"/>
                  </a:lnTo>
                  <a:cubicBezTo>
                    <a:pt x="12935" y="61"/>
                    <a:pt x="12926" y="67"/>
                    <a:pt x="12917" y="73"/>
                  </a:cubicBezTo>
                  <a:lnTo>
                    <a:pt x="12908" y="79"/>
                  </a:lnTo>
                  <a:lnTo>
                    <a:pt x="7380" y="3398"/>
                  </a:lnTo>
                  <a:lnTo>
                    <a:pt x="4104" y="3398"/>
                  </a:lnTo>
                  <a:cubicBezTo>
                    <a:pt x="2023" y="3398"/>
                    <a:pt x="299" y="5001"/>
                    <a:pt x="151" y="7075"/>
                  </a:cubicBezTo>
                  <a:cubicBezTo>
                    <a:pt x="0" y="9150"/>
                    <a:pt x="1480" y="10986"/>
                    <a:pt x="3536" y="11281"/>
                  </a:cubicBezTo>
                  <a:lnTo>
                    <a:pt x="3536" y="15285"/>
                  </a:lnTo>
                  <a:cubicBezTo>
                    <a:pt x="3536" y="16224"/>
                    <a:pt x="4297" y="16982"/>
                    <a:pt x="5236" y="16982"/>
                  </a:cubicBezTo>
                  <a:cubicBezTo>
                    <a:pt x="6172" y="16982"/>
                    <a:pt x="6933" y="16224"/>
                    <a:pt x="6933" y="15285"/>
                  </a:cubicBezTo>
                  <a:lnTo>
                    <a:pt x="6933" y="11324"/>
                  </a:lnTo>
                  <a:lnTo>
                    <a:pt x="7380" y="11324"/>
                  </a:lnTo>
                  <a:lnTo>
                    <a:pt x="12908" y="14639"/>
                  </a:lnTo>
                  <a:cubicBezTo>
                    <a:pt x="12911" y="14642"/>
                    <a:pt x="12914" y="14642"/>
                    <a:pt x="12920" y="14645"/>
                  </a:cubicBezTo>
                  <a:lnTo>
                    <a:pt x="12935" y="14654"/>
                  </a:lnTo>
                  <a:cubicBezTo>
                    <a:pt x="12947" y="14660"/>
                    <a:pt x="12963" y="14666"/>
                    <a:pt x="12975" y="14672"/>
                  </a:cubicBezTo>
                  <a:lnTo>
                    <a:pt x="12984" y="14675"/>
                  </a:lnTo>
                  <a:cubicBezTo>
                    <a:pt x="12996" y="14681"/>
                    <a:pt x="13011" y="14687"/>
                    <a:pt x="13023" y="14690"/>
                  </a:cubicBezTo>
                  <a:lnTo>
                    <a:pt x="13038" y="14696"/>
                  </a:lnTo>
                  <a:cubicBezTo>
                    <a:pt x="13053" y="14699"/>
                    <a:pt x="13068" y="14702"/>
                    <a:pt x="13083" y="14708"/>
                  </a:cubicBezTo>
                  <a:cubicBezTo>
                    <a:pt x="13101" y="14712"/>
                    <a:pt x="13117" y="14715"/>
                    <a:pt x="13135" y="14715"/>
                  </a:cubicBezTo>
                  <a:lnTo>
                    <a:pt x="13144" y="14715"/>
                  </a:lnTo>
                  <a:cubicBezTo>
                    <a:pt x="13162" y="14715"/>
                    <a:pt x="13180" y="14718"/>
                    <a:pt x="13198" y="14718"/>
                  </a:cubicBezTo>
                  <a:lnTo>
                    <a:pt x="14330" y="14718"/>
                  </a:lnTo>
                  <a:cubicBezTo>
                    <a:pt x="15266" y="14718"/>
                    <a:pt x="16027" y="13957"/>
                    <a:pt x="16027" y="13021"/>
                  </a:cubicBezTo>
                  <a:lnTo>
                    <a:pt x="16027" y="1698"/>
                  </a:lnTo>
                  <a:cubicBezTo>
                    <a:pt x="16027" y="759"/>
                    <a:pt x="15266" y="1"/>
                    <a:pt x="143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8" name="Google Shape;4101;p45">
            <a:extLst>
              <a:ext uri="{FF2B5EF4-FFF2-40B4-BE49-F238E27FC236}">
                <a16:creationId xmlns:a16="http://schemas.microsoft.com/office/drawing/2014/main" id="{3AD9184F-A297-4000-970B-E39FEDD08B7F}"/>
              </a:ext>
            </a:extLst>
          </p:cNvPr>
          <p:cNvGrpSpPr/>
          <p:nvPr/>
        </p:nvGrpSpPr>
        <p:grpSpPr>
          <a:xfrm>
            <a:off x="3912799" y="2471587"/>
            <a:ext cx="491550" cy="491473"/>
            <a:chOff x="3270475" y="1427025"/>
            <a:chExt cx="483200" cy="483125"/>
          </a:xfrm>
          <a:solidFill>
            <a:srgbClr val="1A4B9F"/>
          </a:solidFill>
        </p:grpSpPr>
        <p:sp>
          <p:nvSpPr>
            <p:cNvPr id="39" name="Google Shape;4102;p45">
              <a:extLst>
                <a:ext uri="{FF2B5EF4-FFF2-40B4-BE49-F238E27FC236}">
                  <a16:creationId xmlns:a16="http://schemas.microsoft.com/office/drawing/2014/main" id="{AFBDFA7C-FB72-4736-A447-EE2EFD3C8BAE}"/>
                </a:ext>
              </a:extLst>
            </p:cNvPr>
            <p:cNvSpPr/>
            <p:nvPr/>
          </p:nvSpPr>
          <p:spPr>
            <a:xfrm>
              <a:off x="32704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 extrusionOk="0">
                  <a:moveTo>
                    <a:pt x="9630" y="1133"/>
                  </a:moveTo>
                  <a:cubicBezTo>
                    <a:pt x="14352" y="1133"/>
                    <a:pt x="18196" y="4943"/>
                    <a:pt x="18196" y="9626"/>
                  </a:cubicBezTo>
                  <a:cubicBezTo>
                    <a:pt x="18196" y="14349"/>
                    <a:pt x="14352" y="18193"/>
                    <a:pt x="9630" y="18193"/>
                  </a:cubicBezTo>
                  <a:cubicBezTo>
                    <a:pt x="4946" y="18193"/>
                    <a:pt x="1136" y="14349"/>
                    <a:pt x="1136" y="9626"/>
                  </a:cubicBezTo>
                  <a:cubicBezTo>
                    <a:pt x="1136" y="4943"/>
                    <a:pt x="4946" y="1133"/>
                    <a:pt x="9630" y="1133"/>
                  </a:cubicBezTo>
                  <a:close/>
                  <a:moveTo>
                    <a:pt x="9641" y="0"/>
                  </a:moveTo>
                  <a:cubicBezTo>
                    <a:pt x="9637" y="0"/>
                    <a:pt x="9633" y="0"/>
                    <a:pt x="9630" y="0"/>
                  </a:cubicBezTo>
                  <a:cubicBezTo>
                    <a:pt x="4312" y="0"/>
                    <a:pt x="4" y="4309"/>
                    <a:pt x="4" y="9626"/>
                  </a:cubicBezTo>
                  <a:cubicBezTo>
                    <a:pt x="1" y="12187"/>
                    <a:pt x="1012" y="14648"/>
                    <a:pt x="2821" y="16465"/>
                  </a:cubicBezTo>
                  <a:cubicBezTo>
                    <a:pt x="4644" y="18310"/>
                    <a:pt x="7063" y="19325"/>
                    <a:pt x="9630" y="19325"/>
                  </a:cubicBezTo>
                  <a:cubicBezTo>
                    <a:pt x="10922" y="19325"/>
                    <a:pt x="12199" y="19065"/>
                    <a:pt x="13389" y="18555"/>
                  </a:cubicBezTo>
                  <a:cubicBezTo>
                    <a:pt x="15711" y="17558"/>
                    <a:pt x="17562" y="15708"/>
                    <a:pt x="18558" y="13386"/>
                  </a:cubicBezTo>
                  <a:cubicBezTo>
                    <a:pt x="19068" y="12196"/>
                    <a:pt x="19328" y="10919"/>
                    <a:pt x="19328" y="9626"/>
                  </a:cubicBezTo>
                  <a:cubicBezTo>
                    <a:pt x="19328" y="7060"/>
                    <a:pt x="18313" y="4641"/>
                    <a:pt x="16469" y="2818"/>
                  </a:cubicBezTo>
                  <a:cubicBezTo>
                    <a:pt x="14654" y="1012"/>
                    <a:pt x="12197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" name="Google Shape;4103;p45">
              <a:extLst>
                <a:ext uri="{FF2B5EF4-FFF2-40B4-BE49-F238E27FC236}">
                  <a16:creationId xmlns:a16="http://schemas.microsoft.com/office/drawing/2014/main" id="{2D273770-BA4F-484D-BD95-2B2D4EC0438B}"/>
                </a:ext>
              </a:extLst>
            </p:cNvPr>
            <p:cNvSpPr/>
            <p:nvPr/>
          </p:nvSpPr>
          <p:spPr>
            <a:xfrm>
              <a:off x="3497550" y="1596875"/>
              <a:ext cx="87650" cy="141525"/>
            </a:xfrm>
            <a:custGeom>
              <a:avLst/>
              <a:gdLst/>
              <a:ahLst/>
              <a:cxnLst/>
              <a:rect l="l" t="t" r="r" b="b"/>
              <a:pathLst>
                <a:path w="3506" h="5661" extrusionOk="0">
                  <a:moveTo>
                    <a:pt x="2885" y="1"/>
                  </a:moveTo>
                  <a:cubicBezTo>
                    <a:pt x="2740" y="1"/>
                    <a:pt x="2595" y="56"/>
                    <a:pt x="2485" y="166"/>
                  </a:cubicBezTo>
                  <a:lnTo>
                    <a:pt x="220" y="2431"/>
                  </a:lnTo>
                  <a:cubicBezTo>
                    <a:pt x="0" y="2651"/>
                    <a:pt x="0" y="3011"/>
                    <a:pt x="220" y="3231"/>
                  </a:cubicBezTo>
                  <a:lnTo>
                    <a:pt x="2485" y="5496"/>
                  </a:lnTo>
                  <a:cubicBezTo>
                    <a:pt x="2595" y="5606"/>
                    <a:pt x="2740" y="5661"/>
                    <a:pt x="2885" y="5661"/>
                  </a:cubicBezTo>
                  <a:cubicBezTo>
                    <a:pt x="3030" y="5661"/>
                    <a:pt x="3175" y="5606"/>
                    <a:pt x="3285" y="5496"/>
                  </a:cubicBezTo>
                  <a:cubicBezTo>
                    <a:pt x="3506" y="5275"/>
                    <a:pt x="3506" y="4916"/>
                    <a:pt x="3285" y="4695"/>
                  </a:cubicBezTo>
                  <a:lnTo>
                    <a:pt x="1422" y="2832"/>
                  </a:lnTo>
                  <a:lnTo>
                    <a:pt x="3285" y="966"/>
                  </a:lnTo>
                  <a:cubicBezTo>
                    <a:pt x="3506" y="746"/>
                    <a:pt x="3506" y="387"/>
                    <a:pt x="3285" y="166"/>
                  </a:cubicBezTo>
                  <a:cubicBezTo>
                    <a:pt x="3175" y="56"/>
                    <a:pt x="3030" y="1"/>
                    <a:pt x="28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" name="Google Shape;4104;p45">
              <a:extLst>
                <a:ext uri="{FF2B5EF4-FFF2-40B4-BE49-F238E27FC236}">
                  <a16:creationId xmlns:a16="http://schemas.microsoft.com/office/drawing/2014/main" id="{F7E660C8-3329-4C10-A0C6-C9CC279E2941}"/>
                </a:ext>
              </a:extLst>
            </p:cNvPr>
            <p:cNvSpPr/>
            <p:nvPr/>
          </p:nvSpPr>
          <p:spPr>
            <a:xfrm>
              <a:off x="3327100" y="1483625"/>
              <a:ext cx="369975" cy="369925"/>
            </a:xfrm>
            <a:custGeom>
              <a:avLst/>
              <a:gdLst/>
              <a:ahLst/>
              <a:cxnLst/>
              <a:rect l="l" t="t" r="r" b="b"/>
              <a:pathLst>
                <a:path w="14799" h="14797" extrusionOk="0">
                  <a:moveTo>
                    <a:pt x="7929" y="1157"/>
                  </a:moveTo>
                  <a:cubicBezTo>
                    <a:pt x="9206" y="1272"/>
                    <a:pt x="10420" y="1770"/>
                    <a:pt x="11411" y="2589"/>
                  </a:cubicBezTo>
                  <a:lnTo>
                    <a:pt x="11042" y="2957"/>
                  </a:lnTo>
                  <a:cubicBezTo>
                    <a:pt x="10828" y="3180"/>
                    <a:pt x="10831" y="3534"/>
                    <a:pt x="11048" y="3751"/>
                  </a:cubicBezTo>
                  <a:cubicBezTo>
                    <a:pt x="11158" y="3861"/>
                    <a:pt x="11303" y="3916"/>
                    <a:pt x="11448" y="3916"/>
                  </a:cubicBezTo>
                  <a:cubicBezTo>
                    <a:pt x="11590" y="3916"/>
                    <a:pt x="11732" y="3863"/>
                    <a:pt x="11842" y="3757"/>
                  </a:cubicBezTo>
                  <a:lnTo>
                    <a:pt x="12214" y="3389"/>
                  </a:lnTo>
                  <a:cubicBezTo>
                    <a:pt x="13026" y="4349"/>
                    <a:pt x="13524" y="5539"/>
                    <a:pt x="13639" y="6795"/>
                  </a:cubicBezTo>
                  <a:lnTo>
                    <a:pt x="13101" y="6795"/>
                  </a:lnTo>
                  <a:cubicBezTo>
                    <a:pt x="12787" y="6795"/>
                    <a:pt x="12534" y="7048"/>
                    <a:pt x="12534" y="7362"/>
                  </a:cubicBezTo>
                  <a:cubicBezTo>
                    <a:pt x="12534" y="7673"/>
                    <a:pt x="12787" y="7927"/>
                    <a:pt x="13101" y="7927"/>
                  </a:cubicBezTo>
                  <a:lnTo>
                    <a:pt x="13639" y="7927"/>
                  </a:lnTo>
                  <a:cubicBezTo>
                    <a:pt x="13515" y="9198"/>
                    <a:pt x="13005" y="10400"/>
                    <a:pt x="12178" y="11375"/>
                  </a:cubicBezTo>
                  <a:lnTo>
                    <a:pt x="11842" y="11040"/>
                  </a:lnTo>
                  <a:cubicBezTo>
                    <a:pt x="11732" y="10934"/>
                    <a:pt x="11590" y="10881"/>
                    <a:pt x="11448" y="10881"/>
                  </a:cubicBezTo>
                  <a:cubicBezTo>
                    <a:pt x="11303" y="10881"/>
                    <a:pt x="11158" y="10936"/>
                    <a:pt x="11048" y="11046"/>
                  </a:cubicBezTo>
                  <a:cubicBezTo>
                    <a:pt x="10831" y="11264"/>
                    <a:pt x="10828" y="11617"/>
                    <a:pt x="11042" y="11840"/>
                  </a:cubicBezTo>
                  <a:lnTo>
                    <a:pt x="11377" y="12175"/>
                  </a:lnTo>
                  <a:cubicBezTo>
                    <a:pt x="10402" y="13003"/>
                    <a:pt x="9200" y="13513"/>
                    <a:pt x="7929" y="13637"/>
                  </a:cubicBezTo>
                  <a:lnTo>
                    <a:pt x="7929" y="13099"/>
                  </a:lnTo>
                  <a:cubicBezTo>
                    <a:pt x="7929" y="12785"/>
                    <a:pt x="7676" y="12532"/>
                    <a:pt x="7365" y="12532"/>
                  </a:cubicBezTo>
                  <a:cubicBezTo>
                    <a:pt x="7051" y="12532"/>
                    <a:pt x="6797" y="12785"/>
                    <a:pt x="6797" y="13099"/>
                  </a:cubicBezTo>
                  <a:lnTo>
                    <a:pt x="6797" y="13637"/>
                  </a:lnTo>
                  <a:cubicBezTo>
                    <a:pt x="5541" y="13522"/>
                    <a:pt x="4351" y="13024"/>
                    <a:pt x="3391" y="12212"/>
                  </a:cubicBezTo>
                  <a:lnTo>
                    <a:pt x="3759" y="11840"/>
                  </a:lnTo>
                  <a:cubicBezTo>
                    <a:pt x="3974" y="11617"/>
                    <a:pt x="3971" y="11264"/>
                    <a:pt x="3753" y="11046"/>
                  </a:cubicBezTo>
                  <a:cubicBezTo>
                    <a:pt x="3643" y="10936"/>
                    <a:pt x="3499" y="10881"/>
                    <a:pt x="3354" y="10881"/>
                  </a:cubicBezTo>
                  <a:cubicBezTo>
                    <a:pt x="3212" y="10881"/>
                    <a:pt x="3070" y="10934"/>
                    <a:pt x="2959" y="11040"/>
                  </a:cubicBezTo>
                  <a:lnTo>
                    <a:pt x="2591" y="11408"/>
                  </a:lnTo>
                  <a:cubicBezTo>
                    <a:pt x="1773" y="10418"/>
                    <a:pt x="1274" y="9204"/>
                    <a:pt x="1160" y="7927"/>
                  </a:cubicBezTo>
                  <a:lnTo>
                    <a:pt x="1703" y="7927"/>
                  </a:lnTo>
                  <a:cubicBezTo>
                    <a:pt x="2014" y="7927"/>
                    <a:pt x="2268" y="7673"/>
                    <a:pt x="2268" y="7362"/>
                  </a:cubicBezTo>
                  <a:cubicBezTo>
                    <a:pt x="2268" y="7048"/>
                    <a:pt x="2014" y="6795"/>
                    <a:pt x="1703" y="6795"/>
                  </a:cubicBezTo>
                  <a:lnTo>
                    <a:pt x="1163" y="6795"/>
                  </a:lnTo>
                  <a:cubicBezTo>
                    <a:pt x="1274" y="5539"/>
                    <a:pt x="1770" y="4346"/>
                    <a:pt x="2579" y="3377"/>
                  </a:cubicBezTo>
                  <a:lnTo>
                    <a:pt x="2959" y="3757"/>
                  </a:lnTo>
                  <a:cubicBezTo>
                    <a:pt x="3070" y="3863"/>
                    <a:pt x="3212" y="3916"/>
                    <a:pt x="3354" y="3916"/>
                  </a:cubicBezTo>
                  <a:cubicBezTo>
                    <a:pt x="3499" y="3916"/>
                    <a:pt x="3643" y="3861"/>
                    <a:pt x="3753" y="3751"/>
                  </a:cubicBezTo>
                  <a:cubicBezTo>
                    <a:pt x="3971" y="3534"/>
                    <a:pt x="3974" y="3180"/>
                    <a:pt x="3759" y="2957"/>
                  </a:cubicBezTo>
                  <a:lnTo>
                    <a:pt x="3379" y="2577"/>
                  </a:lnTo>
                  <a:cubicBezTo>
                    <a:pt x="4348" y="1767"/>
                    <a:pt x="5541" y="1272"/>
                    <a:pt x="6797" y="1160"/>
                  </a:cubicBezTo>
                  <a:lnTo>
                    <a:pt x="6797" y="1701"/>
                  </a:lnTo>
                  <a:cubicBezTo>
                    <a:pt x="6797" y="2012"/>
                    <a:pt x="7051" y="2266"/>
                    <a:pt x="7365" y="2266"/>
                  </a:cubicBezTo>
                  <a:cubicBezTo>
                    <a:pt x="7676" y="2266"/>
                    <a:pt x="7929" y="2012"/>
                    <a:pt x="7929" y="1701"/>
                  </a:cubicBezTo>
                  <a:lnTo>
                    <a:pt x="7929" y="1157"/>
                  </a:lnTo>
                  <a:close/>
                  <a:moveTo>
                    <a:pt x="7376" y="1"/>
                  </a:moveTo>
                  <a:cubicBezTo>
                    <a:pt x="7372" y="1"/>
                    <a:pt x="7368" y="1"/>
                    <a:pt x="7365" y="1"/>
                  </a:cubicBezTo>
                  <a:cubicBezTo>
                    <a:pt x="5435" y="1"/>
                    <a:pt x="3581" y="759"/>
                    <a:pt x="2210" y="2115"/>
                  </a:cubicBezTo>
                  <a:cubicBezTo>
                    <a:pt x="2174" y="2142"/>
                    <a:pt x="2141" y="2172"/>
                    <a:pt x="2114" y="2208"/>
                  </a:cubicBezTo>
                  <a:cubicBezTo>
                    <a:pt x="761" y="3582"/>
                    <a:pt x="3" y="5433"/>
                    <a:pt x="3" y="7362"/>
                  </a:cubicBezTo>
                  <a:cubicBezTo>
                    <a:pt x="0" y="9322"/>
                    <a:pt x="776" y="11206"/>
                    <a:pt x="2159" y="12598"/>
                  </a:cubicBezTo>
                  <a:lnTo>
                    <a:pt x="2177" y="12616"/>
                  </a:lnTo>
                  <a:lnTo>
                    <a:pt x="2180" y="12619"/>
                  </a:lnTo>
                  <a:lnTo>
                    <a:pt x="2186" y="12625"/>
                  </a:lnTo>
                  <a:cubicBezTo>
                    <a:pt x="3578" y="14023"/>
                    <a:pt x="5414" y="14796"/>
                    <a:pt x="7365" y="14796"/>
                  </a:cubicBezTo>
                  <a:cubicBezTo>
                    <a:pt x="9327" y="14796"/>
                    <a:pt x="11187" y="14017"/>
                    <a:pt x="12603" y="12601"/>
                  </a:cubicBezTo>
                  <a:cubicBezTo>
                    <a:pt x="14019" y="11185"/>
                    <a:pt x="14798" y="9325"/>
                    <a:pt x="14798" y="7362"/>
                  </a:cubicBezTo>
                  <a:cubicBezTo>
                    <a:pt x="14798" y="5415"/>
                    <a:pt x="14028" y="3576"/>
                    <a:pt x="12627" y="2184"/>
                  </a:cubicBezTo>
                  <a:lnTo>
                    <a:pt x="12621" y="2178"/>
                  </a:lnTo>
                  <a:cubicBezTo>
                    <a:pt x="12621" y="2175"/>
                    <a:pt x="12618" y="2175"/>
                    <a:pt x="12618" y="2175"/>
                  </a:cubicBezTo>
                  <a:lnTo>
                    <a:pt x="12600" y="2157"/>
                  </a:lnTo>
                  <a:cubicBezTo>
                    <a:pt x="11211" y="777"/>
                    <a:pt x="9331" y="1"/>
                    <a:pt x="73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42" name="Google Shape;4176;p45">
            <a:extLst>
              <a:ext uri="{FF2B5EF4-FFF2-40B4-BE49-F238E27FC236}">
                <a16:creationId xmlns:a16="http://schemas.microsoft.com/office/drawing/2014/main" id="{CB1C963A-5BED-428C-841C-A5E7B16C4282}"/>
              </a:ext>
            </a:extLst>
          </p:cNvPr>
          <p:cNvSpPr/>
          <p:nvPr/>
        </p:nvSpPr>
        <p:spPr>
          <a:xfrm>
            <a:off x="9714638" y="1694158"/>
            <a:ext cx="403172" cy="491499"/>
          </a:xfrm>
          <a:custGeom>
            <a:avLst/>
            <a:gdLst/>
            <a:ahLst/>
            <a:cxnLst/>
            <a:rect l="l" t="t" r="r" b="b"/>
            <a:pathLst>
              <a:path w="15853" h="19326" extrusionOk="0">
                <a:moveTo>
                  <a:pt x="9627" y="1133"/>
                </a:moveTo>
                <a:cubicBezTo>
                  <a:pt x="9938" y="1133"/>
                  <a:pt x="10191" y="1387"/>
                  <a:pt x="10191" y="1701"/>
                </a:cubicBezTo>
                <a:lnTo>
                  <a:pt x="10191" y="2265"/>
                </a:lnTo>
                <a:lnTo>
                  <a:pt x="1133" y="2265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0191" y="3398"/>
                </a:moveTo>
                <a:lnTo>
                  <a:pt x="10191" y="8063"/>
                </a:lnTo>
                <a:cubicBezTo>
                  <a:pt x="10009" y="7998"/>
                  <a:pt x="9817" y="7965"/>
                  <a:pt x="9625" y="7965"/>
                </a:cubicBezTo>
                <a:cubicBezTo>
                  <a:pt x="9434" y="7965"/>
                  <a:pt x="9242" y="7998"/>
                  <a:pt x="9059" y="8063"/>
                </a:cubicBezTo>
                <a:lnTo>
                  <a:pt x="9059" y="6230"/>
                </a:lnTo>
                <a:cubicBezTo>
                  <a:pt x="9059" y="5291"/>
                  <a:pt x="8298" y="4530"/>
                  <a:pt x="7362" y="4530"/>
                </a:cubicBezTo>
                <a:cubicBezTo>
                  <a:pt x="6423" y="4530"/>
                  <a:pt x="5662" y="5291"/>
                  <a:pt x="5662" y="6230"/>
                </a:cubicBezTo>
                <a:lnTo>
                  <a:pt x="5662" y="10285"/>
                </a:lnTo>
                <a:cubicBezTo>
                  <a:pt x="4346" y="10557"/>
                  <a:pt x="3401" y="11716"/>
                  <a:pt x="3398" y="13060"/>
                </a:cubicBezTo>
                <a:lnTo>
                  <a:pt x="3398" y="14231"/>
                </a:lnTo>
                <a:cubicBezTo>
                  <a:pt x="3398" y="14419"/>
                  <a:pt x="3404" y="14609"/>
                  <a:pt x="3413" y="14796"/>
                </a:cubicBezTo>
                <a:lnTo>
                  <a:pt x="1133" y="14796"/>
                </a:lnTo>
                <a:lnTo>
                  <a:pt x="1133" y="3398"/>
                </a:lnTo>
                <a:close/>
                <a:moveTo>
                  <a:pt x="3543" y="15928"/>
                </a:moveTo>
                <a:cubicBezTo>
                  <a:pt x="3606" y="16312"/>
                  <a:pt x="3694" y="16689"/>
                  <a:pt x="3802" y="17061"/>
                </a:cubicBezTo>
                <a:lnTo>
                  <a:pt x="1701" y="17061"/>
                </a:lnTo>
                <a:cubicBezTo>
                  <a:pt x="1387" y="17061"/>
                  <a:pt x="1133" y="16807"/>
                  <a:pt x="1133" y="16496"/>
                </a:cubicBezTo>
                <a:lnTo>
                  <a:pt x="1133" y="15928"/>
                </a:lnTo>
                <a:close/>
                <a:moveTo>
                  <a:pt x="7362" y="5662"/>
                </a:moveTo>
                <a:cubicBezTo>
                  <a:pt x="7673" y="5662"/>
                  <a:pt x="7927" y="5916"/>
                  <a:pt x="7927" y="6230"/>
                </a:cubicBezTo>
                <a:lnTo>
                  <a:pt x="7927" y="11928"/>
                </a:lnTo>
                <a:cubicBezTo>
                  <a:pt x="7927" y="12242"/>
                  <a:pt x="8181" y="12492"/>
                  <a:pt x="8495" y="12492"/>
                </a:cubicBezTo>
                <a:cubicBezTo>
                  <a:pt x="8806" y="12492"/>
                  <a:pt x="9059" y="12242"/>
                  <a:pt x="9059" y="11928"/>
                </a:cubicBezTo>
                <a:lnTo>
                  <a:pt x="9059" y="9663"/>
                </a:lnTo>
                <a:cubicBezTo>
                  <a:pt x="9059" y="9349"/>
                  <a:pt x="9313" y="9098"/>
                  <a:pt x="9627" y="9098"/>
                </a:cubicBezTo>
                <a:cubicBezTo>
                  <a:pt x="9938" y="9098"/>
                  <a:pt x="10191" y="9349"/>
                  <a:pt x="10191" y="9663"/>
                </a:cubicBezTo>
                <a:lnTo>
                  <a:pt x="10191" y="11928"/>
                </a:lnTo>
                <a:cubicBezTo>
                  <a:pt x="10191" y="12242"/>
                  <a:pt x="10445" y="12492"/>
                  <a:pt x="10759" y="12492"/>
                </a:cubicBezTo>
                <a:cubicBezTo>
                  <a:pt x="11070" y="12492"/>
                  <a:pt x="11324" y="12242"/>
                  <a:pt x="11324" y="11928"/>
                </a:cubicBezTo>
                <a:lnTo>
                  <a:pt x="11324" y="10795"/>
                </a:lnTo>
                <a:cubicBezTo>
                  <a:pt x="11324" y="10481"/>
                  <a:pt x="11577" y="10231"/>
                  <a:pt x="11891" y="10231"/>
                </a:cubicBezTo>
                <a:cubicBezTo>
                  <a:pt x="12202" y="10231"/>
                  <a:pt x="12456" y="10481"/>
                  <a:pt x="12456" y="10795"/>
                </a:cubicBezTo>
                <a:lnTo>
                  <a:pt x="12456" y="13060"/>
                </a:lnTo>
                <a:cubicBezTo>
                  <a:pt x="12456" y="13374"/>
                  <a:pt x="12710" y="13625"/>
                  <a:pt x="13024" y="13625"/>
                </a:cubicBezTo>
                <a:cubicBezTo>
                  <a:pt x="13335" y="13625"/>
                  <a:pt x="13588" y="13374"/>
                  <a:pt x="13588" y="13060"/>
                </a:cubicBezTo>
                <a:lnTo>
                  <a:pt x="13588" y="11928"/>
                </a:lnTo>
                <a:cubicBezTo>
                  <a:pt x="13588" y="11614"/>
                  <a:pt x="13842" y="11363"/>
                  <a:pt x="14156" y="11363"/>
                </a:cubicBezTo>
                <a:cubicBezTo>
                  <a:pt x="14467" y="11363"/>
                  <a:pt x="14721" y="11614"/>
                  <a:pt x="14721" y="11928"/>
                </a:cubicBezTo>
                <a:lnTo>
                  <a:pt x="14721" y="14231"/>
                </a:lnTo>
                <a:cubicBezTo>
                  <a:pt x="14718" y="15602"/>
                  <a:pt x="14407" y="16958"/>
                  <a:pt x="13806" y="18193"/>
                </a:cubicBezTo>
                <a:lnTo>
                  <a:pt x="5448" y="18193"/>
                </a:lnTo>
                <a:cubicBezTo>
                  <a:pt x="4844" y="16958"/>
                  <a:pt x="4533" y="15602"/>
                  <a:pt x="4530" y="14231"/>
                </a:cubicBezTo>
                <a:lnTo>
                  <a:pt x="4530" y="13060"/>
                </a:lnTo>
                <a:cubicBezTo>
                  <a:pt x="4530" y="12341"/>
                  <a:pt x="4983" y="11698"/>
                  <a:pt x="5662" y="11460"/>
                </a:cubicBezTo>
                <a:lnTo>
                  <a:pt x="5662" y="14231"/>
                </a:lnTo>
                <a:cubicBezTo>
                  <a:pt x="5662" y="14542"/>
                  <a:pt x="5916" y="14796"/>
                  <a:pt x="6230" y="14796"/>
                </a:cubicBezTo>
                <a:cubicBezTo>
                  <a:pt x="6541" y="14796"/>
                  <a:pt x="6795" y="14542"/>
                  <a:pt x="6795" y="14231"/>
                </a:cubicBezTo>
                <a:lnTo>
                  <a:pt x="6795" y="6230"/>
                </a:lnTo>
                <a:cubicBezTo>
                  <a:pt x="6795" y="5916"/>
                  <a:pt x="7048" y="5662"/>
                  <a:pt x="7362" y="5662"/>
                </a:cubicBez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6496"/>
                </a:lnTo>
                <a:cubicBezTo>
                  <a:pt x="1" y="17432"/>
                  <a:pt x="762" y="18193"/>
                  <a:pt x="1701" y="18193"/>
                </a:cubicBezTo>
                <a:lnTo>
                  <a:pt x="4204" y="18193"/>
                </a:lnTo>
                <a:cubicBezTo>
                  <a:pt x="4285" y="18389"/>
                  <a:pt x="4376" y="18582"/>
                  <a:pt x="4470" y="18773"/>
                </a:cubicBezTo>
                <a:lnTo>
                  <a:pt x="4590" y="19011"/>
                </a:lnTo>
                <a:cubicBezTo>
                  <a:pt x="4687" y="19204"/>
                  <a:pt x="4880" y="19325"/>
                  <a:pt x="5098" y="19325"/>
                </a:cubicBezTo>
                <a:lnTo>
                  <a:pt x="14156" y="19325"/>
                </a:lnTo>
                <a:cubicBezTo>
                  <a:pt x="14370" y="19325"/>
                  <a:pt x="14564" y="19204"/>
                  <a:pt x="14660" y="19011"/>
                </a:cubicBezTo>
                <a:lnTo>
                  <a:pt x="14781" y="18773"/>
                </a:lnTo>
                <a:cubicBezTo>
                  <a:pt x="15485" y="17363"/>
                  <a:pt x="15850" y="15808"/>
                  <a:pt x="15853" y="14231"/>
                </a:cubicBezTo>
                <a:lnTo>
                  <a:pt x="15853" y="11928"/>
                </a:lnTo>
                <a:cubicBezTo>
                  <a:pt x="15853" y="10953"/>
                  <a:pt x="15054" y="10228"/>
                  <a:pt x="14155" y="10228"/>
                </a:cubicBezTo>
                <a:cubicBezTo>
                  <a:pt x="13949" y="10228"/>
                  <a:pt x="13737" y="10266"/>
                  <a:pt x="13528" y="10348"/>
                </a:cubicBezTo>
                <a:cubicBezTo>
                  <a:pt x="13326" y="9609"/>
                  <a:pt x="12655" y="9098"/>
                  <a:pt x="11891" y="9098"/>
                </a:cubicBezTo>
                <a:cubicBezTo>
                  <a:pt x="11883" y="9098"/>
                  <a:pt x="11875" y="9098"/>
                  <a:pt x="11867" y="9098"/>
                </a:cubicBezTo>
                <a:cubicBezTo>
                  <a:pt x="11682" y="9098"/>
                  <a:pt x="11497" y="9131"/>
                  <a:pt x="11324" y="9195"/>
                </a:cubicBezTo>
                <a:lnTo>
                  <a:pt x="11324" y="1701"/>
                </a:lnTo>
                <a:cubicBezTo>
                  <a:pt x="11324" y="762"/>
                  <a:pt x="10563" y="1"/>
                  <a:pt x="9627" y="1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43" name="Google Shape;4178;p45">
            <a:extLst>
              <a:ext uri="{FF2B5EF4-FFF2-40B4-BE49-F238E27FC236}">
                <a16:creationId xmlns:a16="http://schemas.microsoft.com/office/drawing/2014/main" id="{C5769C57-77BF-4BF3-92FA-E43314ADA1F7}"/>
              </a:ext>
            </a:extLst>
          </p:cNvPr>
          <p:cNvSpPr/>
          <p:nvPr/>
        </p:nvSpPr>
        <p:spPr>
          <a:xfrm>
            <a:off x="3086555" y="2486935"/>
            <a:ext cx="491499" cy="460775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8193" y="12456"/>
                </a:moveTo>
                <a:lnTo>
                  <a:pt x="18193" y="13024"/>
                </a:lnTo>
                <a:cubicBezTo>
                  <a:pt x="18193" y="13335"/>
                  <a:pt x="17939" y="13588"/>
                  <a:pt x="17628" y="13588"/>
                </a:cubicBez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1520" y="14720"/>
                </a:moveTo>
                <a:lnTo>
                  <a:pt x="12275" y="16985"/>
                </a:lnTo>
                <a:lnTo>
                  <a:pt x="7051" y="16985"/>
                </a:lnTo>
                <a:lnTo>
                  <a:pt x="7806" y="14720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4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5325" y="18117"/>
                </a:lnTo>
                <a:cubicBezTo>
                  <a:pt x="15639" y="18117"/>
                  <a:pt x="15889" y="17864"/>
                  <a:pt x="15889" y="17553"/>
                </a:cubicBezTo>
                <a:cubicBezTo>
                  <a:pt x="15889" y="17239"/>
                  <a:pt x="15639" y="16985"/>
                  <a:pt x="15325" y="16985"/>
                </a:cubicBezTo>
                <a:lnTo>
                  <a:pt x="13468" y="16985"/>
                </a:lnTo>
                <a:lnTo>
                  <a:pt x="12713" y="14720"/>
                </a:lnTo>
                <a:lnTo>
                  <a:pt x="17628" y="14720"/>
                </a:lnTo>
                <a:cubicBezTo>
                  <a:pt x="18565" y="14720"/>
                  <a:pt x="19325" y="13960"/>
                  <a:pt x="19325" y="13024"/>
                </a:cubicBezTo>
                <a:lnTo>
                  <a:pt x="19325" y="1701"/>
                </a:lnTo>
                <a:cubicBezTo>
                  <a:pt x="19325" y="762"/>
                  <a:pt x="18565" y="1"/>
                  <a:pt x="17628" y="1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44" name="Google Shape;7962;p54">
            <a:extLst>
              <a:ext uri="{FF2B5EF4-FFF2-40B4-BE49-F238E27FC236}">
                <a16:creationId xmlns:a16="http://schemas.microsoft.com/office/drawing/2014/main" id="{1814C8BF-C079-4681-9CA8-D1A4EA281B39}"/>
              </a:ext>
            </a:extLst>
          </p:cNvPr>
          <p:cNvGrpSpPr/>
          <p:nvPr/>
        </p:nvGrpSpPr>
        <p:grpSpPr>
          <a:xfrm>
            <a:off x="6339399" y="1655599"/>
            <a:ext cx="570129" cy="568616"/>
            <a:chOff x="-937025" y="2064750"/>
            <a:chExt cx="292225" cy="291450"/>
          </a:xfrm>
          <a:solidFill>
            <a:srgbClr val="1A4B9F"/>
          </a:solidFill>
        </p:grpSpPr>
        <p:sp>
          <p:nvSpPr>
            <p:cNvPr id="45" name="Google Shape;7963;p54">
              <a:extLst>
                <a:ext uri="{FF2B5EF4-FFF2-40B4-BE49-F238E27FC236}">
                  <a16:creationId xmlns:a16="http://schemas.microsoft.com/office/drawing/2014/main" id="{C51AEB1A-ED8F-4149-AA0C-19D503F25AAF}"/>
                </a:ext>
              </a:extLst>
            </p:cNvPr>
            <p:cNvSpPr/>
            <p:nvPr/>
          </p:nvSpPr>
          <p:spPr>
            <a:xfrm>
              <a:off x="-834625" y="2134850"/>
              <a:ext cx="86650" cy="85075"/>
            </a:xfrm>
            <a:custGeom>
              <a:avLst/>
              <a:gdLst/>
              <a:ahLst/>
              <a:cxnLst/>
              <a:rect l="l" t="t" r="r" b="b"/>
              <a:pathLst>
                <a:path w="3466" h="3403" extrusionOk="0">
                  <a:moveTo>
                    <a:pt x="1702" y="599"/>
                  </a:moveTo>
                  <a:cubicBezTo>
                    <a:pt x="1922" y="599"/>
                    <a:pt x="2080" y="788"/>
                    <a:pt x="2080" y="977"/>
                  </a:cubicBezTo>
                  <a:cubicBezTo>
                    <a:pt x="2080" y="1166"/>
                    <a:pt x="1922" y="1324"/>
                    <a:pt x="1702" y="1324"/>
                  </a:cubicBezTo>
                  <a:cubicBezTo>
                    <a:pt x="1512" y="1324"/>
                    <a:pt x="1355" y="1166"/>
                    <a:pt x="1355" y="977"/>
                  </a:cubicBezTo>
                  <a:cubicBezTo>
                    <a:pt x="1355" y="788"/>
                    <a:pt x="1512" y="599"/>
                    <a:pt x="1702" y="599"/>
                  </a:cubicBezTo>
                  <a:close/>
                  <a:moveTo>
                    <a:pt x="1765" y="2048"/>
                  </a:moveTo>
                  <a:cubicBezTo>
                    <a:pt x="2174" y="2048"/>
                    <a:pt x="2584" y="2300"/>
                    <a:pt x="2741" y="2710"/>
                  </a:cubicBezTo>
                  <a:lnTo>
                    <a:pt x="756" y="2710"/>
                  </a:lnTo>
                  <a:cubicBezTo>
                    <a:pt x="914" y="2300"/>
                    <a:pt x="1292" y="2048"/>
                    <a:pt x="1765" y="2048"/>
                  </a:cubicBezTo>
                  <a:close/>
                  <a:moveTo>
                    <a:pt x="1702" y="0"/>
                  </a:moveTo>
                  <a:cubicBezTo>
                    <a:pt x="1166" y="0"/>
                    <a:pt x="693" y="441"/>
                    <a:pt x="693" y="1009"/>
                  </a:cubicBezTo>
                  <a:cubicBezTo>
                    <a:pt x="693" y="1198"/>
                    <a:pt x="788" y="1387"/>
                    <a:pt x="851" y="1576"/>
                  </a:cubicBezTo>
                  <a:cubicBezTo>
                    <a:pt x="347" y="1891"/>
                    <a:pt x="0" y="2426"/>
                    <a:pt x="0" y="3056"/>
                  </a:cubicBezTo>
                  <a:cubicBezTo>
                    <a:pt x="0" y="3245"/>
                    <a:pt x="158" y="3403"/>
                    <a:pt x="347" y="3403"/>
                  </a:cubicBezTo>
                  <a:lnTo>
                    <a:pt x="3088" y="3403"/>
                  </a:lnTo>
                  <a:cubicBezTo>
                    <a:pt x="3308" y="3403"/>
                    <a:pt x="3466" y="3245"/>
                    <a:pt x="3466" y="3056"/>
                  </a:cubicBezTo>
                  <a:cubicBezTo>
                    <a:pt x="3434" y="2426"/>
                    <a:pt x="3088" y="1828"/>
                    <a:pt x="2584" y="1576"/>
                  </a:cubicBezTo>
                  <a:cubicBezTo>
                    <a:pt x="2710" y="1387"/>
                    <a:pt x="2741" y="1198"/>
                    <a:pt x="2741" y="1009"/>
                  </a:cubicBezTo>
                  <a:cubicBezTo>
                    <a:pt x="2741" y="441"/>
                    <a:pt x="2269" y="0"/>
                    <a:pt x="17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964;p54">
              <a:extLst>
                <a:ext uri="{FF2B5EF4-FFF2-40B4-BE49-F238E27FC236}">
                  <a16:creationId xmlns:a16="http://schemas.microsoft.com/office/drawing/2014/main" id="{278B2EC7-7785-43DB-A271-620B4A2CDFCE}"/>
                </a:ext>
              </a:extLst>
            </p:cNvPr>
            <p:cNvSpPr/>
            <p:nvPr/>
          </p:nvSpPr>
          <p:spPr>
            <a:xfrm>
              <a:off x="-936225" y="2304975"/>
              <a:ext cx="289850" cy="51225"/>
            </a:xfrm>
            <a:custGeom>
              <a:avLst/>
              <a:gdLst/>
              <a:ahLst/>
              <a:cxnLst/>
              <a:rect l="l" t="t" r="r" b="b"/>
              <a:pathLst>
                <a:path w="11594" h="2049" extrusionOk="0">
                  <a:moveTo>
                    <a:pt x="3056" y="662"/>
                  </a:moveTo>
                  <a:cubicBezTo>
                    <a:pt x="3277" y="662"/>
                    <a:pt x="3434" y="820"/>
                    <a:pt x="3434" y="1009"/>
                  </a:cubicBezTo>
                  <a:cubicBezTo>
                    <a:pt x="3434" y="1229"/>
                    <a:pt x="3277" y="1387"/>
                    <a:pt x="3056" y="1387"/>
                  </a:cubicBezTo>
                  <a:lnTo>
                    <a:pt x="1008" y="1387"/>
                  </a:lnTo>
                  <a:cubicBezTo>
                    <a:pt x="819" y="1387"/>
                    <a:pt x="662" y="1229"/>
                    <a:pt x="662" y="1009"/>
                  </a:cubicBez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586" y="693"/>
                  </a:moveTo>
                  <a:cubicBezTo>
                    <a:pt x="10775" y="693"/>
                    <a:pt x="10932" y="851"/>
                    <a:pt x="10932" y="1072"/>
                  </a:cubicBezTo>
                  <a:cubicBezTo>
                    <a:pt x="10901" y="1229"/>
                    <a:pt x="10775" y="1387"/>
                    <a:pt x="10586" y="1387"/>
                  </a:cubicBezTo>
                  <a:lnTo>
                    <a:pt x="4001" y="1387"/>
                  </a:lnTo>
                  <a:cubicBezTo>
                    <a:pt x="4096" y="1166"/>
                    <a:pt x="4096" y="914"/>
                    <a:pt x="4001" y="693"/>
                  </a:cubicBez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cubicBezTo>
                    <a:pt x="0" y="1576"/>
                    <a:pt x="473" y="2048"/>
                    <a:pt x="1008" y="2048"/>
                  </a:cubicBezTo>
                  <a:lnTo>
                    <a:pt x="10586" y="2048"/>
                  </a:lnTo>
                  <a:cubicBezTo>
                    <a:pt x="11121" y="2048"/>
                    <a:pt x="11594" y="1576"/>
                    <a:pt x="11594" y="1009"/>
                  </a:cubicBezTo>
                  <a:cubicBezTo>
                    <a:pt x="11594" y="473"/>
                    <a:pt x="11121" y="0"/>
                    <a:pt x="105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965;p54">
              <a:extLst>
                <a:ext uri="{FF2B5EF4-FFF2-40B4-BE49-F238E27FC236}">
                  <a16:creationId xmlns:a16="http://schemas.microsoft.com/office/drawing/2014/main" id="{A1F56274-E031-42BA-ADFA-7432C3C87A4A}"/>
                </a:ext>
              </a:extLst>
            </p:cNvPr>
            <p:cNvSpPr/>
            <p:nvPr/>
          </p:nvSpPr>
          <p:spPr>
            <a:xfrm>
              <a:off x="-937025" y="2064750"/>
              <a:ext cx="292225" cy="223125"/>
            </a:xfrm>
            <a:custGeom>
              <a:avLst/>
              <a:gdLst/>
              <a:ahLst/>
              <a:cxnLst/>
              <a:rect l="l" t="t" r="r" b="b"/>
              <a:pathLst>
                <a:path w="11689" h="8925" extrusionOk="0">
                  <a:moveTo>
                    <a:pt x="3813" y="662"/>
                  </a:moveTo>
                  <a:cubicBezTo>
                    <a:pt x="4002" y="662"/>
                    <a:pt x="4159" y="820"/>
                    <a:pt x="4159" y="1009"/>
                  </a:cubicBezTo>
                  <a:lnTo>
                    <a:pt x="4159" y="1355"/>
                  </a:lnTo>
                  <a:lnTo>
                    <a:pt x="3813" y="1355"/>
                  </a:lnTo>
                  <a:cubicBezTo>
                    <a:pt x="3246" y="1355"/>
                    <a:pt x="2773" y="1828"/>
                    <a:pt x="2773" y="2395"/>
                  </a:cubicBezTo>
                  <a:lnTo>
                    <a:pt x="2773" y="4978"/>
                  </a:lnTo>
                  <a:lnTo>
                    <a:pt x="2080" y="5703"/>
                  </a:lnTo>
                  <a:lnTo>
                    <a:pt x="2080" y="5199"/>
                  </a:lnTo>
                  <a:cubicBezTo>
                    <a:pt x="2080" y="4978"/>
                    <a:pt x="1922" y="4821"/>
                    <a:pt x="1702" y="4821"/>
                  </a:cubicBezTo>
                  <a:lnTo>
                    <a:pt x="1040" y="4821"/>
                  </a:lnTo>
                  <a:cubicBezTo>
                    <a:pt x="851" y="4821"/>
                    <a:pt x="694" y="4663"/>
                    <a:pt x="694" y="4474"/>
                  </a:cubicBezTo>
                  <a:lnTo>
                    <a:pt x="694" y="1009"/>
                  </a:ln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lnTo>
                    <a:pt x="10996" y="4474"/>
                  </a:lnTo>
                  <a:cubicBezTo>
                    <a:pt x="10996" y="4695"/>
                    <a:pt x="10838" y="4852"/>
                    <a:pt x="10649" y="4852"/>
                  </a:cubicBezTo>
                  <a:lnTo>
                    <a:pt x="9893" y="4852"/>
                  </a:lnTo>
                  <a:cubicBezTo>
                    <a:pt x="9704" y="4852"/>
                    <a:pt x="9547" y="5010"/>
                    <a:pt x="9547" y="5199"/>
                  </a:cubicBezTo>
                  <a:lnTo>
                    <a:pt x="9547" y="5703"/>
                  </a:lnTo>
                  <a:lnTo>
                    <a:pt x="8885" y="5010"/>
                  </a:lnTo>
                  <a:lnTo>
                    <a:pt x="8885" y="2395"/>
                  </a:lnTo>
                  <a:cubicBezTo>
                    <a:pt x="8885" y="1859"/>
                    <a:pt x="8412" y="1387"/>
                    <a:pt x="7845" y="1387"/>
                  </a:cubicBezTo>
                  <a:lnTo>
                    <a:pt x="7499" y="1387"/>
                  </a:lnTo>
                  <a:lnTo>
                    <a:pt x="7499" y="1009"/>
                  </a:lnTo>
                  <a:cubicBezTo>
                    <a:pt x="7499" y="820"/>
                    <a:pt x="7656" y="662"/>
                    <a:pt x="7845" y="662"/>
                  </a:cubicBezTo>
                  <a:close/>
                  <a:moveTo>
                    <a:pt x="7845" y="2048"/>
                  </a:moveTo>
                  <a:cubicBezTo>
                    <a:pt x="8066" y="2048"/>
                    <a:pt x="8223" y="2206"/>
                    <a:pt x="8223" y="2395"/>
                  </a:cubicBezTo>
                  <a:lnTo>
                    <a:pt x="8223" y="6522"/>
                  </a:lnTo>
                  <a:cubicBezTo>
                    <a:pt x="8223" y="6742"/>
                    <a:pt x="8066" y="6900"/>
                    <a:pt x="7845" y="6900"/>
                  </a:cubicBezTo>
                  <a:lnTo>
                    <a:pt x="6711" y="6900"/>
                  </a:lnTo>
                  <a:cubicBezTo>
                    <a:pt x="6585" y="6900"/>
                    <a:pt x="6491" y="6931"/>
                    <a:pt x="6428" y="7057"/>
                  </a:cubicBezTo>
                  <a:lnTo>
                    <a:pt x="5798" y="8003"/>
                  </a:lnTo>
                  <a:lnTo>
                    <a:pt x="5167" y="7057"/>
                  </a:lnTo>
                  <a:cubicBezTo>
                    <a:pt x="5104" y="6963"/>
                    <a:pt x="5010" y="6900"/>
                    <a:pt x="4915" y="6900"/>
                  </a:cubicBezTo>
                  <a:lnTo>
                    <a:pt x="3750" y="6900"/>
                  </a:lnTo>
                  <a:cubicBezTo>
                    <a:pt x="3561" y="6900"/>
                    <a:pt x="3403" y="6742"/>
                    <a:pt x="3403" y="6522"/>
                  </a:cubicBezTo>
                  <a:lnTo>
                    <a:pt x="3403" y="2395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4474"/>
                  </a:lnTo>
                  <a:cubicBezTo>
                    <a:pt x="1" y="5041"/>
                    <a:pt x="473" y="5514"/>
                    <a:pt x="1009" y="5514"/>
                  </a:cubicBezTo>
                  <a:lnTo>
                    <a:pt x="1355" y="5514"/>
                  </a:lnTo>
                  <a:lnTo>
                    <a:pt x="1355" y="6522"/>
                  </a:lnTo>
                  <a:cubicBezTo>
                    <a:pt x="1355" y="6736"/>
                    <a:pt x="1544" y="6877"/>
                    <a:pt x="1724" y="6877"/>
                  </a:cubicBezTo>
                  <a:cubicBezTo>
                    <a:pt x="1809" y="6877"/>
                    <a:pt x="1893" y="6845"/>
                    <a:pt x="1954" y="6774"/>
                  </a:cubicBezTo>
                  <a:lnTo>
                    <a:pt x="2742" y="5986"/>
                  </a:lnTo>
                  <a:lnTo>
                    <a:pt x="2742" y="6522"/>
                  </a:lnTo>
                  <a:cubicBezTo>
                    <a:pt x="2742" y="7089"/>
                    <a:pt x="3214" y="7562"/>
                    <a:pt x="3781" y="7562"/>
                  </a:cubicBezTo>
                  <a:lnTo>
                    <a:pt x="4726" y="7562"/>
                  </a:lnTo>
                  <a:lnTo>
                    <a:pt x="5545" y="8759"/>
                  </a:lnTo>
                  <a:cubicBezTo>
                    <a:pt x="5608" y="8869"/>
                    <a:pt x="5719" y="8924"/>
                    <a:pt x="5825" y="8924"/>
                  </a:cubicBezTo>
                  <a:cubicBezTo>
                    <a:pt x="5931" y="8924"/>
                    <a:pt x="6034" y="8869"/>
                    <a:pt x="6081" y="8759"/>
                  </a:cubicBezTo>
                  <a:lnTo>
                    <a:pt x="6932" y="7562"/>
                  </a:lnTo>
                  <a:lnTo>
                    <a:pt x="7877" y="7562"/>
                  </a:lnTo>
                  <a:cubicBezTo>
                    <a:pt x="8412" y="7562"/>
                    <a:pt x="8885" y="7089"/>
                    <a:pt x="8885" y="6522"/>
                  </a:cubicBezTo>
                  <a:lnTo>
                    <a:pt x="8885" y="5986"/>
                  </a:lnTo>
                  <a:lnTo>
                    <a:pt x="9673" y="6774"/>
                  </a:lnTo>
                  <a:cubicBezTo>
                    <a:pt x="9733" y="6845"/>
                    <a:pt x="9817" y="6877"/>
                    <a:pt x="9903" y="6877"/>
                  </a:cubicBezTo>
                  <a:cubicBezTo>
                    <a:pt x="10083" y="6877"/>
                    <a:pt x="10271" y="6736"/>
                    <a:pt x="10271" y="6522"/>
                  </a:cubicBezTo>
                  <a:lnTo>
                    <a:pt x="10271" y="5514"/>
                  </a:lnTo>
                  <a:lnTo>
                    <a:pt x="10649" y="5514"/>
                  </a:lnTo>
                  <a:cubicBezTo>
                    <a:pt x="11216" y="5514"/>
                    <a:pt x="11689" y="5041"/>
                    <a:pt x="11689" y="4474"/>
                  </a:cubicBezTo>
                  <a:lnTo>
                    <a:pt x="11689" y="1009"/>
                  </a:lnTo>
                  <a:cubicBezTo>
                    <a:pt x="11689" y="441"/>
                    <a:pt x="11216" y="0"/>
                    <a:pt x="10649" y="0"/>
                  </a:cubicBezTo>
                  <a:lnTo>
                    <a:pt x="7845" y="0"/>
                  </a:lnTo>
                  <a:cubicBezTo>
                    <a:pt x="7310" y="0"/>
                    <a:pt x="6837" y="473"/>
                    <a:pt x="6837" y="1009"/>
                  </a:cubicBezTo>
                  <a:lnTo>
                    <a:pt x="6837" y="1387"/>
                  </a:lnTo>
                  <a:lnTo>
                    <a:pt x="4789" y="1387"/>
                  </a:lnTo>
                  <a:lnTo>
                    <a:pt x="4789" y="1009"/>
                  </a:lnTo>
                  <a:cubicBezTo>
                    <a:pt x="4789" y="473"/>
                    <a:pt x="4317" y="0"/>
                    <a:pt x="37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8253;p54">
            <a:extLst>
              <a:ext uri="{FF2B5EF4-FFF2-40B4-BE49-F238E27FC236}">
                <a16:creationId xmlns:a16="http://schemas.microsoft.com/office/drawing/2014/main" id="{260AE776-7A57-4C20-8994-E34C4F5EB7F7}"/>
              </a:ext>
            </a:extLst>
          </p:cNvPr>
          <p:cNvGrpSpPr/>
          <p:nvPr/>
        </p:nvGrpSpPr>
        <p:grpSpPr>
          <a:xfrm>
            <a:off x="3055619" y="1662496"/>
            <a:ext cx="553370" cy="554824"/>
            <a:chOff x="6679825" y="2693700"/>
            <a:chExt cx="257875" cy="258575"/>
          </a:xfrm>
          <a:solidFill>
            <a:srgbClr val="1A4B9F"/>
          </a:solidFill>
        </p:grpSpPr>
        <p:sp>
          <p:nvSpPr>
            <p:cNvPr id="49" name="Google Shape;8254;p54">
              <a:extLst>
                <a:ext uri="{FF2B5EF4-FFF2-40B4-BE49-F238E27FC236}">
                  <a16:creationId xmlns:a16="http://schemas.microsoft.com/office/drawing/2014/main" id="{72080B2D-7CFF-4D5A-ACB7-4B3A99717FB4}"/>
                </a:ext>
              </a:extLst>
            </p:cNvPr>
            <p:cNvSpPr/>
            <p:nvPr/>
          </p:nvSpPr>
          <p:spPr>
            <a:xfrm>
              <a:off x="6679825" y="2693700"/>
              <a:ext cx="257875" cy="258575"/>
            </a:xfrm>
            <a:custGeom>
              <a:avLst/>
              <a:gdLst/>
              <a:ahLst/>
              <a:cxnLst/>
              <a:rect l="l" t="t" r="r" b="b"/>
              <a:pathLst>
                <a:path w="10315" h="10343" extrusionOk="0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8255;p54">
              <a:extLst>
                <a:ext uri="{FF2B5EF4-FFF2-40B4-BE49-F238E27FC236}">
                  <a16:creationId xmlns:a16="http://schemas.microsoft.com/office/drawing/2014/main" id="{4221713D-C2C0-437A-A45A-5A7CCE361499}"/>
                </a:ext>
              </a:extLst>
            </p:cNvPr>
            <p:cNvSpPr/>
            <p:nvPr/>
          </p:nvSpPr>
          <p:spPr>
            <a:xfrm flipH="1">
              <a:off x="6679825" y="2693700"/>
              <a:ext cx="257875" cy="258575"/>
            </a:xfrm>
            <a:custGeom>
              <a:avLst/>
              <a:gdLst/>
              <a:ahLst/>
              <a:cxnLst/>
              <a:rect l="l" t="t" r="r" b="b"/>
              <a:pathLst>
                <a:path w="10315" h="10343" extrusionOk="0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8362;p54">
            <a:extLst>
              <a:ext uri="{FF2B5EF4-FFF2-40B4-BE49-F238E27FC236}">
                <a16:creationId xmlns:a16="http://schemas.microsoft.com/office/drawing/2014/main" id="{9A566677-79F5-4F78-9715-6EBD220713D6}"/>
              </a:ext>
            </a:extLst>
          </p:cNvPr>
          <p:cNvGrpSpPr/>
          <p:nvPr/>
        </p:nvGrpSpPr>
        <p:grpSpPr>
          <a:xfrm>
            <a:off x="1486026" y="3285256"/>
            <a:ext cx="491474" cy="494076"/>
            <a:chOff x="2344476" y="2571761"/>
            <a:chExt cx="417671" cy="417045"/>
          </a:xfrm>
          <a:solidFill>
            <a:srgbClr val="1A4B9F"/>
          </a:solidFill>
        </p:grpSpPr>
        <p:sp>
          <p:nvSpPr>
            <p:cNvPr id="52" name="Google Shape;8363;p54">
              <a:extLst>
                <a:ext uri="{FF2B5EF4-FFF2-40B4-BE49-F238E27FC236}">
                  <a16:creationId xmlns:a16="http://schemas.microsoft.com/office/drawing/2014/main" id="{C5197F06-4BAF-4931-8C09-CE1E316E9BF3}"/>
                </a:ext>
              </a:extLst>
            </p:cNvPr>
            <p:cNvSpPr/>
            <p:nvPr/>
          </p:nvSpPr>
          <p:spPr>
            <a:xfrm>
              <a:off x="2344476" y="2571761"/>
              <a:ext cx="417671" cy="417045"/>
            </a:xfrm>
            <a:custGeom>
              <a:avLst/>
              <a:gdLst/>
              <a:ahLst/>
              <a:cxnLst/>
              <a:rect l="l" t="t" r="r" b="b"/>
              <a:pathLst>
                <a:path w="20013" h="19983" extrusionOk="0">
                  <a:moveTo>
                    <a:pt x="10022" y="1170"/>
                  </a:moveTo>
                  <a:cubicBezTo>
                    <a:pt x="14886" y="1170"/>
                    <a:pt x="18842" y="5127"/>
                    <a:pt x="18842" y="9990"/>
                  </a:cubicBezTo>
                  <a:cubicBezTo>
                    <a:pt x="18842" y="14855"/>
                    <a:pt x="14886" y="18811"/>
                    <a:pt x="10023" y="18811"/>
                  </a:cubicBezTo>
                  <a:cubicBezTo>
                    <a:pt x="8516" y="18811"/>
                    <a:pt x="7030" y="18423"/>
                    <a:pt x="5726" y="17691"/>
                  </a:cubicBezTo>
                  <a:cubicBezTo>
                    <a:pt x="5638" y="17641"/>
                    <a:pt x="5539" y="17615"/>
                    <a:pt x="5440" y="17615"/>
                  </a:cubicBezTo>
                  <a:cubicBezTo>
                    <a:pt x="5393" y="17615"/>
                    <a:pt x="5345" y="17621"/>
                    <a:pt x="5298" y="17632"/>
                  </a:cubicBezTo>
                  <a:lnTo>
                    <a:pt x="1419" y="18595"/>
                  </a:lnTo>
                  <a:lnTo>
                    <a:pt x="2381" y="14715"/>
                  </a:lnTo>
                  <a:cubicBezTo>
                    <a:pt x="2417" y="14570"/>
                    <a:pt x="2395" y="14416"/>
                    <a:pt x="2323" y="14287"/>
                  </a:cubicBezTo>
                  <a:cubicBezTo>
                    <a:pt x="1590" y="12982"/>
                    <a:pt x="1203" y="11498"/>
                    <a:pt x="1203" y="9990"/>
                  </a:cubicBezTo>
                  <a:cubicBezTo>
                    <a:pt x="1203" y="5127"/>
                    <a:pt x="5159" y="1170"/>
                    <a:pt x="10022" y="1170"/>
                  </a:cubicBezTo>
                  <a:close/>
                  <a:moveTo>
                    <a:pt x="10023" y="1"/>
                  </a:moveTo>
                  <a:cubicBezTo>
                    <a:pt x="4522" y="1"/>
                    <a:pt x="32" y="4491"/>
                    <a:pt x="32" y="9990"/>
                  </a:cubicBezTo>
                  <a:cubicBezTo>
                    <a:pt x="32" y="11620"/>
                    <a:pt x="432" y="13226"/>
                    <a:pt x="1191" y="14655"/>
                  </a:cubicBezTo>
                  <a:lnTo>
                    <a:pt x="50" y="19256"/>
                  </a:lnTo>
                  <a:cubicBezTo>
                    <a:pt x="0" y="19455"/>
                    <a:pt x="58" y="19665"/>
                    <a:pt x="204" y="19810"/>
                  </a:cubicBezTo>
                  <a:cubicBezTo>
                    <a:pt x="313" y="19921"/>
                    <a:pt x="461" y="19982"/>
                    <a:pt x="614" y="19982"/>
                  </a:cubicBezTo>
                  <a:cubicBezTo>
                    <a:pt x="662" y="19982"/>
                    <a:pt x="710" y="19976"/>
                    <a:pt x="757" y="19964"/>
                  </a:cubicBezTo>
                  <a:lnTo>
                    <a:pt x="5358" y="18823"/>
                  </a:lnTo>
                  <a:cubicBezTo>
                    <a:pt x="6788" y="19582"/>
                    <a:pt x="8394" y="19982"/>
                    <a:pt x="10022" y="19982"/>
                  </a:cubicBezTo>
                  <a:cubicBezTo>
                    <a:pt x="12680" y="19982"/>
                    <a:pt x="15187" y="18940"/>
                    <a:pt x="17078" y="17047"/>
                  </a:cubicBezTo>
                  <a:cubicBezTo>
                    <a:pt x="18971" y="15156"/>
                    <a:pt x="20013" y="12649"/>
                    <a:pt x="20013" y="9990"/>
                  </a:cubicBezTo>
                  <a:cubicBezTo>
                    <a:pt x="20013" y="7333"/>
                    <a:pt x="18971" y="4827"/>
                    <a:pt x="17080" y="2934"/>
                  </a:cubicBezTo>
                  <a:cubicBezTo>
                    <a:pt x="15187" y="1043"/>
                    <a:pt x="12680" y="1"/>
                    <a:pt x="100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8364;p54">
              <a:extLst>
                <a:ext uri="{FF2B5EF4-FFF2-40B4-BE49-F238E27FC236}">
                  <a16:creationId xmlns:a16="http://schemas.microsoft.com/office/drawing/2014/main" id="{B097A065-ACD1-466D-9237-FFC1564BDA9D}"/>
                </a:ext>
              </a:extLst>
            </p:cNvPr>
            <p:cNvSpPr/>
            <p:nvPr/>
          </p:nvSpPr>
          <p:spPr>
            <a:xfrm>
              <a:off x="2421672" y="2657388"/>
              <a:ext cx="260625" cy="243636"/>
            </a:xfrm>
            <a:custGeom>
              <a:avLst/>
              <a:gdLst/>
              <a:ahLst/>
              <a:cxnLst/>
              <a:rect l="l" t="t" r="r" b="b"/>
              <a:pathLst>
                <a:path w="12488" h="11674" extrusionOk="0">
                  <a:moveTo>
                    <a:pt x="3164" y="1171"/>
                  </a:moveTo>
                  <a:cubicBezTo>
                    <a:pt x="3352" y="1171"/>
                    <a:pt x="3536" y="1247"/>
                    <a:pt x="3710" y="1424"/>
                  </a:cubicBezTo>
                  <a:lnTo>
                    <a:pt x="3719" y="1433"/>
                  </a:lnTo>
                  <a:cubicBezTo>
                    <a:pt x="4757" y="2473"/>
                    <a:pt x="4683" y="2832"/>
                    <a:pt x="4449" y="3068"/>
                  </a:cubicBezTo>
                  <a:cubicBezTo>
                    <a:pt x="4240" y="3275"/>
                    <a:pt x="3625" y="3692"/>
                    <a:pt x="3427" y="3892"/>
                  </a:cubicBezTo>
                  <a:cubicBezTo>
                    <a:pt x="2960" y="4359"/>
                    <a:pt x="3046" y="5081"/>
                    <a:pt x="3685" y="6039"/>
                  </a:cubicBezTo>
                  <a:cubicBezTo>
                    <a:pt x="4065" y="6611"/>
                    <a:pt x="4568" y="7166"/>
                    <a:pt x="4805" y="7405"/>
                  </a:cubicBezTo>
                  <a:lnTo>
                    <a:pt x="4806" y="7405"/>
                  </a:lnTo>
                  <a:cubicBezTo>
                    <a:pt x="5045" y="7642"/>
                    <a:pt x="5599" y="8146"/>
                    <a:pt x="6172" y="8527"/>
                  </a:cubicBezTo>
                  <a:cubicBezTo>
                    <a:pt x="6727" y="8895"/>
                    <a:pt x="7202" y="9079"/>
                    <a:pt x="7594" y="9079"/>
                  </a:cubicBezTo>
                  <a:cubicBezTo>
                    <a:pt x="7880" y="9079"/>
                    <a:pt x="8123" y="8981"/>
                    <a:pt x="8320" y="8785"/>
                  </a:cubicBezTo>
                  <a:cubicBezTo>
                    <a:pt x="8518" y="8585"/>
                    <a:pt x="8935" y="7971"/>
                    <a:pt x="9144" y="7762"/>
                  </a:cubicBezTo>
                  <a:cubicBezTo>
                    <a:pt x="9238" y="7668"/>
                    <a:pt x="9331" y="7609"/>
                    <a:pt x="9460" y="7609"/>
                  </a:cubicBezTo>
                  <a:cubicBezTo>
                    <a:pt x="9549" y="7609"/>
                    <a:pt x="9655" y="7637"/>
                    <a:pt x="9790" y="7702"/>
                  </a:cubicBezTo>
                  <a:cubicBezTo>
                    <a:pt x="10172" y="7886"/>
                    <a:pt x="10582" y="8297"/>
                    <a:pt x="10779" y="8493"/>
                  </a:cubicBezTo>
                  <a:lnTo>
                    <a:pt x="10788" y="8502"/>
                  </a:lnTo>
                  <a:cubicBezTo>
                    <a:pt x="11239" y="8944"/>
                    <a:pt x="11037" y="9452"/>
                    <a:pt x="10593" y="9898"/>
                  </a:cubicBezTo>
                  <a:cubicBezTo>
                    <a:pt x="10190" y="10300"/>
                    <a:pt x="9680" y="10502"/>
                    <a:pt x="9068" y="10502"/>
                  </a:cubicBezTo>
                  <a:cubicBezTo>
                    <a:pt x="8521" y="10502"/>
                    <a:pt x="7892" y="10341"/>
                    <a:pt x="7184" y="10020"/>
                  </a:cubicBezTo>
                  <a:cubicBezTo>
                    <a:pt x="5868" y="9420"/>
                    <a:pt x="4676" y="8428"/>
                    <a:pt x="4228" y="7984"/>
                  </a:cubicBezTo>
                  <a:cubicBezTo>
                    <a:pt x="3784" y="7536"/>
                    <a:pt x="2792" y="6344"/>
                    <a:pt x="2192" y="5028"/>
                  </a:cubicBezTo>
                  <a:cubicBezTo>
                    <a:pt x="1511" y="3527"/>
                    <a:pt x="1552" y="2381"/>
                    <a:pt x="2314" y="1619"/>
                  </a:cubicBezTo>
                  <a:cubicBezTo>
                    <a:pt x="2583" y="1350"/>
                    <a:pt x="2877" y="1171"/>
                    <a:pt x="3164" y="1171"/>
                  </a:cubicBezTo>
                  <a:close/>
                  <a:moveTo>
                    <a:pt x="3169" y="1"/>
                  </a:moveTo>
                  <a:cubicBezTo>
                    <a:pt x="2619" y="1"/>
                    <a:pt x="2030" y="247"/>
                    <a:pt x="1486" y="791"/>
                  </a:cubicBezTo>
                  <a:cubicBezTo>
                    <a:pt x="701" y="1576"/>
                    <a:pt x="0" y="3034"/>
                    <a:pt x="1127" y="5512"/>
                  </a:cubicBezTo>
                  <a:cubicBezTo>
                    <a:pt x="1794" y="6979"/>
                    <a:pt x="2868" y="8274"/>
                    <a:pt x="3398" y="8810"/>
                  </a:cubicBezTo>
                  <a:lnTo>
                    <a:pt x="3402" y="8813"/>
                  </a:lnTo>
                  <a:cubicBezTo>
                    <a:pt x="3938" y="9344"/>
                    <a:pt x="5235" y="10418"/>
                    <a:pt x="6699" y="11085"/>
                  </a:cubicBezTo>
                  <a:cubicBezTo>
                    <a:pt x="7490" y="11445"/>
                    <a:pt x="8308" y="11674"/>
                    <a:pt x="9088" y="11674"/>
                  </a:cubicBezTo>
                  <a:cubicBezTo>
                    <a:pt x="9940" y="11674"/>
                    <a:pt x="10746" y="11400"/>
                    <a:pt x="11421" y="10726"/>
                  </a:cubicBezTo>
                  <a:cubicBezTo>
                    <a:pt x="12488" y="9657"/>
                    <a:pt x="12399" y="8442"/>
                    <a:pt x="11607" y="7665"/>
                  </a:cubicBezTo>
                  <a:cubicBezTo>
                    <a:pt x="11219" y="7278"/>
                    <a:pt x="10791" y="6885"/>
                    <a:pt x="10297" y="6648"/>
                  </a:cubicBezTo>
                  <a:cubicBezTo>
                    <a:pt x="10009" y="6509"/>
                    <a:pt x="9725" y="6440"/>
                    <a:pt x="9455" y="6440"/>
                  </a:cubicBezTo>
                  <a:cubicBezTo>
                    <a:pt x="9034" y="6440"/>
                    <a:pt x="8646" y="6606"/>
                    <a:pt x="8316" y="6935"/>
                  </a:cubicBezTo>
                  <a:cubicBezTo>
                    <a:pt x="8070" y="7180"/>
                    <a:pt x="7732" y="7665"/>
                    <a:pt x="7538" y="7904"/>
                  </a:cubicBezTo>
                  <a:cubicBezTo>
                    <a:pt x="7035" y="7819"/>
                    <a:pt x="6032" y="6974"/>
                    <a:pt x="5634" y="6577"/>
                  </a:cubicBezTo>
                  <a:cubicBezTo>
                    <a:pt x="5236" y="6179"/>
                    <a:pt x="4393" y="5174"/>
                    <a:pt x="4308" y="4674"/>
                  </a:cubicBezTo>
                  <a:cubicBezTo>
                    <a:pt x="4545" y="4481"/>
                    <a:pt x="5031" y="4141"/>
                    <a:pt x="5277" y="3895"/>
                  </a:cubicBezTo>
                  <a:cubicBezTo>
                    <a:pt x="5817" y="3354"/>
                    <a:pt x="5919" y="2652"/>
                    <a:pt x="5564" y="1914"/>
                  </a:cubicBezTo>
                  <a:cubicBezTo>
                    <a:pt x="5327" y="1421"/>
                    <a:pt x="4934" y="993"/>
                    <a:pt x="4546" y="605"/>
                  </a:cubicBezTo>
                  <a:cubicBezTo>
                    <a:pt x="4165" y="216"/>
                    <a:pt x="3684" y="1"/>
                    <a:pt x="3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4284;p45">
            <a:extLst>
              <a:ext uri="{FF2B5EF4-FFF2-40B4-BE49-F238E27FC236}">
                <a16:creationId xmlns:a16="http://schemas.microsoft.com/office/drawing/2014/main" id="{D0DE1C95-14BC-439A-AB27-C21CCAC0CB06}"/>
              </a:ext>
            </a:extLst>
          </p:cNvPr>
          <p:cNvGrpSpPr/>
          <p:nvPr/>
        </p:nvGrpSpPr>
        <p:grpSpPr>
          <a:xfrm>
            <a:off x="7979270" y="2471587"/>
            <a:ext cx="491473" cy="491473"/>
            <a:chOff x="1487200" y="4993750"/>
            <a:chExt cx="483125" cy="483125"/>
          </a:xfrm>
          <a:solidFill>
            <a:srgbClr val="1A4B9F"/>
          </a:solidFill>
        </p:grpSpPr>
        <p:sp>
          <p:nvSpPr>
            <p:cNvPr id="55" name="Google Shape;4285;p45">
              <a:extLst>
                <a:ext uri="{FF2B5EF4-FFF2-40B4-BE49-F238E27FC236}">
                  <a16:creationId xmlns:a16="http://schemas.microsoft.com/office/drawing/2014/main" id="{D2F8B984-2980-4E72-8A15-63EE058C71BE}"/>
                </a:ext>
              </a:extLst>
            </p:cNvPr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6" name="Google Shape;4286;p45">
              <a:extLst>
                <a:ext uri="{FF2B5EF4-FFF2-40B4-BE49-F238E27FC236}">
                  <a16:creationId xmlns:a16="http://schemas.microsoft.com/office/drawing/2014/main" id="{5B60C3B0-6D87-4A7A-95D2-940BDCF068B1}"/>
                </a:ext>
              </a:extLst>
            </p:cNvPr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7" name="Google Shape;4287;p45">
            <a:extLst>
              <a:ext uri="{FF2B5EF4-FFF2-40B4-BE49-F238E27FC236}">
                <a16:creationId xmlns:a16="http://schemas.microsoft.com/office/drawing/2014/main" id="{751D4866-DB62-4514-9501-96E494F90311}"/>
              </a:ext>
            </a:extLst>
          </p:cNvPr>
          <p:cNvGrpSpPr/>
          <p:nvPr/>
        </p:nvGrpSpPr>
        <p:grpSpPr>
          <a:xfrm>
            <a:off x="8805539" y="2471587"/>
            <a:ext cx="491473" cy="491473"/>
            <a:chOff x="2081650" y="4993750"/>
            <a:chExt cx="483125" cy="483125"/>
          </a:xfrm>
          <a:solidFill>
            <a:srgbClr val="1A4B9F"/>
          </a:solidFill>
        </p:grpSpPr>
        <p:sp>
          <p:nvSpPr>
            <p:cNvPr id="58" name="Google Shape;4288;p45">
              <a:extLst>
                <a:ext uri="{FF2B5EF4-FFF2-40B4-BE49-F238E27FC236}">
                  <a16:creationId xmlns:a16="http://schemas.microsoft.com/office/drawing/2014/main" id="{DCC934D8-3116-4F2C-AB06-49EF5823FB53}"/>
                </a:ext>
              </a:extLst>
            </p:cNvPr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9" name="Google Shape;4289;p45">
              <a:extLst>
                <a:ext uri="{FF2B5EF4-FFF2-40B4-BE49-F238E27FC236}">
                  <a16:creationId xmlns:a16="http://schemas.microsoft.com/office/drawing/2014/main" id="{2EEA6330-82D3-4996-9051-FA1908281024}"/>
                </a:ext>
              </a:extLst>
            </p:cNvPr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0" name="Google Shape;4024;p45">
            <a:extLst>
              <a:ext uri="{FF2B5EF4-FFF2-40B4-BE49-F238E27FC236}">
                <a16:creationId xmlns:a16="http://schemas.microsoft.com/office/drawing/2014/main" id="{C041BBDD-55DD-46BB-8059-0019549B19A3}"/>
              </a:ext>
            </a:extLst>
          </p:cNvPr>
          <p:cNvGrpSpPr/>
          <p:nvPr/>
        </p:nvGrpSpPr>
        <p:grpSpPr>
          <a:xfrm>
            <a:off x="5629042" y="3287016"/>
            <a:ext cx="435116" cy="490556"/>
            <a:chOff x="3299850" y="238575"/>
            <a:chExt cx="427725" cy="482225"/>
          </a:xfrm>
          <a:solidFill>
            <a:srgbClr val="1A4B9F"/>
          </a:solidFill>
        </p:grpSpPr>
        <p:sp>
          <p:nvSpPr>
            <p:cNvPr id="61" name="Google Shape;4025;p45">
              <a:extLst>
                <a:ext uri="{FF2B5EF4-FFF2-40B4-BE49-F238E27FC236}">
                  <a16:creationId xmlns:a16="http://schemas.microsoft.com/office/drawing/2014/main" id="{87290A89-DA1F-4E9A-8FE2-C117C5A13FE9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" name="Google Shape;4026;p45">
              <a:extLst>
                <a:ext uri="{FF2B5EF4-FFF2-40B4-BE49-F238E27FC236}">
                  <a16:creationId xmlns:a16="http://schemas.microsoft.com/office/drawing/2014/main" id="{E1BB5352-9AA4-4E34-889B-67786FA36FC7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" name="Google Shape;4027;p45">
              <a:extLst>
                <a:ext uri="{FF2B5EF4-FFF2-40B4-BE49-F238E27FC236}">
                  <a16:creationId xmlns:a16="http://schemas.microsoft.com/office/drawing/2014/main" id="{F0B4AEA2-7196-4007-9634-528BFE0FF4FB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4" name="Google Shape;4028;p45">
              <a:extLst>
                <a:ext uri="{FF2B5EF4-FFF2-40B4-BE49-F238E27FC236}">
                  <a16:creationId xmlns:a16="http://schemas.microsoft.com/office/drawing/2014/main" id="{73F43B7C-9096-429F-8EAE-4EEADDEFE4EC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5" name="Google Shape;4029;p45">
              <a:extLst>
                <a:ext uri="{FF2B5EF4-FFF2-40B4-BE49-F238E27FC236}">
                  <a16:creationId xmlns:a16="http://schemas.microsoft.com/office/drawing/2014/main" id="{7B6333BD-86B9-46CC-A239-838B817079BC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6" name="Google Shape;4109;p45">
            <a:extLst>
              <a:ext uri="{FF2B5EF4-FFF2-40B4-BE49-F238E27FC236}">
                <a16:creationId xmlns:a16="http://schemas.microsoft.com/office/drawing/2014/main" id="{F66E3B11-4AFF-4F37-BBE4-1C0DE1B623AD}"/>
              </a:ext>
            </a:extLst>
          </p:cNvPr>
          <p:cNvSpPr/>
          <p:nvPr/>
        </p:nvSpPr>
        <p:spPr>
          <a:xfrm>
            <a:off x="6440475" y="4101277"/>
            <a:ext cx="491575" cy="491473"/>
          </a:xfrm>
          <a:custGeom>
            <a:avLst/>
            <a:gdLst/>
            <a:ahLst/>
            <a:cxnLst/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67" name="Google Shape;4110;p45">
            <a:extLst>
              <a:ext uri="{FF2B5EF4-FFF2-40B4-BE49-F238E27FC236}">
                <a16:creationId xmlns:a16="http://schemas.microsoft.com/office/drawing/2014/main" id="{7B6E79FF-5CF2-43E8-9F30-9993C5E735E2}"/>
              </a:ext>
            </a:extLst>
          </p:cNvPr>
          <p:cNvSpPr/>
          <p:nvPr/>
        </p:nvSpPr>
        <p:spPr>
          <a:xfrm>
            <a:off x="5598434" y="4101263"/>
            <a:ext cx="496332" cy="491499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68" name="Google Shape;4111;p45">
            <a:extLst>
              <a:ext uri="{FF2B5EF4-FFF2-40B4-BE49-F238E27FC236}">
                <a16:creationId xmlns:a16="http://schemas.microsoft.com/office/drawing/2014/main" id="{D1F56BEC-88AC-4B1A-80CE-CFA165273F88}"/>
              </a:ext>
            </a:extLst>
          </p:cNvPr>
          <p:cNvGrpSpPr/>
          <p:nvPr/>
        </p:nvGrpSpPr>
        <p:grpSpPr>
          <a:xfrm>
            <a:off x="3086530" y="3286558"/>
            <a:ext cx="491550" cy="491473"/>
            <a:chOff x="5648375" y="1427025"/>
            <a:chExt cx="483200" cy="483125"/>
          </a:xfrm>
          <a:solidFill>
            <a:srgbClr val="1A4B9F"/>
          </a:solidFill>
        </p:grpSpPr>
        <p:sp>
          <p:nvSpPr>
            <p:cNvPr id="69" name="Google Shape;4112;p45">
              <a:extLst>
                <a:ext uri="{FF2B5EF4-FFF2-40B4-BE49-F238E27FC236}">
                  <a16:creationId xmlns:a16="http://schemas.microsoft.com/office/drawing/2014/main" id="{45A55A40-743E-41A4-B35C-86E0F5866EAD}"/>
                </a:ext>
              </a:extLst>
            </p:cNvPr>
            <p:cNvSpPr/>
            <p:nvPr/>
          </p:nvSpPr>
          <p:spPr>
            <a:xfrm>
              <a:off x="5801075" y="1484625"/>
              <a:ext cx="177725" cy="162475"/>
            </a:xfrm>
            <a:custGeom>
              <a:avLst/>
              <a:gdLst/>
              <a:ahLst/>
              <a:cxnLst/>
              <a:rect l="l" t="t" r="r" b="b"/>
              <a:pathLst>
                <a:path w="7109" h="6499" extrusionOk="0">
                  <a:moveTo>
                    <a:pt x="3554" y="1845"/>
                  </a:moveTo>
                  <a:lnTo>
                    <a:pt x="3920" y="2582"/>
                  </a:lnTo>
                  <a:cubicBezTo>
                    <a:pt x="4001" y="2751"/>
                    <a:pt x="4161" y="2866"/>
                    <a:pt x="4345" y="2893"/>
                  </a:cubicBezTo>
                  <a:lnTo>
                    <a:pt x="5158" y="3011"/>
                  </a:lnTo>
                  <a:lnTo>
                    <a:pt x="4569" y="3584"/>
                  </a:lnTo>
                  <a:cubicBezTo>
                    <a:pt x="4436" y="3714"/>
                    <a:pt x="4376" y="3901"/>
                    <a:pt x="4406" y="4086"/>
                  </a:cubicBezTo>
                  <a:lnTo>
                    <a:pt x="4545" y="4898"/>
                  </a:lnTo>
                  <a:lnTo>
                    <a:pt x="3820" y="4514"/>
                  </a:lnTo>
                  <a:cubicBezTo>
                    <a:pt x="3737" y="4469"/>
                    <a:pt x="3646" y="4446"/>
                    <a:pt x="3555" y="4446"/>
                  </a:cubicBezTo>
                  <a:cubicBezTo>
                    <a:pt x="3464" y="4446"/>
                    <a:pt x="3373" y="4469"/>
                    <a:pt x="3292" y="4514"/>
                  </a:cubicBezTo>
                  <a:lnTo>
                    <a:pt x="2561" y="4895"/>
                  </a:lnTo>
                  <a:lnTo>
                    <a:pt x="2703" y="4086"/>
                  </a:lnTo>
                  <a:cubicBezTo>
                    <a:pt x="2733" y="3901"/>
                    <a:pt x="2673" y="3714"/>
                    <a:pt x="2540" y="3584"/>
                  </a:cubicBezTo>
                  <a:lnTo>
                    <a:pt x="1951" y="3011"/>
                  </a:lnTo>
                  <a:lnTo>
                    <a:pt x="2763" y="2893"/>
                  </a:lnTo>
                  <a:cubicBezTo>
                    <a:pt x="2947" y="2866"/>
                    <a:pt x="3107" y="2751"/>
                    <a:pt x="3192" y="2582"/>
                  </a:cubicBezTo>
                  <a:lnTo>
                    <a:pt x="3554" y="1845"/>
                  </a:lnTo>
                  <a:close/>
                  <a:moveTo>
                    <a:pt x="3554" y="0"/>
                  </a:moveTo>
                  <a:cubicBezTo>
                    <a:pt x="3353" y="0"/>
                    <a:pt x="3151" y="106"/>
                    <a:pt x="3047" y="317"/>
                  </a:cubicBezTo>
                  <a:lnTo>
                    <a:pt x="2307" y="1815"/>
                  </a:lnTo>
                  <a:lnTo>
                    <a:pt x="653" y="2056"/>
                  </a:lnTo>
                  <a:cubicBezTo>
                    <a:pt x="188" y="2123"/>
                    <a:pt x="0" y="2694"/>
                    <a:pt x="339" y="3023"/>
                  </a:cubicBezTo>
                  <a:lnTo>
                    <a:pt x="1537" y="4188"/>
                  </a:lnTo>
                  <a:lnTo>
                    <a:pt x="1253" y="5837"/>
                  </a:lnTo>
                  <a:cubicBezTo>
                    <a:pt x="1191" y="6202"/>
                    <a:pt x="1480" y="6499"/>
                    <a:pt x="1809" y="6499"/>
                  </a:cubicBezTo>
                  <a:cubicBezTo>
                    <a:pt x="1897" y="6499"/>
                    <a:pt x="1987" y="6478"/>
                    <a:pt x="2075" y="6432"/>
                  </a:cubicBezTo>
                  <a:lnTo>
                    <a:pt x="3554" y="5656"/>
                  </a:lnTo>
                  <a:lnTo>
                    <a:pt x="5034" y="6432"/>
                  </a:lnTo>
                  <a:cubicBezTo>
                    <a:pt x="5121" y="6478"/>
                    <a:pt x="5212" y="6499"/>
                    <a:pt x="5299" y="6499"/>
                  </a:cubicBezTo>
                  <a:cubicBezTo>
                    <a:pt x="5629" y="6499"/>
                    <a:pt x="5917" y="6202"/>
                    <a:pt x="5855" y="5837"/>
                  </a:cubicBezTo>
                  <a:lnTo>
                    <a:pt x="5574" y="4188"/>
                  </a:lnTo>
                  <a:lnTo>
                    <a:pt x="6770" y="3023"/>
                  </a:lnTo>
                  <a:cubicBezTo>
                    <a:pt x="7108" y="2694"/>
                    <a:pt x="6921" y="2123"/>
                    <a:pt x="6456" y="2056"/>
                  </a:cubicBezTo>
                  <a:lnTo>
                    <a:pt x="4801" y="1815"/>
                  </a:lnTo>
                  <a:lnTo>
                    <a:pt x="4062" y="317"/>
                  </a:lnTo>
                  <a:cubicBezTo>
                    <a:pt x="3957" y="106"/>
                    <a:pt x="3756" y="0"/>
                    <a:pt x="35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0" name="Google Shape;4113;p45">
              <a:extLst>
                <a:ext uri="{FF2B5EF4-FFF2-40B4-BE49-F238E27FC236}">
                  <a16:creationId xmlns:a16="http://schemas.microsoft.com/office/drawing/2014/main" id="{5EEB4325-A68F-46C2-8E3C-765965D94DB9}"/>
                </a:ext>
              </a:extLst>
            </p:cNvPr>
            <p:cNvSpPr/>
            <p:nvPr/>
          </p:nvSpPr>
          <p:spPr>
            <a:xfrm>
              <a:off x="56483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 extrusionOk="0">
                  <a:moveTo>
                    <a:pt x="2265" y="2304"/>
                  </a:moveTo>
                  <a:cubicBezTo>
                    <a:pt x="2890" y="2304"/>
                    <a:pt x="3397" y="2808"/>
                    <a:pt x="3397" y="3437"/>
                  </a:cubicBezTo>
                  <a:lnTo>
                    <a:pt x="3397" y="7398"/>
                  </a:lnTo>
                  <a:lnTo>
                    <a:pt x="3397" y="7474"/>
                  </a:lnTo>
                  <a:lnTo>
                    <a:pt x="1637" y="6299"/>
                  </a:lnTo>
                  <a:cubicBezTo>
                    <a:pt x="1320" y="6088"/>
                    <a:pt x="1129" y="5734"/>
                    <a:pt x="1132" y="5357"/>
                  </a:cubicBezTo>
                  <a:lnTo>
                    <a:pt x="1132" y="3437"/>
                  </a:lnTo>
                  <a:cubicBezTo>
                    <a:pt x="1132" y="2808"/>
                    <a:pt x="1640" y="2304"/>
                    <a:pt x="2265" y="2304"/>
                  </a:cubicBezTo>
                  <a:close/>
                  <a:moveTo>
                    <a:pt x="17060" y="2304"/>
                  </a:moveTo>
                  <a:cubicBezTo>
                    <a:pt x="17685" y="2304"/>
                    <a:pt x="18192" y="2808"/>
                    <a:pt x="18192" y="3437"/>
                  </a:cubicBezTo>
                  <a:lnTo>
                    <a:pt x="18192" y="5357"/>
                  </a:lnTo>
                  <a:cubicBezTo>
                    <a:pt x="18192" y="5737"/>
                    <a:pt x="18005" y="6091"/>
                    <a:pt x="17688" y="6302"/>
                  </a:cubicBezTo>
                  <a:lnTo>
                    <a:pt x="15928" y="7474"/>
                  </a:lnTo>
                  <a:lnTo>
                    <a:pt x="15928" y="7398"/>
                  </a:lnTo>
                  <a:lnTo>
                    <a:pt x="15928" y="3437"/>
                  </a:lnTo>
                  <a:cubicBezTo>
                    <a:pt x="15928" y="2808"/>
                    <a:pt x="16435" y="2304"/>
                    <a:pt x="17060" y="2304"/>
                  </a:cubicBezTo>
                  <a:close/>
                  <a:moveTo>
                    <a:pt x="14795" y="1133"/>
                  </a:moveTo>
                  <a:lnTo>
                    <a:pt x="14795" y="7398"/>
                  </a:lnTo>
                  <a:cubicBezTo>
                    <a:pt x="14795" y="8763"/>
                    <a:pt x="14095" y="9641"/>
                    <a:pt x="12120" y="10759"/>
                  </a:cubicBezTo>
                  <a:cubicBezTo>
                    <a:pt x="11069" y="11354"/>
                    <a:pt x="10372" y="12422"/>
                    <a:pt x="10248" y="13627"/>
                  </a:cubicBezTo>
                  <a:lnTo>
                    <a:pt x="9058" y="13627"/>
                  </a:lnTo>
                  <a:cubicBezTo>
                    <a:pt x="8877" y="12368"/>
                    <a:pt x="8041" y="11269"/>
                    <a:pt x="6791" y="10686"/>
                  </a:cubicBezTo>
                  <a:cubicBezTo>
                    <a:pt x="5332" y="10007"/>
                    <a:pt x="4529" y="8835"/>
                    <a:pt x="4529" y="7398"/>
                  </a:cubicBezTo>
                  <a:lnTo>
                    <a:pt x="4529" y="1133"/>
                  </a:lnTo>
                  <a:close/>
                  <a:moveTo>
                    <a:pt x="11927" y="14759"/>
                  </a:moveTo>
                  <a:cubicBezTo>
                    <a:pt x="12241" y="14759"/>
                    <a:pt x="12495" y="15010"/>
                    <a:pt x="12495" y="15324"/>
                  </a:cubicBezTo>
                  <a:lnTo>
                    <a:pt x="12495" y="15892"/>
                  </a:lnTo>
                  <a:lnTo>
                    <a:pt x="10795" y="15892"/>
                  </a:lnTo>
                  <a:cubicBezTo>
                    <a:pt x="10481" y="15892"/>
                    <a:pt x="10230" y="16142"/>
                    <a:pt x="10230" y="16456"/>
                  </a:cubicBezTo>
                  <a:cubicBezTo>
                    <a:pt x="10230" y="16770"/>
                    <a:pt x="10481" y="17024"/>
                    <a:pt x="10795" y="17024"/>
                  </a:cubicBezTo>
                  <a:lnTo>
                    <a:pt x="13059" y="17024"/>
                  </a:lnTo>
                  <a:cubicBezTo>
                    <a:pt x="13373" y="17024"/>
                    <a:pt x="13627" y="17275"/>
                    <a:pt x="13627" y="17589"/>
                  </a:cubicBezTo>
                  <a:lnTo>
                    <a:pt x="13627" y="18193"/>
                  </a:lnTo>
                  <a:lnTo>
                    <a:pt x="5701" y="18193"/>
                  </a:lnTo>
                  <a:lnTo>
                    <a:pt x="5701" y="17589"/>
                  </a:lnTo>
                  <a:cubicBezTo>
                    <a:pt x="5701" y="17275"/>
                    <a:pt x="5951" y="17024"/>
                    <a:pt x="6265" y="17024"/>
                  </a:cubicBezTo>
                  <a:lnTo>
                    <a:pt x="8530" y="17024"/>
                  </a:lnTo>
                  <a:cubicBezTo>
                    <a:pt x="8844" y="17024"/>
                    <a:pt x="9095" y="16770"/>
                    <a:pt x="9095" y="16456"/>
                  </a:cubicBezTo>
                  <a:cubicBezTo>
                    <a:pt x="9095" y="16142"/>
                    <a:pt x="8844" y="15892"/>
                    <a:pt x="8530" y="15892"/>
                  </a:cubicBezTo>
                  <a:lnTo>
                    <a:pt x="6833" y="15892"/>
                  </a:lnTo>
                  <a:lnTo>
                    <a:pt x="6833" y="15324"/>
                  </a:lnTo>
                  <a:cubicBezTo>
                    <a:pt x="6833" y="15010"/>
                    <a:pt x="7084" y="14759"/>
                    <a:pt x="7398" y="14759"/>
                  </a:cubicBezTo>
                  <a:close/>
                  <a:moveTo>
                    <a:pt x="3965" y="0"/>
                  </a:moveTo>
                  <a:cubicBezTo>
                    <a:pt x="3651" y="0"/>
                    <a:pt x="3397" y="254"/>
                    <a:pt x="3397" y="568"/>
                  </a:cubicBezTo>
                  <a:lnTo>
                    <a:pt x="3397" y="1474"/>
                  </a:lnTo>
                  <a:cubicBezTo>
                    <a:pt x="3032" y="1264"/>
                    <a:pt x="2645" y="1168"/>
                    <a:pt x="2269" y="1168"/>
                  </a:cubicBezTo>
                  <a:cubicBezTo>
                    <a:pt x="1086" y="1168"/>
                    <a:pt x="0" y="2113"/>
                    <a:pt x="0" y="3437"/>
                  </a:cubicBezTo>
                  <a:lnTo>
                    <a:pt x="0" y="5357"/>
                  </a:lnTo>
                  <a:cubicBezTo>
                    <a:pt x="0" y="6115"/>
                    <a:pt x="378" y="6821"/>
                    <a:pt x="1009" y="7241"/>
                  </a:cubicBezTo>
                  <a:lnTo>
                    <a:pt x="3651" y="9001"/>
                  </a:lnTo>
                  <a:cubicBezTo>
                    <a:pt x="3663" y="9010"/>
                    <a:pt x="3678" y="9019"/>
                    <a:pt x="3690" y="9026"/>
                  </a:cubicBezTo>
                  <a:cubicBezTo>
                    <a:pt x="4125" y="10170"/>
                    <a:pt x="5027" y="11112"/>
                    <a:pt x="6314" y="11710"/>
                  </a:cubicBezTo>
                  <a:cubicBezTo>
                    <a:pt x="7156" y="12105"/>
                    <a:pt x="7736" y="12812"/>
                    <a:pt x="7911" y="13627"/>
                  </a:cubicBezTo>
                  <a:lnTo>
                    <a:pt x="7398" y="13627"/>
                  </a:lnTo>
                  <a:cubicBezTo>
                    <a:pt x="6459" y="13627"/>
                    <a:pt x="5701" y="14385"/>
                    <a:pt x="5701" y="15324"/>
                  </a:cubicBezTo>
                  <a:lnTo>
                    <a:pt x="5701" y="15988"/>
                  </a:lnTo>
                  <a:cubicBezTo>
                    <a:pt x="5021" y="16227"/>
                    <a:pt x="4569" y="16870"/>
                    <a:pt x="4569" y="17589"/>
                  </a:cubicBezTo>
                  <a:lnTo>
                    <a:pt x="4569" y="18760"/>
                  </a:lnTo>
                  <a:cubicBezTo>
                    <a:pt x="4569" y="19071"/>
                    <a:pt x="4819" y="19325"/>
                    <a:pt x="5133" y="19325"/>
                  </a:cubicBezTo>
                  <a:lnTo>
                    <a:pt x="14191" y="19325"/>
                  </a:lnTo>
                  <a:cubicBezTo>
                    <a:pt x="14506" y="19325"/>
                    <a:pt x="14759" y="19071"/>
                    <a:pt x="14759" y="18760"/>
                  </a:cubicBezTo>
                  <a:lnTo>
                    <a:pt x="14759" y="17589"/>
                  </a:lnTo>
                  <a:cubicBezTo>
                    <a:pt x="14756" y="16870"/>
                    <a:pt x="14303" y="16227"/>
                    <a:pt x="13627" y="15988"/>
                  </a:cubicBezTo>
                  <a:lnTo>
                    <a:pt x="13627" y="15324"/>
                  </a:lnTo>
                  <a:cubicBezTo>
                    <a:pt x="13624" y="14385"/>
                    <a:pt x="12866" y="13627"/>
                    <a:pt x="11927" y="13627"/>
                  </a:cubicBezTo>
                  <a:lnTo>
                    <a:pt x="11389" y="13627"/>
                  </a:lnTo>
                  <a:cubicBezTo>
                    <a:pt x="11507" y="12833"/>
                    <a:pt x="11981" y="12139"/>
                    <a:pt x="12679" y="11743"/>
                  </a:cubicBezTo>
                  <a:cubicBezTo>
                    <a:pt x="14044" y="10973"/>
                    <a:pt x="15088" y="10170"/>
                    <a:pt x="15593" y="9047"/>
                  </a:cubicBezTo>
                  <a:cubicBezTo>
                    <a:pt x="15623" y="9035"/>
                    <a:pt x="15650" y="9019"/>
                    <a:pt x="15677" y="9001"/>
                  </a:cubicBezTo>
                  <a:lnTo>
                    <a:pt x="18319" y="7241"/>
                  </a:lnTo>
                  <a:cubicBezTo>
                    <a:pt x="18947" y="6821"/>
                    <a:pt x="19328" y="6115"/>
                    <a:pt x="19328" y="5357"/>
                  </a:cubicBezTo>
                  <a:lnTo>
                    <a:pt x="19328" y="3437"/>
                  </a:lnTo>
                  <a:cubicBezTo>
                    <a:pt x="19325" y="2113"/>
                    <a:pt x="18239" y="1168"/>
                    <a:pt x="17057" y="1168"/>
                  </a:cubicBezTo>
                  <a:cubicBezTo>
                    <a:pt x="16681" y="1168"/>
                    <a:pt x="16295" y="1264"/>
                    <a:pt x="15931" y="1474"/>
                  </a:cubicBezTo>
                  <a:lnTo>
                    <a:pt x="15931" y="568"/>
                  </a:lnTo>
                  <a:cubicBezTo>
                    <a:pt x="15931" y="254"/>
                    <a:pt x="15677" y="0"/>
                    <a:pt x="15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71" name="Google Shape;5949;p49">
            <a:extLst>
              <a:ext uri="{FF2B5EF4-FFF2-40B4-BE49-F238E27FC236}">
                <a16:creationId xmlns:a16="http://schemas.microsoft.com/office/drawing/2014/main" id="{E5F8C9C3-E6F0-4D57-AB0C-73BA9C76E253}"/>
              </a:ext>
            </a:extLst>
          </p:cNvPr>
          <p:cNvSpPr/>
          <p:nvPr/>
        </p:nvSpPr>
        <p:spPr>
          <a:xfrm>
            <a:off x="3979327" y="3283214"/>
            <a:ext cx="358496" cy="498159"/>
          </a:xfrm>
          <a:custGeom>
            <a:avLst/>
            <a:gdLst/>
            <a:ahLst/>
            <a:cxnLst/>
            <a:rect l="l" t="t" r="r" b="b"/>
            <a:pathLst>
              <a:path w="9138" h="12698" extrusionOk="0">
                <a:moveTo>
                  <a:pt x="7467" y="851"/>
                </a:moveTo>
                <a:lnTo>
                  <a:pt x="7467" y="1765"/>
                </a:lnTo>
                <a:cubicBezTo>
                  <a:pt x="7467" y="2363"/>
                  <a:pt x="7373" y="2931"/>
                  <a:pt x="7152" y="3466"/>
                </a:cubicBezTo>
                <a:cubicBezTo>
                  <a:pt x="6849" y="3390"/>
                  <a:pt x="6530" y="3352"/>
                  <a:pt x="6209" y="3352"/>
                </a:cubicBezTo>
                <a:cubicBezTo>
                  <a:pt x="5595" y="3352"/>
                  <a:pt x="4969" y="3492"/>
                  <a:pt x="4411" y="3781"/>
                </a:cubicBezTo>
                <a:cubicBezTo>
                  <a:pt x="3936" y="4019"/>
                  <a:pt x="3406" y="4131"/>
                  <a:pt x="2877" y="4131"/>
                </a:cubicBezTo>
                <a:cubicBezTo>
                  <a:pt x="2705" y="4131"/>
                  <a:pt x="2533" y="4119"/>
                  <a:pt x="2364" y="4096"/>
                </a:cubicBezTo>
                <a:cubicBezTo>
                  <a:pt x="1891" y="3403"/>
                  <a:pt x="1702" y="2584"/>
                  <a:pt x="1702" y="1765"/>
                </a:cubicBezTo>
                <a:lnTo>
                  <a:pt x="1702" y="851"/>
                </a:lnTo>
                <a:close/>
                <a:moveTo>
                  <a:pt x="6278" y="4137"/>
                </a:moveTo>
                <a:cubicBezTo>
                  <a:pt x="6425" y="4137"/>
                  <a:pt x="6570" y="4145"/>
                  <a:pt x="6711" y="4159"/>
                </a:cubicBezTo>
                <a:cubicBezTo>
                  <a:pt x="6428" y="4506"/>
                  <a:pt x="6081" y="4789"/>
                  <a:pt x="5672" y="4978"/>
                </a:cubicBezTo>
                <a:cubicBezTo>
                  <a:pt x="5168" y="5230"/>
                  <a:pt x="4916" y="5829"/>
                  <a:pt x="4947" y="6365"/>
                </a:cubicBezTo>
                <a:lnTo>
                  <a:pt x="4569" y="7152"/>
                </a:lnTo>
                <a:lnTo>
                  <a:pt x="4159" y="6365"/>
                </a:lnTo>
                <a:cubicBezTo>
                  <a:pt x="4222" y="5829"/>
                  <a:pt x="3970" y="5230"/>
                  <a:pt x="3466" y="4978"/>
                </a:cubicBezTo>
                <a:cubicBezTo>
                  <a:pt x="3372" y="4978"/>
                  <a:pt x="3340" y="4947"/>
                  <a:pt x="3277" y="4915"/>
                </a:cubicBezTo>
                <a:cubicBezTo>
                  <a:pt x="3781" y="4884"/>
                  <a:pt x="4285" y="4726"/>
                  <a:pt x="4758" y="4474"/>
                </a:cubicBezTo>
                <a:cubicBezTo>
                  <a:pt x="5246" y="4230"/>
                  <a:pt x="5773" y="4137"/>
                  <a:pt x="6278" y="4137"/>
                </a:cubicBezTo>
                <a:close/>
                <a:moveTo>
                  <a:pt x="5388" y="7436"/>
                </a:moveTo>
                <a:cubicBezTo>
                  <a:pt x="5483" y="7499"/>
                  <a:pt x="5577" y="7593"/>
                  <a:pt x="5703" y="7656"/>
                </a:cubicBezTo>
                <a:cubicBezTo>
                  <a:pt x="6932" y="8255"/>
                  <a:pt x="7499" y="9610"/>
                  <a:pt x="7499" y="10933"/>
                </a:cubicBezTo>
                <a:lnTo>
                  <a:pt x="7499" y="11437"/>
                </a:lnTo>
                <a:lnTo>
                  <a:pt x="7467" y="11437"/>
                </a:lnTo>
                <a:lnTo>
                  <a:pt x="4853" y="9484"/>
                </a:lnTo>
                <a:cubicBezTo>
                  <a:pt x="4774" y="9421"/>
                  <a:pt x="4679" y="9389"/>
                  <a:pt x="4585" y="9389"/>
                </a:cubicBezTo>
                <a:cubicBezTo>
                  <a:pt x="4490" y="9389"/>
                  <a:pt x="4396" y="9421"/>
                  <a:pt x="4317" y="9484"/>
                </a:cubicBezTo>
                <a:lnTo>
                  <a:pt x="1702" y="11437"/>
                </a:lnTo>
                <a:lnTo>
                  <a:pt x="1702" y="10933"/>
                </a:lnTo>
                <a:cubicBezTo>
                  <a:pt x="1702" y="9547"/>
                  <a:pt x="2269" y="8255"/>
                  <a:pt x="3466" y="7656"/>
                </a:cubicBezTo>
                <a:cubicBezTo>
                  <a:pt x="3592" y="7625"/>
                  <a:pt x="3655" y="7530"/>
                  <a:pt x="3781" y="7436"/>
                </a:cubicBezTo>
                <a:lnTo>
                  <a:pt x="4222" y="8286"/>
                </a:lnTo>
                <a:cubicBezTo>
                  <a:pt x="4301" y="8444"/>
                  <a:pt x="4443" y="8523"/>
                  <a:pt x="4585" y="8523"/>
                </a:cubicBezTo>
                <a:cubicBezTo>
                  <a:pt x="4726" y="8523"/>
                  <a:pt x="4868" y="8444"/>
                  <a:pt x="4947" y="8286"/>
                </a:cubicBezTo>
                <a:lnTo>
                  <a:pt x="5388" y="7436"/>
                </a:lnTo>
                <a:close/>
                <a:moveTo>
                  <a:pt x="4600" y="10303"/>
                </a:moveTo>
                <a:lnTo>
                  <a:pt x="6711" y="11846"/>
                </a:lnTo>
                <a:lnTo>
                  <a:pt x="2521" y="11846"/>
                </a:lnTo>
                <a:lnTo>
                  <a:pt x="4600" y="10303"/>
                </a:lnTo>
                <a:close/>
                <a:moveTo>
                  <a:pt x="442" y="1"/>
                </a:moveTo>
                <a:cubicBezTo>
                  <a:pt x="190" y="1"/>
                  <a:pt x="1" y="190"/>
                  <a:pt x="1" y="410"/>
                </a:cubicBezTo>
                <a:cubicBezTo>
                  <a:pt x="1" y="662"/>
                  <a:pt x="190" y="851"/>
                  <a:pt x="442" y="851"/>
                </a:cubicBezTo>
                <a:lnTo>
                  <a:pt x="851" y="851"/>
                </a:lnTo>
                <a:lnTo>
                  <a:pt x="851" y="1765"/>
                </a:lnTo>
                <a:cubicBezTo>
                  <a:pt x="851" y="3466"/>
                  <a:pt x="1607" y="5041"/>
                  <a:pt x="3120" y="5766"/>
                </a:cubicBezTo>
                <a:cubicBezTo>
                  <a:pt x="3309" y="5860"/>
                  <a:pt x="3340" y="6144"/>
                  <a:pt x="3340" y="6365"/>
                </a:cubicBezTo>
                <a:cubicBezTo>
                  <a:pt x="3340" y="6396"/>
                  <a:pt x="3309" y="6491"/>
                  <a:pt x="3340" y="6522"/>
                </a:cubicBezTo>
                <a:cubicBezTo>
                  <a:pt x="3309" y="6680"/>
                  <a:pt x="3214" y="6869"/>
                  <a:pt x="3120" y="6932"/>
                </a:cubicBezTo>
                <a:cubicBezTo>
                  <a:pt x="1607" y="7656"/>
                  <a:pt x="851" y="9232"/>
                  <a:pt x="851" y="10933"/>
                </a:cubicBezTo>
                <a:lnTo>
                  <a:pt x="851" y="11846"/>
                </a:lnTo>
                <a:lnTo>
                  <a:pt x="442" y="11846"/>
                </a:lnTo>
                <a:cubicBezTo>
                  <a:pt x="190" y="11846"/>
                  <a:pt x="1" y="12035"/>
                  <a:pt x="1" y="12287"/>
                </a:cubicBezTo>
                <a:cubicBezTo>
                  <a:pt x="1" y="12508"/>
                  <a:pt x="190" y="12697"/>
                  <a:pt x="442" y="12697"/>
                </a:cubicBezTo>
                <a:lnTo>
                  <a:pt x="8696" y="12697"/>
                </a:lnTo>
                <a:cubicBezTo>
                  <a:pt x="8948" y="12697"/>
                  <a:pt x="9137" y="12508"/>
                  <a:pt x="9137" y="12287"/>
                </a:cubicBezTo>
                <a:cubicBezTo>
                  <a:pt x="9137" y="12035"/>
                  <a:pt x="8948" y="11846"/>
                  <a:pt x="8696" y="11846"/>
                </a:cubicBezTo>
                <a:lnTo>
                  <a:pt x="8255" y="11846"/>
                </a:lnTo>
                <a:lnTo>
                  <a:pt x="8255" y="10933"/>
                </a:lnTo>
                <a:cubicBezTo>
                  <a:pt x="8255" y="9232"/>
                  <a:pt x="7530" y="7656"/>
                  <a:pt x="6018" y="6932"/>
                </a:cubicBezTo>
                <a:cubicBezTo>
                  <a:pt x="5892" y="6837"/>
                  <a:pt x="5829" y="6680"/>
                  <a:pt x="5798" y="6522"/>
                </a:cubicBezTo>
                <a:lnTo>
                  <a:pt x="5798" y="6365"/>
                </a:lnTo>
                <a:cubicBezTo>
                  <a:pt x="5798" y="6144"/>
                  <a:pt x="5861" y="5860"/>
                  <a:pt x="6018" y="5766"/>
                </a:cubicBezTo>
                <a:cubicBezTo>
                  <a:pt x="7530" y="5041"/>
                  <a:pt x="8255" y="3435"/>
                  <a:pt x="8255" y="1765"/>
                </a:cubicBezTo>
                <a:lnTo>
                  <a:pt x="8255" y="851"/>
                </a:lnTo>
                <a:lnTo>
                  <a:pt x="8696" y="851"/>
                </a:lnTo>
                <a:cubicBezTo>
                  <a:pt x="8948" y="851"/>
                  <a:pt x="9137" y="662"/>
                  <a:pt x="9137" y="410"/>
                </a:cubicBezTo>
                <a:cubicBezTo>
                  <a:pt x="9137" y="190"/>
                  <a:pt x="8948" y="1"/>
                  <a:pt x="8696" y="1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" name="Google Shape;4013;p45">
            <a:extLst>
              <a:ext uri="{FF2B5EF4-FFF2-40B4-BE49-F238E27FC236}">
                <a16:creationId xmlns:a16="http://schemas.microsoft.com/office/drawing/2014/main" id="{B7658D95-0D63-4D35-8157-BDBE185E5FEE}"/>
              </a:ext>
            </a:extLst>
          </p:cNvPr>
          <p:cNvGrpSpPr/>
          <p:nvPr/>
        </p:nvGrpSpPr>
        <p:grpSpPr>
          <a:xfrm>
            <a:off x="2337689" y="2471561"/>
            <a:ext cx="431987" cy="491525"/>
            <a:chOff x="1516475" y="238075"/>
            <a:chExt cx="424650" cy="483175"/>
          </a:xfrm>
          <a:solidFill>
            <a:srgbClr val="1A4B9F"/>
          </a:solidFill>
        </p:grpSpPr>
        <p:sp>
          <p:nvSpPr>
            <p:cNvPr id="73" name="Google Shape;4014;p45">
              <a:extLst>
                <a:ext uri="{FF2B5EF4-FFF2-40B4-BE49-F238E27FC236}">
                  <a16:creationId xmlns:a16="http://schemas.microsoft.com/office/drawing/2014/main" id="{A53487BD-D822-447C-8D3F-1BF89907E8E7}"/>
                </a:ext>
              </a:extLst>
            </p:cNvPr>
            <p:cNvSpPr/>
            <p:nvPr/>
          </p:nvSpPr>
          <p:spPr>
            <a:xfrm>
              <a:off x="1516475" y="238075"/>
              <a:ext cx="424650" cy="483175"/>
            </a:xfrm>
            <a:custGeom>
              <a:avLst/>
              <a:gdLst/>
              <a:ahLst/>
              <a:cxnLst/>
              <a:rect l="l" t="t" r="r" b="b"/>
              <a:pathLst>
                <a:path w="16986" h="19327" extrusionOk="0">
                  <a:moveTo>
                    <a:pt x="8491" y="1134"/>
                  </a:moveTo>
                  <a:cubicBezTo>
                    <a:pt x="11302" y="1134"/>
                    <a:pt x="13588" y="3438"/>
                    <a:pt x="13588" y="6267"/>
                  </a:cubicBezTo>
                  <a:cubicBezTo>
                    <a:pt x="13588" y="7318"/>
                    <a:pt x="13262" y="8342"/>
                    <a:pt x="12655" y="9199"/>
                  </a:cubicBezTo>
                  <a:cubicBezTo>
                    <a:pt x="12625" y="9242"/>
                    <a:pt x="12604" y="9272"/>
                    <a:pt x="12595" y="9284"/>
                  </a:cubicBezTo>
                  <a:lnTo>
                    <a:pt x="8491" y="15724"/>
                  </a:lnTo>
                  <a:lnTo>
                    <a:pt x="4388" y="9287"/>
                  </a:lnTo>
                  <a:cubicBezTo>
                    <a:pt x="4382" y="9275"/>
                    <a:pt x="4373" y="9266"/>
                    <a:pt x="4367" y="9257"/>
                  </a:cubicBezTo>
                  <a:cubicBezTo>
                    <a:pt x="4249" y="9091"/>
                    <a:pt x="4140" y="8921"/>
                    <a:pt x="4041" y="8743"/>
                  </a:cubicBezTo>
                  <a:cubicBezTo>
                    <a:pt x="3618" y="7985"/>
                    <a:pt x="3398" y="7134"/>
                    <a:pt x="3398" y="6267"/>
                  </a:cubicBezTo>
                  <a:cubicBezTo>
                    <a:pt x="3398" y="6174"/>
                    <a:pt x="3398" y="6080"/>
                    <a:pt x="3404" y="5990"/>
                  </a:cubicBezTo>
                  <a:cubicBezTo>
                    <a:pt x="3552" y="3266"/>
                    <a:pt x="5786" y="1134"/>
                    <a:pt x="8491" y="1134"/>
                  </a:cubicBezTo>
                  <a:close/>
                  <a:moveTo>
                    <a:pt x="11049" y="13819"/>
                  </a:moveTo>
                  <a:cubicBezTo>
                    <a:pt x="14358" y="14233"/>
                    <a:pt x="15853" y="15289"/>
                    <a:pt x="15853" y="15930"/>
                  </a:cubicBezTo>
                  <a:cubicBezTo>
                    <a:pt x="15853" y="16304"/>
                    <a:pt x="15339" y="16887"/>
                    <a:pt x="13905" y="17397"/>
                  </a:cubicBezTo>
                  <a:cubicBezTo>
                    <a:pt x="12471" y="17910"/>
                    <a:pt x="10545" y="18194"/>
                    <a:pt x="8491" y="18194"/>
                  </a:cubicBezTo>
                  <a:cubicBezTo>
                    <a:pt x="6438" y="18194"/>
                    <a:pt x="4515" y="17910"/>
                    <a:pt x="3077" y="17397"/>
                  </a:cubicBezTo>
                  <a:cubicBezTo>
                    <a:pt x="1640" y="16884"/>
                    <a:pt x="1133" y="16304"/>
                    <a:pt x="1133" y="15930"/>
                  </a:cubicBezTo>
                  <a:cubicBezTo>
                    <a:pt x="1133" y="15289"/>
                    <a:pt x="2625" y="14233"/>
                    <a:pt x="5934" y="13819"/>
                  </a:cubicBezTo>
                  <a:lnTo>
                    <a:pt x="8014" y="17083"/>
                  </a:lnTo>
                  <a:cubicBezTo>
                    <a:pt x="8126" y="17258"/>
                    <a:pt x="8309" y="17346"/>
                    <a:pt x="8491" y="17346"/>
                  </a:cubicBezTo>
                  <a:cubicBezTo>
                    <a:pt x="8674" y="17346"/>
                    <a:pt x="8857" y="17258"/>
                    <a:pt x="8968" y="17083"/>
                  </a:cubicBezTo>
                  <a:lnTo>
                    <a:pt x="11049" y="13819"/>
                  </a:lnTo>
                  <a:close/>
                  <a:moveTo>
                    <a:pt x="8494" y="1"/>
                  </a:moveTo>
                  <a:cubicBezTo>
                    <a:pt x="6947" y="1"/>
                    <a:pt x="5399" y="578"/>
                    <a:pt x="4201" y="1738"/>
                  </a:cubicBezTo>
                  <a:cubicBezTo>
                    <a:pt x="3050" y="2837"/>
                    <a:pt x="2359" y="4338"/>
                    <a:pt x="2274" y="5929"/>
                  </a:cubicBezTo>
                  <a:cubicBezTo>
                    <a:pt x="2268" y="6041"/>
                    <a:pt x="2265" y="6156"/>
                    <a:pt x="2265" y="6267"/>
                  </a:cubicBezTo>
                  <a:cubicBezTo>
                    <a:pt x="2265" y="7327"/>
                    <a:pt x="2534" y="8372"/>
                    <a:pt x="3050" y="9296"/>
                  </a:cubicBezTo>
                  <a:cubicBezTo>
                    <a:pt x="3168" y="9507"/>
                    <a:pt x="3301" y="9713"/>
                    <a:pt x="3440" y="9909"/>
                  </a:cubicBezTo>
                  <a:lnTo>
                    <a:pt x="5267" y="12771"/>
                  </a:lnTo>
                  <a:cubicBezTo>
                    <a:pt x="3953" y="12971"/>
                    <a:pt x="2809" y="13294"/>
                    <a:pt x="1921" y="13713"/>
                  </a:cubicBezTo>
                  <a:cubicBezTo>
                    <a:pt x="333" y="14465"/>
                    <a:pt x="1" y="15332"/>
                    <a:pt x="1" y="15930"/>
                  </a:cubicBezTo>
                  <a:cubicBezTo>
                    <a:pt x="1" y="16648"/>
                    <a:pt x="469" y="17669"/>
                    <a:pt x="2697" y="18466"/>
                  </a:cubicBezTo>
                  <a:cubicBezTo>
                    <a:pt x="4252" y="19022"/>
                    <a:pt x="6311" y="19326"/>
                    <a:pt x="8491" y="19326"/>
                  </a:cubicBezTo>
                  <a:cubicBezTo>
                    <a:pt x="10671" y="19326"/>
                    <a:pt x="12731" y="19022"/>
                    <a:pt x="14286" y="18466"/>
                  </a:cubicBezTo>
                  <a:cubicBezTo>
                    <a:pt x="16514" y="17669"/>
                    <a:pt x="16985" y="16648"/>
                    <a:pt x="16985" y="15930"/>
                  </a:cubicBezTo>
                  <a:cubicBezTo>
                    <a:pt x="16985" y="15332"/>
                    <a:pt x="16650" y="14465"/>
                    <a:pt x="15062" y="13713"/>
                  </a:cubicBezTo>
                  <a:cubicBezTo>
                    <a:pt x="14174" y="13294"/>
                    <a:pt x="13030" y="12971"/>
                    <a:pt x="11716" y="12768"/>
                  </a:cubicBezTo>
                  <a:lnTo>
                    <a:pt x="13549" y="9897"/>
                  </a:lnTo>
                  <a:lnTo>
                    <a:pt x="13561" y="9879"/>
                  </a:lnTo>
                  <a:cubicBezTo>
                    <a:pt x="13567" y="9873"/>
                    <a:pt x="13570" y="9867"/>
                    <a:pt x="13576" y="9861"/>
                  </a:cubicBezTo>
                  <a:cubicBezTo>
                    <a:pt x="15327" y="7382"/>
                    <a:pt x="15041" y="3997"/>
                    <a:pt x="12897" y="1847"/>
                  </a:cubicBezTo>
                  <a:cubicBezTo>
                    <a:pt x="11689" y="618"/>
                    <a:pt x="10092" y="1"/>
                    <a:pt x="84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4" name="Google Shape;4015;p45">
              <a:extLst>
                <a:ext uri="{FF2B5EF4-FFF2-40B4-BE49-F238E27FC236}">
                  <a16:creationId xmlns:a16="http://schemas.microsoft.com/office/drawing/2014/main" id="{C9DEDA87-0D8A-46CA-BF30-F04BF8841545}"/>
                </a:ext>
              </a:extLst>
            </p:cNvPr>
            <p:cNvSpPr/>
            <p:nvPr/>
          </p:nvSpPr>
          <p:spPr>
            <a:xfrm>
              <a:off x="1652425" y="324000"/>
              <a:ext cx="147150" cy="141575"/>
            </a:xfrm>
            <a:custGeom>
              <a:avLst/>
              <a:gdLst/>
              <a:ahLst/>
              <a:cxnLst/>
              <a:rect l="l" t="t" r="r" b="b"/>
              <a:pathLst>
                <a:path w="5886" h="5663" extrusionOk="0">
                  <a:moveTo>
                    <a:pt x="3054" y="1131"/>
                  </a:moveTo>
                  <a:cubicBezTo>
                    <a:pt x="3495" y="1131"/>
                    <a:pt x="3930" y="1303"/>
                    <a:pt x="4255" y="1629"/>
                  </a:cubicBezTo>
                  <a:cubicBezTo>
                    <a:pt x="4741" y="2115"/>
                    <a:pt x="4886" y="2845"/>
                    <a:pt x="4623" y="3480"/>
                  </a:cubicBezTo>
                  <a:cubicBezTo>
                    <a:pt x="4361" y="4114"/>
                    <a:pt x="3742" y="4530"/>
                    <a:pt x="3053" y="4530"/>
                  </a:cubicBezTo>
                  <a:cubicBezTo>
                    <a:pt x="2114" y="4527"/>
                    <a:pt x="1356" y="3769"/>
                    <a:pt x="1356" y="2830"/>
                  </a:cubicBezTo>
                  <a:cubicBezTo>
                    <a:pt x="1356" y="2142"/>
                    <a:pt x="1770" y="1523"/>
                    <a:pt x="2404" y="1260"/>
                  </a:cubicBezTo>
                  <a:cubicBezTo>
                    <a:pt x="2614" y="1173"/>
                    <a:pt x="2835" y="1131"/>
                    <a:pt x="3054" y="1131"/>
                  </a:cubicBezTo>
                  <a:close/>
                  <a:moveTo>
                    <a:pt x="3053" y="0"/>
                  </a:moveTo>
                  <a:cubicBezTo>
                    <a:pt x="2316" y="0"/>
                    <a:pt x="1593" y="287"/>
                    <a:pt x="1051" y="828"/>
                  </a:cubicBezTo>
                  <a:cubicBezTo>
                    <a:pt x="242" y="1638"/>
                    <a:pt x="1" y="2855"/>
                    <a:pt x="439" y="3914"/>
                  </a:cubicBezTo>
                  <a:cubicBezTo>
                    <a:pt x="876" y="4971"/>
                    <a:pt x="1909" y="5663"/>
                    <a:pt x="3053" y="5663"/>
                  </a:cubicBezTo>
                  <a:cubicBezTo>
                    <a:pt x="4617" y="5660"/>
                    <a:pt x="5883" y="4394"/>
                    <a:pt x="5886" y="2830"/>
                  </a:cubicBezTo>
                  <a:cubicBezTo>
                    <a:pt x="5886" y="1686"/>
                    <a:pt x="5194" y="653"/>
                    <a:pt x="4137" y="216"/>
                  </a:cubicBezTo>
                  <a:cubicBezTo>
                    <a:pt x="3786" y="70"/>
                    <a:pt x="3418" y="0"/>
                    <a:pt x="30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5" name="Google Shape;4083;p45">
            <a:extLst>
              <a:ext uri="{FF2B5EF4-FFF2-40B4-BE49-F238E27FC236}">
                <a16:creationId xmlns:a16="http://schemas.microsoft.com/office/drawing/2014/main" id="{FDFB5C30-377B-4DBF-B21A-BDC446D23AAC}"/>
              </a:ext>
            </a:extLst>
          </p:cNvPr>
          <p:cNvGrpSpPr/>
          <p:nvPr/>
        </p:nvGrpSpPr>
        <p:grpSpPr>
          <a:xfrm>
            <a:off x="4766608" y="3286570"/>
            <a:ext cx="513829" cy="491448"/>
            <a:chOff x="5049750" y="832600"/>
            <a:chExt cx="505100" cy="483100"/>
          </a:xfrm>
          <a:solidFill>
            <a:srgbClr val="1A4B9F"/>
          </a:solidFill>
        </p:grpSpPr>
        <p:sp>
          <p:nvSpPr>
            <p:cNvPr id="76" name="Google Shape;4084;p45">
              <a:extLst>
                <a:ext uri="{FF2B5EF4-FFF2-40B4-BE49-F238E27FC236}">
                  <a16:creationId xmlns:a16="http://schemas.microsoft.com/office/drawing/2014/main" id="{6DF46BB6-B2EC-4DF2-8443-00F1A62FFB83}"/>
                </a:ext>
              </a:extLst>
            </p:cNvPr>
            <p:cNvSpPr/>
            <p:nvPr/>
          </p:nvSpPr>
          <p:spPr>
            <a:xfrm>
              <a:off x="5049750" y="832600"/>
              <a:ext cx="505100" cy="483100"/>
            </a:xfrm>
            <a:custGeom>
              <a:avLst/>
              <a:gdLst/>
              <a:ahLst/>
              <a:cxnLst/>
              <a:rect l="l" t="t" r="r" b="b"/>
              <a:pathLst>
                <a:path w="20204" h="19324" extrusionOk="0">
                  <a:moveTo>
                    <a:pt x="12136" y="1129"/>
                  </a:moveTo>
                  <a:cubicBezTo>
                    <a:pt x="13730" y="1129"/>
                    <a:pt x="15325" y="1737"/>
                    <a:pt x="16538" y="2952"/>
                  </a:cubicBezTo>
                  <a:cubicBezTo>
                    <a:pt x="18969" y="5383"/>
                    <a:pt x="18969" y="9323"/>
                    <a:pt x="16538" y="11757"/>
                  </a:cubicBezTo>
                  <a:cubicBezTo>
                    <a:pt x="15341" y="12950"/>
                    <a:pt x="13747" y="13579"/>
                    <a:pt x="12129" y="13579"/>
                  </a:cubicBezTo>
                  <a:cubicBezTo>
                    <a:pt x="11233" y="13579"/>
                    <a:pt x="10329" y="13386"/>
                    <a:pt x="9482" y="12989"/>
                  </a:cubicBezTo>
                  <a:cubicBezTo>
                    <a:pt x="9461" y="12980"/>
                    <a:pt x="9440" y="12968"/>
                    <a:pt x="9419" y="12959"/>
                  </a:cubicBezTo>
                  <a:cubicBezTo>
                    <a:pt x="8794" y="12657"/>
                    <a:pt x="8223" y="12249"/>
                    <a:pt x="7734" y="11757"/>
                  </a:cubicBezTo>
                  <a:cubicBezTo>
                    <a:pt x="5306" y="9329"/>
                    <a:pt x="5306" y="5380"/>
                    <a:pt x="7734" y="2952"/>
                  </a:cubicBezTo>
                  <a:cubicBezTo>
                    <a:pt x="8948" y="1737"/>
                    <a:pt x="10542" y="1129"/>
                    <a:pt x="12136" y="1129"/>
                  </a:cubicBezTo>
                  <a:close/>
                  <a:moveTo>
                    <a:pt x="5871" y="11216"/>
                  </a:moveTo>
                  <a:cubicBezTo>
                    <a:pt x="6475" y="12195"/>
                    <a:pt x="7296" y="13016"/>
                    <a:pt x="8271" y="13620"/>
                  </a:cubicBezTo>
                  <a:lnTo>
                    <a:pt x="7734" y="14160"/>
                  </a:lnTo>
                  <a:cubicBezTo>
                    <a:pt x="7622" y="14271"/>
                    <a:pt x="7477" y="14326"/>
                    <a:pt x="7332" y="14326"/>
                  </a:cubicBezTo>
                  <a:cubicBezTo>
                    <a:pt x="7188" y="14326"/>
                    <a:pt x="7044" y="14271"/>
                    <a:pt x="6934" y="14160"/>
                  </a:cubicBezTo>
                  <a:lnTo>
                    <a:pt x="5330" y="12557"/>
                  </a:lnTo>
                  <a:cubicBezTo>
                    <a:pt x="5110" y="12337"/>
                    <a:pt x="5110" y="11977"/>
                    <a:pt x="5330" y="11757"/>
                  </a:cubicBezTo>
                  <a:lnTo>
                    <a:pt x="5871" y="11216"/>
                  </a:lnTo>
                  <a:close/>
                  <a:moveTo>
                    <a:pt x="4932" y="13762"/>
                  </a:moveTo>
                  <a:lnTo>
                    <a:pt x="5732" y="14562"/>
                  </a:lnTo>
                  <a:lnTo>
                    <a:pt x="4932" y="15362"/>
                  </a:lnTo>
                  <a:lnTo>
                    <a:pt x="4131" y="14562"/>
                  </a:lnTo>
                  <a:lnTo>
                    <a:pt x="4932" y="13762"/>
                  </a:lnTo>
                  <a:close/>
                  <a:moveTo>
                    <a:pt x="3328" y="15362"/>
                  </a:moveTo>
                  <a:lnTo>
                    <a:pt x="4128" y="16162"/>
                  </a:lnTo>
                  <a:lnTo>
                    <a:pt x="2268" y="18025"/>
                  </a:lnTo>
                  <a:cubicBezTo>
                    <a:pt x="2157" y="18135"/>
                    <a:pt x="2013" y="18190"/>
                    <a:pt x="1868" y="18190"/>
                  </a:cubicBezTo>
                  <a:cubicBezTo>
                    <a:pt x="1723" y="18190"/>
                    <a:pt x="1577" y="18134"/>
                    <a:pt x="1465" y="18022"/>
                  </a:cubicBezTo>
                  <a:cubicBezTo>
                    <a:pt x="1245" y="17802"/>
                    <a:pt x="1245" y="17443"/>
                    <a:pt x="1465" y="17222"/>
                  </a:cubicBezTo>
                  <a:lnTo>
                    <a:pt x="3328" y="15362"/>
                  </a:lnTo>
                  <a:close/>
                  <a:moveTo>
                    <a:pt x="12135" y="1"/>
                  </a:moveTo>
                  <a:cubicBezTo>
                    <a:pt x="10250" y="1"/>
                    <a:pt x="8365" y="718"/>
                    <a:pt x="6931" y="2152"/>
                  </a:cubicBezTo>
                  <a:cubicBezTo>
                    <a:pt x="4769" y="4311"/>
                    <a:pt x="4237" y="7493"/>
                    <a:pt x="5330" y="10157"/>
                  </a:cubicBezTo>
                  <a:lnTo>
                    <a:pt x="4527" y="10957"/>
                  </a:lnTo>
                  <a:cubicBezTo>
                    <a:pt x="4020" y="11467"/>
                    <a:pt x="3887" y="12240"/>
                    <a:pt x="4198" y="12892"/>
                  </a:cubicBezTo>
                  <a:lnTo>
                    <a:pt x="665" y="16422"/>
                  </a:lnTo>
                  <a:cubicBezTo>
                    <a:pt x="1" y="17086"/>
                    <a:pt x="1" y="18161"/>
                    <a:pt x="665" y="18825"/>
                  </a:cubicBezTo>
                  <a:cubicBezTo>
                    <a:pt x="996" y="19158"/>
                    <a:pt x="1431" y="19324"/>
                    <a:pt x="1865" y="19324"/>
                  </a:cubicBezTo>
                  <a:cubicBezTo>
                    <a:pt x="2300" y="19324"/>
                    <a:pt x="2735" y="19158"/>
                    <a:pt x="3066" y="18825"/>
                  </a:cubicBezTo>
                  <a:lnTo>
                    <a:pt x="6598" y="15293"/>
                  </a:lnTo>
                  <a:cubicBezTo>
                    <a:pt x="6831" y="15403"/>
                    <a:pt x="7081" y="15457"/>
                    <a:pt x="7328" y="15457"/>
                  </a:cubicBezTo>
                  <a:cubicBezTo>
                    <a:pt x="7770" y="15457"/>
                    <a:pt x="8206" y="15286"/>
                    <a:pt x="8531" y="14961"/>
                  </a:cubicBezTo>
                  <a:lnTo>
                    <a:pt x="9331" y="14163"/>
                  </a:lnTo>
                  <a:cubicBezTo>
                    <a:pt x="10241" y="14538"/>
                    <a:pt x="11190" y="14717"/>
                    <a:pt x="12127" y="14717"/>
                  </a:cubicBezTo>
                  <a:cubicBezTo>
                    <a:pt x="14530" y="14717"/>
                    <a:pt x="16858" y="13537"/>
                    <a:pt x="18256" y="11437"/>
                  </a:cubicBezTo>
                  <a:cubicBezTo>
                    <a:pt x="20204" y="8520"/>
                    <a:pt x="19821" y="4631"/>
                    <a:pt x="17342" y="2152"/>
                  </a:cubicBezTo>
                  <a:cubicBezTo>
                    <a:pt x="15906" y="718"/>
                    <a:pt x="14020" y="1"/>
                    <a:pt x="121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7" name="Google Shape;4085;p45">
              <a:extLst>
                <a:ext uri="{FF2B5EF4-FFF2-40B4-BE49-F238E27FC236}">
                  <a16:creationId xmlns:a16="http://schemas.microsoft.com/office/drawing/2014/main" id="{CDADD9B1-6C47-4FCA-9089-D800DEDC836D}"/>
                </a:ext>
              </a:extLst>
            </p:cNvPr>
            <p:cNvSpPr/>
            <p:nvPr/>
          </p:nvSpPr>
          <p:spPr>
            <a:xfrm>
              <a:off x="5216725" y="889175"/>
              <a:ext cx="276000" cy="254400"/>
            </a:xfrm>
            <a:custGeom>
              <a:avLst/>
              <a:gdLst/>
              <a:ahLst/>
              <a:cxnLst/>
              <a:rect l="l" t="t" r="r" b="b"/>
              <a:pathLst>
                <a:path w="11040" h="10176" extrusionOk="0">
                  <a:moveTo>
                    <a:pt x="5456" y="1133"/>
                  </a:moveTo>
                  <a:cubicBezTo>
                    <a:pt x="6487" y="1133"/>
                    <a:pt x="7500" y="1535"/>
                    <a:pt x="8259" y="2293"/>
                  </a:cubicBezTo>
                  <a:cubicBezTo>
                    <a:pt x="9802" y="3839"/>
                    <a:pt x="9802" y="6348"/>
                    <a:pt x="8259" y="7897"/>
                  </a:cubicBezTo>
                  <a:cubicBezTo>
                    <a:pt x="7501" y="8653"/>
                    <a:pt x="6489" y="9055"/>
                    <a:pt x="5460" y="9055"/>
                  </a:cubicBezTo>
                  <a:cubicBezTo>
                    <a:pt x="4948" y="9055"/>
                    <a:pt x="4433" y="8956"/>
                    <a:pt x="3941" y="8751"/>
                  </a:cubicBezTo>
                  <a:cubicBezTo>
                    <a:pt x="2462" y="8138"/>
                    <a:pt x="1499" y="6695"/>
                    <a:pt x="1499" y="5095"/>
                  </a:cubicBezTo>
                  <a:cubicBezTo>
                    <a:pt x="1499" y="3491"/>
                    <a:pt x="2462" y="2048"/>
                    <a:pt x="3941" y="1435"/>
                  </a:cubicBezTo>
                  <a:cubicBezTo>
                    <a:pt x="4431" y="1232"/>
                    <a:pt x="4946" y="1133"/>
                    <a:pt x="5456" y="1133"/>
                  </a:cubicBezTo>
                  <a:close/>
                  <a:moveTo>
                    <a:pt x="5468" y="1"/>
                  </a:moveTo>
                  <a:cubicBezTo>
                    <a:pt x="5465" y="1"/>
                    <a:pt x="5461" y="1"/>
                    <a:pt x="5457" y="1"/>
                  </a:cubicBezTo>
                  <a:cubicBezTo>
                    <a:pt x="3029" y="4"/>
                    <a:pt x="943" y="1719"/>
                    <a:pt x="472" y="4098"/>
                  </a:cubicBezTo>
                  <a:cubicBezTo>
                    <a:pt x="1" y="6481"/>
                    <a:pt x="1275" y="8860"/>
                    <a:pt x="3519" y="9787"/>
                  </a:cubicBezTo>
                  <a:cubicBezTo>
                    <a:pt x="4151" y="10049"/>
                    <a:pt x="4811" y="10175"/>
                    <a:pt x="5463" y="10175"/>
                  </a:cubicBezTo>
                  <a:cubicBezTo>
                    <a:pt x="7120" y="10175"/>
                    <a:pt x="8725" y="9362"/>
                    <a:pt x="9693" y="7912"/>
                  </a:cubicBezTo>
                  <a:cubicBezTo>
                    <a:pt x="11040" y="5895"/>
                    <a:pt x="10774" y="3207"/>
                    <a:pt x="9059" y="1492"/>
                  </a:cubicBezTo>
                  <a:cubicBezTo>
                    <a:pt x="8108" y="535"/>
                    <a:pt x="6814" y="1"/>
                    <a:pt x="54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8" name="Google Shape;4363;p46">
            <a:extLst>
              <a:ext uri="{FF2B5EF4-FFF2-40B4-BE49-F238E27FC236}">
                <a16:creationId xmlns:a16="http://schemas.microsoft.com/office/drawing/2014/main" id="{1BE28150-7520-465B-9DA8-186FE44B57AD}"/>
              </a:ext>
            </a:extLst>
          </p:cNvPr>
          <p:cNvGrpSpPr/>
          <p:nvPr/>
        </p:nvGrpSpPr>
        <p:grpSpPr>
          <a:xfrm>
            <a:off x="8804374" y="1697295"/>
            <a:ext cx="493802" cy="485225"/>
            <a:chOff x="-60988625" y="2310475"/>
            <a:chExt cx="316650" cy="311150"/>
          </a:xfrm>
          <a:solidFill>
            <a:srgbClr val="1A4B9F"/>
          </a:solidFill>
        </p:grpSpPr>
        <p:sp>
          <p:nvSpPr>
            <p:cNvPr id="79" name="Google Shape;4364;p46">
              <a:extLst>
                <a:ext uri="{FF2B5EF4-FFF2-40B4-BE49-F238E27FC236}">
                  <a16:creationId xmlns:a16="http://schemas.microsoft.com/office/drawing/2014/main" id="{253F7942-D9E0-4F5B-B439-5C36DF062031}"/>
                </a:ext>
              </a:extLst>
            </p:cNvPr>
            <p:cNvSpPr/>
            <p:nvPr/>
          </p:nvSpPr>
          <p:spPr>
            <a:xfrm>
              <a:off x="-60988625" y="2310475"/>
              <a:ext cx="311125" cy="311150"/>
            </a:xfrm>
            <a:custGeom>
              <a:avLst/>
              <a:gdLst/>
              <a:ahLst/>
              <a:cxnLst/>
              <a:rect l="l" t="t" r="r" b="b"/>
              <a:pathLst>
                <a:path w="12445" h="12446" extrusionOk="0">
                  <a:moveTo>
                    <a:pt x="7877" y="883"/>
                  </a:moveTo>
                  <a:cubicBezTo>
                    <a:pt x="8097" y="883"/>
                    <a:pt x="8318" y="1072"/>
                    <a:pt x="8318" y="1324"/>
                  </a:cubicBezTo>
                  <a:lnTo>
                    <a:pt x="8318" y="10398"/>
                  </a:lnTo>
                  <a:cubicBezTo>
                    <a:pt x="8318" y="10870"/>
                    <a:pt x="8444" y="11311"/>
                    <a:pt x="8727" y="11626"/>
                  </a:cubicBezTo>
                  <a:lnTo>
                    <a:pt x="2111" y="11626"/>
                  </a:lnTo>
                  <a:cubicBezTo>
                    <a:pt x="1450" y="11626"/>
                    <a:pt x="851" y="11091"/>
                    <a:pt x="851" y="10398"/>
                  </a:cubicBezTo>
                  <a:lnTo>
                    <a:pt x="851" y="1324"/>
                  </a:lnTo>
                  <a:lnTo>
                    <a:pt x="820" y="1324"/>
                  </a:lnTo>
                  <a:cubicBezTo>
                    <a:pt x="820" y="1072"/>
                    <a:pt x="1009" y="883"/>
                    <a:pt x="1261" y="883"/>
                  </a:cubicBezTo>
                  <a:close/>
                  <a:moveTo>
                    <a:pt x="11500" y="10807"/>
                  </a:moveTo>
                  <a:cubicBezTo>
                    <a:pt x="11342" y="11280"/>
                    <a:pt x="10870" y="11626"/>
                    <a:pt x="10303" y="11626"/>
                  </a:cubicBezTo>
                  <a:cubicBezTo>
                    <a:pt x="9767" y="11626"/>
                    <a:pt x="9326" y="11280"/>
                    <a:pt x="9137" y="10807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30"/>
                  </a:cubicBezTo>
                  <a:lnTo>
                    <a:pt x="32" y="10334"/>
                  </a:lnTo>
                  <a:cubicBezTo>
                    <a:pt x="0" y="11563"/>
                    <a:pt x="946" y="12445"/>
                    <a:pt x="2080" y="12445"/>
                  </a:cubicBezTo>
                  <a:lnTo>
                    <a:pt x="10334" y="12445"/>
                  </a:lnTo>
                  <a:cubicBezTo>
                    <a:pt x="11500" y="12445"/>
                    <a:pt x="12445" y="11500"/>
                    <a:pt x="12445" y="10366"/>
                  </a:cubicBezTo>
                  <a:cubicBezTo>
                    <a:pt x="12445" y="10145"/>
                    <a:pt x="12224" y="9925"/>
                    <a:pt x="12004" y="9925"/>
                  </a:cubicBezTo>
                  <a:lnTo>
                    <a:pt x="9074" y="9925"/>
                  </a:lnTo>
                  <a:lnTo>
                    <a:pt x="9074" y="1230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4365;p46">
              <a:extLst>
                <a:ext uri="{FF2B5EF4-FFF2-40B4-BE49-F238E27FC236}">
                  <a16:creationId xmlns:a16="http://schemas.microsoft.com/office/drawing/2014/main" id="{55CBC970-EB48-4435-9EA7-631D368E0AA3}"/>
                </a:ext>
              </a:extLst>
            </p:cNvPr>
            <p:cNvSpPr/>
            <p:nvPr/>
          </p:nvSpPr>
          <p:spPr>
            <a:xfrm>
              <a:off x="-60947675" y="2353025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441"/>
                  </a:cubicBez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4366;p46">
              <a:extLst>
                <a:ext uri="{FF2B5EF4-FFF2-40B4-BE49-F238E27FC236}">
                  <a16:creationId xmlns:a16="http://schemas.microsoft.com/office/drawing/2014/main" id="{8DD97E1A-63A3-418C-B631-17DB882E3786}"/>
                </a:ext>
              </a:extLst>
            </p:cNvPr>
            <p:cNvSpPr/>
            <p:nvPr/>
          </p:nvSpPr>
          <p:spPr>
            <a:xfrm>
              <a:off x="-60947675" y="2415250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378"/>
                  </a:cubicBezTo>
                  <a:cubicBezTo>
                    <a:pt x="5829" y="158"/>
                    <a:pt x="5640" y="0"/>
                    <a:pt x="53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4367;p46">
              <a:extLst>
                <a:ext uri="{FF2B5EF4-FFF2-40B4-BE49-F238E27FC236}">
                  <a16:creationId xmlns:a16="http://schemas.microsoft.com/office/drawing/2014/main" id="{7EA4A8E7-707D-4331-B26D-36ED7114B9AB}"/>
                </a:ext>
              </a:extLst>
            </p:cNvPr>
            <p:cNvSpPr/>
            <p:nvPr/>
          </p:nvSpPr>
          <p:spPr>
            <a:xfrm>
              <a:off x="-60947675" y="2475875"/>
              <a:ext cx="145725" cy="22100"/>
            </a:xfrm>
            <a:custGeom>
              <a:avLst/>
              <a:gdLst/>
              <a:ahLst/>
              <a:cxnLst/>
              <a:rect l="l" t="t" r="r" b="b"/>
              <a:pathLst>
                <a:path w="5829" h="884" extrusionOk="0">
                  <a:moveTo>
                    <a:pt x="442" y="1"/>
                  </a:moveTo>
                  <a:cubicBezTo>
                    <a:pt x="190" y="1"/>
                    <a:pt x="1" y="221"/>
                    <a:pt x="1" y="442"/>
                  </a:cubicBezTo>
                  <a:cubicBezTo>
                    <a:pt x="1" y="694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94"/>
                    <a:pt x="5829" y="442"/>
                  </a:cubicBezTo>
                  <a:cubicBezTo>
                    <a:pt x="5829" y="221"/>
                    <a:pt x="5640" y="1"/>
                    <a:pt x="53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4368;p46">
              <a:extLst>
                <a:ext uri="{FF2B5EF4-FFF2-40B4-BE49-F238E27FC236}">
                  <a16:creationId xmlns:a16="http://schemas.microsoft.com/office/drawing/2014/main" id="{B3B9DB86-5F57-4614-BAC4-60CA7899EC1A}"/>
                </a:ext>
              </a:extLst>
            </p:cNvPr>
            <p:cNvSpPr/>
            <p:nvPr/>
          </p:nvSpPr>
          <p:spPr>
            <a:xfrm>
              <a:off x="-60947675" y="2538100"/>
              <a:ext cx="145725" cy="22075"/>
            </a:xfrm>
            <a:custGeom>
              <a:avLst/>
              <a:gdLst/>
              <a:ahLst/>
              <a:cxnLst/>
              <a:rect l="l" t="t" r="r" b="b"/>
              <a:pathLst>
                <a:path w="5829" h="883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62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62"/>
                    <a:pt x="5829" y="442"/>
                  </a:cubicBez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4369;p46">
              <a:extLst>
                <a:ext uri="{FF2B5EF4-FFF2-40B4-BE49-F238E27FC236}">
                  <a16:creationId xmlns:a16="http://schemas.microsoft.com/office/drawing/2014/main" id="{D9749F8B-C9B5-4AC8-8F27-3EF2B2BC4BFD}"/>
                </a:ext>
              </a:extLst>
            </p:cNvPr>
            <p:cNvSpPr/>
            <p:nvPr/>
          </p:nvSpPr>
          <p:spPr>
            <a:xfrm>
              <a:off x="-60740525" y="2312050"/>
              <a:ext cx="68550" cy="233950"/>
            </a:xfrm>
            <a:custGeom>
              <a:avLst/>
              <a:gdLst/>
              <a:ahLst/>
              <a:cxnLst/>
              <a:rect l="l" t="t" r="r" b="b"/>
              <a:pathLst>
                <a:path w="2742" h="9358" extrusionOk="0">
                  <a:moveTo>
                    <a:pt x="1796" y="789"/>
                  </a:moveTo>
                  <a:cubicBezTo>
                    <a:pt x="1891" y="789"/>
                    <a:pt x="1922" y="852"/>
                    <a:pt x="1922" y="946"/>
                  </a:cubicBezTo>
                  <a:lnTo>
                    <a:pt x="1922" y="1639"/>
                  </a:lnTo>
                  <a:lnTo>
                    <a:pt x="820" y="1639"/>
                  </a:lnTo>
                  <a:lnTo>
                    <a:pt x="820" y="946"/>
                  </a:lnTo>
                  <a:cubicBezTo>
                    <a:pt x="820" y="852"/>
                    <a:pt x="883" y="789"/>
                    <a:pt x="977" y="789"/>
                  </a:cubicBezTo>
                  <a:close/>
                  <a:moveTo>
                    <a:pt x="1922" y="2458"/>
                  </a:moveTo>
                  <a:lnTo>
                    <a:pt x="1922" y="6617"/>
                  </a:lnTo>
                  <a:lnTo>
                    <a:pt x="820" y="6617"/>
                  </a:lnTo>
                  <a:lnTo>
                    <a:pt x="820" y="2458"/>
                  </a:lnTo>
                  <a:close/>
                  <a:moveTo>
                    <a:pt x="1639" y="7436"/>
                  </a:moveTo>
                  <a:lnTo>
                    <a:pt x="1355" y="8035"/>
                  </a:lnTo>
                  <a:lnTo>
                    <a:pt x="1040" y="7436"/>
                  </a:lnTo>
                  <a:close/>
                  <a:moveTo>
                    <a:pt x="977" y="1"/>
                  </a:moveTo>
                  <a:cubicBezTo>
                    <a:pt x="410" y="1"/>
                    <a:pt x="1" y="410"/>
                    <a:pt x="1" y="946"/>
                  </a:cubicBezTo>
                  <a:lnTo>
                    <a:pt x="1" y="6995"/>
                  </a:lnTo>
                  <a:cubicBezTo>
                    <a:pt x="1" y="7090"/>
                    <a:pt x="1" y="7121"/>
                    <a:pt x="32" y="7184"/>
                  </a:cubicBezTo>
                  <a:lnTo>
                    <a:pt x="1009" y="9137"/>
                  </a:lnTo>
                  <a:cubicBezTo>
                    <a:pt x="1103" y="9295"/>
                    <a:pt x="1198" y="9358"/>
                    <a:pt x="1355" y="9358"/>
                  </a:cubicBezTo>
                  <a:cubicBezTo>
                    <a:pt x="1513" y="9358"/>
                    <a:pt x="1670" y="9295"/>
                    <a:pt x="1733" y="9137"/>
                  </a:cubicBezTo>
                  <a:lnTo>
                    <a:pt x="2678" y="7184"/>
                  </a:lnTo>
                  <a:cubicBezTo>
                    <a:pt x="2710" y="7153"/>
                    <a:pt x="2710" y="7090"/>
                    <a:pt x="2710" y="6995"/>
                  </a:cubicBezTo>
                  <a:lnTo>
                    <a:pt x="2710" y="946"/>
                  </a:lnTo>
                  <a:cubicBezTo>
                    <a:pt x="2741" y="410"/>
                    <a:pt x="2300" y="1"/>
                    <a:pt x="17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" name="Google Shape;4429;p46">
            <a:extLst>
              <a:ext uri="{FF2B5EF4-FFF2-40B4-BE49-F238E27FC236}">
                <a16:creationId xmlns:a16="http://schemas.microsoft.com/office/drawing/2014/main" id="{E1E7D1BB-3F7A-49BE-B3BE-812FEB1AFFC0}"/>
              </a:ext>
            </a:extLst>
          </p:cNvPr>
          <p:cNvGrpSpPr/>
          <p:nvPr/>
        </p:nvGrpSpPr>
        <p:grpSpPr>
          <a:xfrm>
            <a:off x="7965757" y="1679368"/>
            <a:ext cx="518499" cy="521077"/>
            <a:chOff x="-62150375" y="2664925"/>
            <a:chExt cx="316650" cy="318225"/>
          </a:xfrm>
          <a:solidFill>
            <a:srgbClr val="1A4B9F"/>
          </a:solidFill>
        </p:grpSpPr>
        <p:sp>
          <p:nvSpPr>
            <p:cNvPr id="86" name="Google Shape;4430;p46">
              <a:extLst>
                <a:ext uri="{FF2B5EF4-FFF2-40B4-BE49-F238E27FC236}">
                  <a16:creationId xmlns:a16="http://schemas.microsoft.com/office/drawing/2014/main" id="{FD5799E3-A171-43F8-ADD1-966723FF6293}"/>
                </a:ext>
              </a:extLst>
            </p:cNvPr>
            <p:cNvSpPr/>
            <p:nvPr/>
          </p:nvSpPr>
          <p:spPr>
            <a:xfrm>
              <a:off x="-62150375" y="2961850"/>
              <a:ext cx="316650" cy="21300"/>
            </a:xfrm>
            <a:custGeom>
              <a:avLst/>
              <a:gdLst/>
              <a:ahLst/>
              <a:cxnLst/>
              <a:rect l="l" t="t" r="r" b="b"/>
              <a:pathLst>
                <a:path w="12666" h="852" extrusionOk="0">
                  <a:moveTo>
                    <a:pt x="379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51"/>
                    <a:pt x="379" y="851"/>
                  </a:cubicBezTo>
                  <a:lnTo>
                    <a:pt x="12225" y="851"/>
                  </a:lnTo>
                  <a:cubicBezTo>
                    <a:pt x="12477" y="851"/>
                    <a:pt x="12634" y="662"/>
                    <a:pt x="12634" y="410"/>
                  </a:cubicBezTo>
                  <a:cubicBezTo>
                    <a:pt x="12666" y="158"/>
                    <a:pt x="12477" y="0"/>
                    <a:pt x="122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4431;p46">
              <a:extLst>
                <a:ext uri="{FF2B5EF4-FFF2-40B4-BE49-F238E27FC236}">
                  <a16:creationId xmlns:a16="http://schemas.microsoft.com/office/drawing/2014/main" id="{B1C06A81-D075-4C9F-BF69-7DE8EAD93AFE}"/>
                </a:ext>
              </a:extLst>
            </p:cNvPr>
            <p:cNvSpPr/>
            <p:nvPr/>
          </p:nvSpPr>
          <p:spPr>
            <a:xfrm>
              <a:off x="-62150375" y="2838200"/>
              <a:ext cx="82725" cy="102400"/>
            </a:xfrm>
            <a:custGeom>
              <a:avLst/>
              <a:gdLst/>
              <a:ahLst/>
              <a:cxnLst/>
              <a:rect l="l" t="t" r="r" b="b"/>
              <a:pathLst>
                <a:path w="3309" h="4096" extrusionOk="0">
                  <a:moveTo>
                    <a:pt x="2363" y="756"/>
                  </a:moveTo>
                  <a:cubicBezTo>
                    <a:pt x="2427" y="756"/>
                    <a:pt x="2521" y="851"/>
                    <a:pt x="2521" y="914"/>
                  </a:cubicBezTo>
                  <a:lnTo>
                    <a:pt x="2521" y="3119"/>
                  </a:lnTo>
                  <a:cubicBezTo>
                    <a:pt x="2521" y="3214"/>
                    <a:pt x="2427" y="3245"/>
                    <a:pt x="2363" y="3245"/>
                  </a:cubicBezTo>
                  <a:lnTo>
                    <a:pt x="977" y="3245"/>
                  </a:lnTo>
                  <a:cubicBezTo>
                    <a:pt x="883" y="3245"/>
                    <a:pt x="820" y="3151"/>
                    <a:pt x="820" y="3119"/>
                  </a:cubicBezTo>
                  <a:lnTo>
                    <a:pt x="820" y="914"/>
                  </a:lnTo>
                  <a:cubicBezTo>
                    <a:pt x="820" y="851"/>
                    <a:pt x="883" y="756"/>
                    <a:pt x="977" y="756"/>
                  </a:cubicBezTo>
                  <a:close/>
                  <a:moveTo>
                    <a:pt x="946" y="0"/>
                  </a:moveTo>
                  <a:cubicBezTo>
                    <a:pt x="379" y="0"/>
                    <a:pt x="1" y="441"/>
                    <a:pt x="1" y="945"/>
                  </a:cubicBezTo>
                  <a:lnTo>
                    <a:pt x="1" y="3151"/>
                  </a:lnTo>
                  <a:cubicBezTo>
                    <a:pt x="1" y="3686"/>
                    <a:pt x="410" y="4096"/>
                    <a:pt x="946" y="4096"/>
                  </a:cubicBezTo>
                  <a:lnTo>
                    <a:pt x="2300" y="4096"/>
                  </a:lnTo>
                  <a:cubicBezTo>
                    <a:pt x="2868" y="4096"/>
                    <a:pt x="3309" y="3686"/>
                    <a:pt x="3309" y="3151"/>
                  </a:cubicBezTo>
                  <a:lnTo>
                    <a:pt x="3309" y="945"/>
                  </a:lnTo>
                  <a:cubicBezTo>
                    <a:pt x="3309" y="410"/>
                    <a:pt x="2868" y="0"/>
                    <a:pt x="23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4432;p46">
              <a:extLst>
                <a:ext uri="{FF2B5EF4-FFF2-40B4-BE49-F238E27FC236}">
                  <a16:creationId xmlns:a16="http://schemas.microsoft.com/office/drawing/2014/main" id="{A21251BC-D106-418E-BB99-E2B78712DD14}"/>
                </a:ext>
              </a:extLst>
            </p:cNvPr>
            <p:cNvSpPr/>
            <p:nvPr/>
          </p:nvSpPr>
          <p:spPr>
            <a:xfrm>
              <a:off x="-62033800" y="2664925"/>
              <a:ext cx="82725" cy="274900"/>
            </a:xfrm>
            <a:custGeom>
              <a:avLst/>
              <a:gdLst/>
              <a:ahLst/>
              <a:cxnLst/>
              <a:rect l="l" t="t" r="r" b="b"/>
              <a:pathLst>
                <a:path w="3309" h="10996" extrusionOk="0">
                  <a:moveTo>
                    <a:pt x="2332" y="788"/>
                  </a:moveTo>
                  <a:cubicBezTo>
                    <a:pt x="2426" y="851"/>
                    <a:pt x="2489" y="882"/>
                    <a:pt x="2489" y="945"/>
                  </a:cubicBezTo>
                  <a:lnTo>
                    <a:pt x="2489" y="10050"/>
                  </a:lnTo>
                  <a:cubicBezTo>
                    <a:pt x="2489" y="10145"/>
                    <a:pt x="2426" y="10176"/>
                    <a:pt x="2332" y="10176"/>
                  </a:cubicBezTo>
                  <a:lnTo>
                    <a:pt x="946" y="10176"/>
                  </a:lnTo>
                  <a:cubicBezTo>
                    <a:pt x="882" y="10176"/>
                    <a:pt x="851" y="10082"/>
                    <a:pt x="851" y="10050"/>
                  </a:cubicBezTo>
                  <a:lnTo>
                    <a:pt x="851" y="945"/>
                  </a:lnTo>
                  <a:cubicBezTo>
                    <a:pt x="851" y="882"/>
                    <a:pt x="914" y="788"/>
                    <a:pt x="946" y="788"/>
                  </a:cubicBezTo>
                  <a:close/>
                  <a:moveTo>
                    <a:pt x="946" y="0"/>
                  </a:moveTo>
                  <a:cubicBezTo>
                    <a:pt x="410" y="0"/>
                    <a:pt x="0" y="441"/>
                    <a:pt x="0" y="945"/>
                  </a:cubicBezTo>
                  <a:lnTo>
                    <a:pt x="0" y="10050"/>
                  </a:lnTo>
                  <a:cubicBezTo>
                    <a:pt x="0" y="10617"/>
                    <a:pt x="441" y="10995"/>
                    <a:pt x="946" y="10995"/>
                  </a:cubicBezTo>
                  <a:lnTo>
                    <a:pt x="2332" y="10995"/>
                  </a:lnTo>
                  <a:cubicBezTo>
                    <a:pt x="2899" y="10995"/>
                    <a:pt x="3308" y="10554"/>
                    <a:pt x="3308" y="10050"/>
                  </a:cubicBezTo>
                  <a:lnTo>
                    <a:pt x="3308" y="945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4433;p46">
              <a:extLst>
                <a:ext uri="{FF2B5EF4-FFF2-40B4-BE49-F238E27FC236}">
                  <a16:creationId xmlns:a16="http://schemas.microsoft.com/office/drawing/2014/main" id="{5D654568-6DD3-4EFA-852D-B32B750986A4}"/>
                </a:ext>
              </a:extLst>
            </p:cNvPr>
            <p:cNvSpPr/>
            <p:nvPr/>
          </p:nvSpPr>
          <p:spPr>
            <a:xfrm>
              <a:off x="-61917225" y="2754700"/>
              <a:ext cx="83500" cy="185900"/>
            </a:xfrm>
            <a:custGeom>
              <a:avLst/>
              <a:gdLst/>
              <a:ahLst/>
              <a:cxnLst/>
              <a:rect l="l" t="t" r="r" b="b"/>
              <a:pathLst>
                <a:path w="3340" h="7436" extrusionOk="0">
                  <a:moveTo>
                    <a:pt x="2394" y="788"/>
                  </a:moveTo>
                  <a:cubicBezTo>
                    <a:pt x="2489" y="788"/>
                    <a:pt x="2520" y="883"/>
                    <a:pt x="2520" y="946"/>
                  </a:cubicBezTo>
                  <a:lnTo>
                    <a:pt x="2520" y="6459"/>
                  </a:lnTo>
                  <a:cubicBezTo>
                    <a:pt x="2520" y="6554"/>
                    <a:pt x="2426" y="6585"/>
                    <a:pt x="2394" y="6585"/>
                  </a:cubicBezTo>
                  <a:lnTo>
                    <a:pt x="1008" y="6585"/>
                  </a:lnTo>
                  <a:cubicBezTo>
                    <a:pt x="945" y="6585"/>
                    <a:pt x="851" y="6491"/>
                    <a:pt x="851" y="6459"/>
                  </a:cubicBezTo>
                  <a:lnTo>
                    <a:pt x="851" y="946"/>
                  </a:lnTo>
                  <a:cubicBezTo>
                    <a:pt x="851" y="883"/>
                    <a:pt x="945" y="788"/>
                    <a:pt x="1008" y="788"/>
                  </a:cubicBezTo>
                  <a:close/>
                  <a:moveTo>
                    <a:pt x="977" y="1"/>
                  </a:moveTo>
                  <a:cubicBezTo>
                    <a:pt x="441" y="1"/>
                    <a:pt x="0" y="442"/>
                    <a:pt x="0" y="977"/>
                  </a:cubicBezTo>
                  <a:lnTo>
                    <a:pt x="0" y="6491"/>
                  </a:lnTo>
                  <a:cubicBezTo>
                    <a:pt x="0" y="7058"/>
                    <a:pt x="441" y="7436"/>
                    <a:pt x="977" y="7436"/>
                  </a:cubicBezTo>
                  <a:lnTo>
                    <a:pt x="2363" y="7436"/>
                  </a:lnTo>
                  <a:cubicBezTo>
                    <a:pt x="2899" y="7436"/>
                    <a:pt x="3308" y="7026"/>
                    <a:pt x="3308" y="6491"/>
                  </a:cubicBezTo>
                  <a:lnTo>
                    <a:pt x="3308" y="977"/>
                  </a:lnTo>
                  <a:cubicBezTo>
                    <a:pt x="3340" y="442"/>
                    <a:pt x="2899" y="1"/>
                    <a:pt x="23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" name="Google Shape;4472;p46">
            <a:extLst>
              <a:ext uri="{FF2B5EF4-FFF2-40B4-BE49-F238E27FC236}">
                <a16:creationId xmlns:a16="http://schemas.microsoft.com/office/drawing/2014/main" id="{849F9436-0153-43CC-8B16-ED644A0D4AC4}"/>
              </a:ext>
            </a:extLst>
          </p:cNvPr>
          <p:cNvGrpSpPr/>
          <p:nvPr/>
        </p:nvGrpSpPr>
        <p:grpSpPr>
          <a:xfrm>
            <a:off x="3911673" y="1692694"/>
            <a:ext cx="493802" cy="494426"/>
            <a:chOff x="-61784125" y="1931250"/>
            <a:chExt cx="316650" cy="317050"/>
          </a:xfrm>
          <a:solidFill>
            <a:srgbClr val="1A4B9F"/>
          </a:solidFill>
        </p:grpSpPr>
        <p:sp>
          <p:nvSpPr>
            <p:cNvPr id="91" name="Google Shape;4473;p46">
              <a:extLst>
                <a:ext uri="{FF2B5EF4-FFF2-40B4-BE49-F238E27FC236}">
                  <a16:creationId xmlns:a16="http://schemas.microsoft.com/office/drawing/2014/main" id="{2AF88FEA-2376-423A-AE79-C6CADA76E4D8}"/>
                </a:ext>
              </a:extLst>
            </p:cNvPr>
            <p:cNvSpPr/>
            <p:nvPr/>
          </p:nvSpPr>
          <p:spPr>
            <a:xfrm>
              <a:off x="-61688025" y="1931250"/>
              <a:ext cx="124450" cy="134300"/>
            </a:xfrm>
            <a:custGeom>
              <a:avLst/>
              <a:gdLst/>
              <a:ahLst/>
              <a:cxnLst/>
              <a:rect l="l" t="t" r="r" b="b"/>
              <a:pathLst>
                <a:path w="4978" h="5372" extrusionOk="0">
                  <a:moveTo>
                    <a:pt x="2497" y="845"/>
                  </a:moveTo>
                  <a:cubicBezTo>
                    <a:pt x="2709" y="845"/>
                    <a:pt x="2922" y="922"/>
                    <a:pt x="3088" y="1087"/>
                  </a:cubicBezTo>
                  <a:cubicBezTo>
                    <a:pt x="3277" y="1276"/>
                    <a:pt x="3340" y="1591"/>
                    <a:pt x="3277" y="1906"/>
                  </a:cubicBezTo>
                  <a:cubicBezTo>
                    <a:pt x="3182" y="2190"/>
                    <a:pt x="2993" y="2410"/>
                    <a:pt x="2709" y="2442"/>
                  </a:cubicBezTo>
                  <a:cubicBezTo>
                    <a:pt x="2625" y="2467"/>
                    <a:pt x="2545" y="2479"/>
                    <a:pt x="2469" y="2479"/>
                  </a:cubicBezTo>
                  <a:cubicBezTo>
                    <a:pt x="2259" y="2479"/>
                    <a:pt x="2075" y="2391"/>
                    <a:pt x="1890" y="2253"/>
                  </a:cubicBezTo>
                  <a:cubicBezTo>
                    <a:pt x="1701" y="2032"/>
                    <a:pt x="1607" y="1717"/>
                    <a:pt x="1701" y="1434"/>
                  </a:cubicBezTo>
                  <a:cubicBezTo>
                    <a:pt x="1800" y="1059"/>
                    <a:pt x="2145" y="845"/>
                    <a:pt x="2497" y="845"/>
                  </a:cubicBezTo>
                  <a:close/>
                  <a:moveTo>
                    <a:pt x="2520" y="3324"/>
                  </a:moveTo>
                  <a:cubicBezTo>
                    <a:pt x="3277" y="3324"/>
                    <a:pt x="3907" y="3828"/>
                    <a:pt x="4096" y="4553"/>
                  </a:cubicBezTo>
                  <a:lnTo>
                    <a:pt x="914" y="4553"/>
                  </a:lnTo>
                  <a:cubicBezTo>
                    <a:pt x="1103" y="3828"/>
                    <a:pt x="1733" y="3324"/>
                    <a:pt x="2520" y="3324"/>
                  </a:cubicBezTo>
                  <a:close/>
                  <a:moveTo>
                    <a:pt x="2510" y="1"/>
                  </a:moveTo>
                  <a:cubicBezTo>
                    <a:pt x="1805" y="1"/>
                    <a:pt x="1113" y="455"/>
                    <a:pt x="914" y="1213"/>
                  </a:cubicBezTo>
                  <a:cubicBezTo>
                    <a:pt x="756" y="1780"/>
                    <a:pt x="914" y="2347"/>
                    <a:pt x="1292" y="2789"/>
                  </a:cubicBezTo>
                  <a:cubicBezTo>
                    <a:pt x="567" y="3198"/>
                    <a:pt x="0" y="3986"/>
                    <a:pt x="0" y="4931"/>
                  </a:cubicBezTo>
                  <a:cubicBezTo>
                    <a:pt x="0" y="5183"/>
                    <a:pt x="189" y="5372"/>
                    <a:pt x="441" y="5372"/>
                  </a:cubicBezTo>
                  <a:lnTo>
                    <a:pt x="4568" y="5372"/>
                  </a:lnTo>
                  <a:cubicBezTo>
                    <a:pt x="4820" y="5372"/>
                    <a:pt x="4978" y="5183"/>
                    <a:pt x="4978" y="4931"/>
                  </a:cubicBezTo>
                  <a:cubicBezTo>
                    <a:pt x="4978" y="3986"/>
                    <a:pt x="4442" y="3198"/>
                    <a:pt x="3718" y="2789"/>
                  </a:cubicBezTo>
                  <a:cubicBezTo>
                    <a:pt x="3907" y="2568"/>
                    <a:pt x="4033" y="2347"/>
                    <a:pt x="4096" y="2064"/>
                  </a:cubicBezTo>
                  <a:cubicBezTo>
                    <a:pt x="4253" y="1528"/>
                    <a:pt x="4096" y="930"/>
                    <a:pt x="3655" y="489"/>
                  </a:cubicBezTo>
                  <a:cubicBezTo>
                    <a:pt x="3331" y="153"/>
                    <a:pt x="2918" y="1"/>
                    <a:pt x="25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4474;p46">
              <a:extLst>
                <a:ext uri="{FF2B5EF4-FFF2-40B4-BE49-F238E27FC236}">
                  <a16:creationId xmlns:a16="http://schemas.microsoft.com/office/drawing/2014/main" id="{96232435-D225-46F6-9730-3E2D868CB0B1}"/>
                </a:ext>
              </a:extLst>
            </p:cNvPr>
            <p:cNvSpPr/>
            <p:nvPr/>
          </p:nvSpPr>
          <p:spPr>
            <a:xfrm>
              <a:off x="-61784125" y="2113325"/>
              <a:ext cx="124450" cy="134975"/>
            </a:xfrm>
            <a:custGeom>
              <a:avLst/>
              <a:gdLst/>
              <a:ahLst/>
              <a:cxnLst/>
              <a:rect l="l" t="t" r="r" b="b"/>
              <a:pathLst>
                <a:path w="4978" h="5399" extrusionOk="0">
                  <a:moveTo>
                    <a:pt x="2482" y="848"/>
                  </a:moveTo>
                  <a:cubicBezTo>
                    <a:pt x="2688" y="848"/>
                    <a:pt x="2895" y="921"/>
                    <a:pt x="3056" y="1082"/>
                  </a:cubicBezTo>
                  <a:cubicBezTo>
                    <a:pt x="3245" y="1271"/>
                    <a:pt x="3340" y="1586"/>
                    <a:pt x="3245" y="1901"/>
                  </a:cubicBezTo>
                  <a:cubicBezTo>
                    <a:pt x="3182" y="2185"/>
                    <a:pt x="2993" y="2437"/>
                    <a:pt x="2710" y="2468"/>
                  </a:cubicBezTo>
                  <a:cubicBezTo>
                    <a:pt x="2633" y="2483"/>
                    <a:pt x="2559" y="2491"/>
                    <a:pt x="2487" y="2491"/>
                  </a:cubicBezTo>
                  <a:cubicBezTo>
                    <a:pt x="2261" y="2491"/>
                    <a:pt x="2058" y="2415"/>
                    <a:pt x="1891" y="2248"/>
                  </a:cubicBezTo>
                  <a:cubicBezTo>
                    <a:pt x="1670" y="2059"/>
                    <a:pt x="1607" y="1743"/>
                    <a:pt x="1670" y="1428"/>
                  </a:cubicBezTo>
                  <a:cubicBezTo>
                    <a:pt x="1770" y="1068"/>
                    <a:pt x="2124" y="848"/>
                    <a:pt x="2482" y="848"/>
                  </a:cubicBezTo>
                  <a:close/>
                  <a:moveTo>
                    <a:pt x="2458" y="3319"/>
                  </a:moveTo>
                  <a:cubicBezTo>
                    <a:pt x="3245" y="3319"/>
                    <a:pt x="3907" y="3854"/>
                    <a:pt x="4096" y="4547"/>
                  </a:cubicBezTo>
                  <a:lnTo>
                    <a:pt x="883" y="4547"/>
                  </a:lnTo>
                  <a:cubicBezTo>
                    <a:pt x="1040" y="3886"/>
                    <a:pt x="1733" y="3319"/>
                    <a:pt x="2458" y="3319"/>
                  </a:cubicBezTo>
                  <a:close/>
                  <a:moveTo>
                    <a:pt x="2509" y="1"/>
                  </a:moveTo>
                  <a:cubicBezTo>
                    <a:pt x="1812" y="1"/>
                    <a:pt x="1143" y="437"/>
                    <a:pt x="946" y="1208"/>
                  </a:cubicBezTo>
                  <a:cubicBezTo>
                    <a:pt x="788" y="1806"/>
                    <a:pt x="946" y="2342"/>
                    <a:pt x="1324" y="2783"/>
                  </a:cubicBezTo>
                  <a:cubicBezTo>
                    <a:pt x="568" y="3224"/>
                    <a:pt x="32" y="4012"/>
                    <a:pt x="32" y="4957"/>
                  </a:cubicBezTo>
                  <a:cubicBezTo>
                    <a:pt x="0" y="5209"/>
                    <a:pt x="189" y="5398"/>
                    <a:pt x="410" y="5398"/>
                  </a:cubicBezTo>
                  <a:lnTo>
                    <a:pt x="4569" y="5398"/>
                  </a:lnTo>
                  <a:cubicBezTo>
                    <a:pt x="4789" y="5398"/>
                    <a:pt x="4978" y="5209"/>
                    <a:pt x="4978" y="4988"/>
                  </a:cubicBezTo>
                  <a:cubicBezTo>
                    <a:pt x="4978" y="4043"/>
                    <a:pt x="4474" y="3256"/>
                    <a:pt x="3718" y="2815"/>
                  </a:cubicBezTo>
                  <a:cubicBezTo>
                    <a:pt x="3939" y="2626"/>
                    <a:pt x="4033" y="2374"/>
                    <a:pt x="4128" y="2090"/>
                  </a:cubicBezTo>
                  <a:cubicBezTo>
                    <a:pt x="4285" y="1523"/>
                    <a:pt x="4128" y="924"/>
                    <a:pt x="3687" y="483"/>
                  </a:cubicBezTo>
                  <a:cubicBezTo>
                    <a:pt x="3346" y="155"/>
                    <a:pt x="2923" y="1"/>
                    <a:pt x="25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4475;p46">
              <a:extLst>
                <a:ext uri="{FF2B5EF4-FFF2-40B4-BE49-F238E27FC236}">
                  <a16:creationId xmlns:a16="http://schemas.microsoft.com/office/drawing/2014/main" id="{B757181D-0EEA-424F-A508-0C0A7E2ECFCF}"/>
                </a:ext>
              </a:extLst>
            </p:cNvPr>
            <p:cNvSpPr/>
            <p:nvPr/>
          </p:nvSpPr>
          <p:spPr>
            <a:xfrm>
              <a:off x="-61591150" y="2113325"/>
              <a:ext cx="123675" cy="134175"/>
            </a:xfrm>
            <a:custGeom>
              <a:avLst/>
              <a:gdLst/>
              <a:ahLst/>
              <a:cxnLst/>
              <a:rect l="l" t="t" r="r" b="b"/>
              <a:pathLst>
                <a:path w="4947" h="5367" extrusionOk="0">
                  <a:moveTo>
                    <a:pt x="2482" y="848"/>
                  </a:moveTo>
                  <a:cubicBezTo>
                    <a:pt x="2688" y="848"/>
                    <a:pt x="2895" y="921"/>
                    <a:pt x="3056" y="1082"/>
                  </a:cubicBezTo>
                  <a:cubicBezTo>
                    <a:pt x="3245" y="1271"/>
                    <a:pt x="3340" y="1586"/>
                    <a:pt x="3245" y="1901"/>
                  </a:cubicBezTo>
                  <a:cubicBezTo>
                    <a:pt x="3182" y="2185"/>
                    <a:pt x="2993" y="2437"/>
                    <a:pt x="2710" y="2468"/>
                  </a:cubicBezTo>
                  <a:cubicBezTo>
                    <a:pt x="2633" y="2483"/>
                    <a:pt x="2559" y="2491"/>
                    <a:pt x="2486" y="2491"/>
                  </a:cubicBezTo>
                  <a:cubicBezTo>
                    <a:pt x="2261" y="2491"/>
                    <a:pt x="2057" y="2415"/>
                    <a:pt x="1890" y="2248"/>
                  </a:cubicBezTo>
                  <a:cubicBezTo>
                    <a:pt x="1670" y="2059"/>
                    <a:pt x="1607" y="1743"/>
                    <a:pt x="1670" y="1428"/>
                  </a:cubicBezTo>
                  <a:cubicBezTo>
                    <a:pt x="1770" y="1068"/>
                    <a:pt x="2124" y="848"/>
                    <a:pt x="2482" y="848"/>
                  </a:cubicBezTo>
                  <a:close/>
                  <a:moveTo>
                    <a:pt x="2521" y="3382"/>
                  </a:moveTo>
                  <a:cubicBezTo>
                    <a:pt x="3308" y="3382"/>
                    <a:pt x="3938" y="3886"/>
                    <a:pt x="4127" y="4579"/>
                  </a:cubicBezTo>
                  <a:lnTo>
                    <a:pt x="882" y="4579"/>
                  </a:lnTo>
                  <a:cubicBezTo>
                    <a:pt x="1103" y="3886"/>
                    <a:pt x="1733" y="3382"/>
                    <a:pt x="2521" y="3382"/>
                  </a:cubicBezTo>
                  <a:close/>
                  <a:moveTo>
                    <a:pt x="2467" y="1"/>
                  </a:moveTo>
                  <a:cubicBezTo>
                    <a:pt x="1761" y="1"/>
                    <a:pt x="1080" y="437"/>
                    <a:pt x="882" y="1208"/>
                  </a:cubicBezTo>
                  <a:cubicBezTo>
                    <a:pt x="725" y="1806"/>
                    <a:pt x="882" y="2342"/>
                    <a:pt x="1292" y="2783"/>
                  </a:cubicBezTo>
                  <a:cubicBezTo>
                    <a:pt x="536" y="3224"/>
                    <a:pt x="0" y="4012"/>
                    <a:pt x="0" y="4957"/>
                  </a:cubicBezTo>
                  <a:cubicBezTo>
                    <a:pt x="0" y="5178"/>
                    <a:pt x="189" y="5367"/>
                    <a:pt x="378" y="5367"/>
                  </a:cubicBezTo>
                  <a:lnTo>
                    <a:pt x="4505" y="5367"/>
                  </a:lnTo>
                  <a:cubicBezTo>
                    <a:pt x="4757" y="5367"/>
                    <a:pt x="4946" y="5178"/>
                    <a:pt x="4946" y="4957"/>
                  </a:cubicBezTo>
                  <a:cubicBezTo>
                    <a:pt x="4946" y="4075"/>
                    <a:pt x="4442" y="3256"/>
                    <a:pt x="3686" y="2815"/>
                  </a:cubicBezTo>
                  <a:cubicBezTo>
                    <a:pt x="3875" y="2626"/>
                    <a:pt x="4001" y="2374"/>
                    <a:pt x="4096" y="2090"/>
                  </a:cubicBezTo>
                  <a:cubicBezTo>
                    <a:pt x="4253" y="1523"/>
                    <a:pt x="4096" y="924"/>
                    <a:pt x="3655" y="483"/>
                  </a:cubicBezTo>
                  <a:cubicBezTo>
                    <a:pt x="3314" y="155"/>
                    <a:pt x="2887" y="1"/>
                    <a:pt x="24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4476;p46">
              <a:extLst>
                <a:ext uri="{FF2B5EF4-FFF2-40B4-BE49-F238E27FC236}">
                  <a16:creationId xmlns:a16="http://schemas.microsoft.com/office/drawing/2014/main" id="{6B4A28E6-D5E7-4BE3-99CB-66E8267AE4A7}"/>
                </a:ext>
              </a:extLst>
            </p:cNvPr>
            <p:cNvSpPr/>
            <p:nvPr/>
          </p:nvSpPr>
          <p:spPr>
            <a:xfrm>
              <a:off x="-61677800" y="2072225"/>
              <a:ext cx="106350" cy="62450"/>
            </a:xfrm>
            <a:custGeom>
              <a:avLst/>
              <a:gdLst/>
              <a:ahLst/>
              <a:cxnLst/>
              <a:rect l="l" t="t" r="r" b="b"/>
              <a:pathLst>
                <a:path w="4254" h="2498" extrusionOk="0">
                  <a:moveTo>
                    <a:pt x="2096" y="1"/>
                  </a:moveTo>
                  <a:cubicBezTo>
                    <a:pt x="1985" y="1"/>
                    <a:pt x="1875" y="48"/>
                    <a:pt x="1796" y="142"/>
                  </a:cubicBezTo>
                  <a:lnTo>
                    <a:pt x="158" y="1781"/>
                  </a:lnTo>
                  <a:cubicBezTo>
                    <a:pt x="1" y="1938"/>
                    <a:pt x="1" y="2222"/>
                    <a:pt x="158" y="2379"/>
                  </a:cubicBezTo>
                  <a:cubicBezTo>
                    <a:pt x="237" y="2458"/>
                    <a:pt x="339" y="2497"/>
                    <a:pt x="442" y="2497"/>
                  </a:cubicBezTo>
                  <a:cubicBezTo>
                    <a:pt x="544" y="2497"/>
                    <a:pt x="646" y="2458"/>
                    <a:pt x="725" y="2379"/>
                  </a:cubicBezTo>
                  <a:lnTo>
                    <a:pt x="2111" y="993"/>
                  </a:lnTo>
                  <a:lnTo>
                    <a:pt x="3498" y="2379"/>
                  </a:lnTo>
                  <a:cubicBezTo>
                    <a:pt x="3576" y="2458"/>
                    <a:pt x="3687" y="2497"/>
                    <a:pt x="3797" y="2497"/>
                  </a:cubicBezTo>
                  <a:cubicBezTo>
                    <a:pt x="3907" y="2497"/>
                    <a:pt x="4017" y="2458"/>
                    <a:pt x="4096" y="2379"/>
                  </a:cubicBezTo>
                  <a:cubicBezTo>
                    <a:pt x="4254" y="2222"/>
                    <a:pt x="4254" y="1938"/>
                    <a:pt x="4096" y="1781"/>
                  </a:cubicBezTo>
                  <a:lnTo>
                    <a:pt x="2395" y="142"/>
                  </a:lnTo>
                  <a:cubicBezTo>
                    <a:pt x="2316" y="48"/>
                    <a:pt x="2206" y="1"/>
                    <a:pt x="20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4495;p46">
            <a:extLst>
              <a:ext uri="{FF2B5EF4-FFF2-40B4-BE49-F238E27FC236}">
                <a16:creationId xmlns:a16="http://schemas.microsoft.com/office/drawing/2014/main" id="{ED5054F2-437F-452E-B702-7E204E55447F}"/>
              </a:ext>
            </a:extLst>
          </p:cNvPr>
          <p:cNvGrpSpPr/>
          <p:nvPr/>
        </p:nvGrpSpPr>
        <p:grpSpPr>
          <a:xfrm>
            <a:off x="4776017" y="1693007"/>
            <a:ext cx="495009" cy="493802"/>
            <a:chOff x="-59092025" y="2296300"/>
            <a:chExt cx="317425" cy="316650"/>
          </a:xfrm>
          <a:solidFill>
            <a:srgbClr val="1A4B9F"/>
          </a:solidFill>
        </p:grpSpPr>
        <p:sp>
          <p:nvSpPr>
            <p:cNvPr id="96" name="Google Shape;4496;p46">
              <a:extLst>
                <a:ext uri="{FF2B5EF4-FFF2-40B4-BE49-F238E27FC236}">
                  <a16:creationId xmlns:a16="http://schemas.microsoft.com/office/drawing/2014/main" id="{BF0757A5-28A8-4D02-BA88-8C1533F666F7}"/>
                </a:ext>
              </a:extLst>
            </p:cNvPr>
            <p:cNvSpPr/>
            <p:nvPr/>
          </p:nvSpPr>
          <p:spPr>
            <a:xfrm>
              <a:off x="-58994350" y="2382950"/>
              <a:ext cx="122875" cy="133925"/>
            </a:xfrm>
            <a:custGeom>
              <a:avLst/>
              <a:gdLst/>
              <a:ahLst/>
              <a:cxnLst/>
              <a:rect l="l" t="t" r="r" b="b"/>
              <a:pathLst>
                <a:path w="4915" h="5357" extrusionOk="0">
                  <a:moveTo>
                    <a:pt x="2457" y="819"/>
                  </a:moveTo>
                  <a:cubicBezTo>
                    <a:pt x="2930" y="819"/>
                    <a:pt x="3277" y="1166"/>
                    <a:pt x="3277" y="1639"/>
                  </a:cubicBezTo>
                  <a:cubicBezTo>
                    <a:pt x="3277" y="2111"/>
                    <a:pt x="2930" y="2458"/>
                    <a:pt x="2457" y="2458"/>
                  </a:cubicBezTo>
                  <a:cubicBezTo>
                    <a:pt x="1985" y="2458"/>
                    <a:pt x="1607" y="2111"/>
                    <a:pt x="1607" y="1639"/>
                  </a:cubicBezTo>
                  <a:cubicBezTo>
                    <a:pt x="1607" y="1166"/>
                    <a:pt x="2016" y="819"/>
                    <a:pt x="2457" y="819"/>
                  </a:cubicBezTo>
                  <a:close/>
                  <a:moveTo>
                    <a:pt x="2489" y="3245"/>
                  </a:moveTo>
                  <a:cubicBezTo>
                    <a:pt x="3277" y="3245"/>
                    <a:pt x="3907" y="3781"/>
                    <a:pt x="4096" y="4506"/>
                  </a:cubicBezTo>
                  <a:lnTo>
                    <a:pt x="882" y="4506"/>
                  </a:lnTo>
                  <a:cubicBezTo>
                    <a:pt x="1071" y="3812"/>
                    <a:pt x="1701" y="3245"/>
                    <a:pt x="2489" y="3245"/>
                  </a:cubicBezTo>
                  <a:close/>
                  <a:moveTo>
                    <a:pt x="2489" y="0"/>
                  </a:moveTo>
                  <a:cubicBezTo>
                    <a:pt x="1575" y="0"/>
                    <a:pt x="819" y="725"/>
                    <a:pt x="819" y="1639"/>
                  </a:cubicBezTo>
                  <a:cubicBezTo>
                    <a:pt x="819" y="2080"/>
                    <a:pt x="977" y="2458"/>
                    <a:pt x="1292" y="2773"/>
                  </a:cubicBezTo>
                  <a:cubicBezTo>
                    <a:pt x="567" y="3214"/>
                    <a:pt x="0" y="4001"/>
                    <a:pt x="0" y="4947"/>
                  </a:cubicBezTo>
                  <a:cubicBezTo>
                    <a:pt x="0" y="5199"/>
                    <a:pt x="189" y="5356"/>
                    <a:pt x="410" y="5356"/>
                  </a:cubicBezTo>
                  <a:lnTo>
                    <a:pt x="4537" y="5356"/>
                  </a:lnTo>
                  <a:cubicBezTo>
                    <a:pt x="4757" y="5356"/>
                    <a:pt x="4915" y="5136"/>
                    <a:pt x="4915" y="4947"/>
                  </a:cubicBezTo>
                  <a:cubicBezTo>
                    <a:pt x="4915" y="4001"/>
                    <a:pt x="4411" y="3182"/>
                    <a:pt x="3655" y="2773"/>
                  </a:cubicBezTo>
                  <a:cubicBezTo>
                    <a:pt x="3938" y="2458"/>
                    <a:pt x="4127" y="2080"/>
                    <a:pt x="4127" y="1639"/>
                  </a:cubicBezTo>
                  <a:cubicBezTo>
                    <a:pt x="4127" y="725"/>
                    <a:pt x="3403" y="0"/>
                    <a:pt x="24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4497;p46">
              <a:extLst>
                <a:ext uri="{FF2B5EF4-FFF2-40B4-BE49-F238E27FC236}">
                  <a16:creationId xmlns:a16="http://schemas.microsoft.com/office/drawing/2014/main" id="{B9B571D4-F13C-4528-9587-8978F470ED2C}"/>
                </a:ext>
              </a:extLst>
            </p:cNvPr>
            <p:cNvSpPr/>
            <p:nvPr/>
          </p:nvSpPr>
          <p:spPr>
            <a:xfrm>
              <a:off x="-59092025" y="2296300"/>
              <a:ext cx="317425" cy="316650"/>
            </a:xfrm>
            <a:custGeom>
              <a:avLst/>
              <a:gdLst/>
              <a:ahLst/>
              <a:cxnLst/>
              <a:rect l="l" t="t" r="r" b="b"/>
              <a:pathLst>
                <a:path w="12697" h="12666" extrusionOk="0">
                  <a:moveTo>
                    <a:pt x="1261" y="820"/>
                  </a:moveTo>
                  <a:cubicBezTo>
                    <a:pt x="1513" y="820"/>
                    <a:pt x="1702" y="1009"/>
                    <a:pt x="1702" y="1198"/>
                  </a:cubicBezTo>
                  <a:cubicBezTo>
                    <a:pt x="1670" y="1450"/>
                    <a:pt x="1513" y="1639"/>
                    <a:pt x="1261" y="1639"/>
                  </a:cubicBezTo>
                  <a:cubicBezTo>
                    <a:pt x="1040" y="1639"/>
                    <a:pt x="883" y="1450"/>
                    <a:pt x="883" y="1198"/>
                  </a:cubicBezTo>
                  <a:cubicBezTo>
                    <a:pt x="883" y="977"/>
                    <a:pt x="1072" y="820"/>
                    <a:pt x="1261" y="820"/>
                  </a:cubicBezTo>
                  <a:close/>
                  <a:moveTo>
                    <a:pt x="11468" y="820"/>
                  </a:moveTo>
                  <a:cubicBezTo>
                    <a:pt x="11720" y="820"/>
                    <a:pt x="11878" y="1009"/>
                    <a:pt x="11878" y="1198"/>
                  </a:cubicBezTo>
                  <a:cubicBezTo>
                    <a:pt x="11878" y="1450"/>
                    <a:pt x="11657" y="1639"/>
                    <a:pt x="11468" y="1639"/>
                  </a:cubicBezTo>
                  <a:cubicBezTo>
                    <a:pt x="11248" y="1639"/>
                    <a:pt x="11027" y="1450"/>
                    <a:pt x="11027" y="1198"/>
                  </a:cubicBezTo>
                  <a:cubicBezTo>
                    <a:pt x="11027" y="1009"/>
                    <a:pt x="11248" y="820"/>
                    <a:pt x="11468" y="820"/>
                  </a:cubicBezTo>
                  <a:close/>
                  <a:moveTo>
                    <a:pt x="6396" y="2616"/>
                  </a:moveTo>
                  <a:cubicBezTo>
                    <a:pt x="7341" y="2616"/>
                    <a:pt x="8286" y="2994"/>
                    <a:pt x="9042" y="3718"/>
                  </a:cubicBezTo>
                  <a:cubicBezTo>
                    <a:pt x="10492" y="5136"/>
                    <a:pt x="10492" y="7499"/>
                    <a:pt x="9042" y="8917"/>
                  </a:cubicBezTo>
                  <a:cubicBezTo>
                    <a:pt x="8318" y="9641"/>
                    <a:pt x="7373" y="10019"/>
                    <a:pt x="6396" y="10019"/>
                  </a:cubicBezTo>
                  <a:cubicBezTo>
                    <a:pt x="4348" y="10019"/>
                    <a:pt x="2647" y="8381"/>
                    <a:pt x="2647" y="6333"/>
                  </a:cubicBezTo>
                  <a:cubicBezTo>
                    <a:pt x="2647" y="4222"/>
                    <a:pt x="4348" y="2616"/>
                    <a:pt x="6396" y="2616"/>
                  </a:cubicBezTo>
                  <a:close/>
                  <a:moveTo>
                    <a:pt x="1261" y="10965"/>
                  </a:moveTo>
                  <a:cubicBezTo>
                    <a:pt x="1513" y="10965"/>
                    <a:pt x="1702" y="11185"/>
                    <a:pt x="1702" y="11406"/>
                  </a:cubicBezTo>
                  <a:cubicBezTo>
                    <a:pt x="1670" y="11658"/>
                    <a:pt x="1513" y="11847"/>
                    <a:pt x="1261" y="11847"/>
                  </a:cubicBezTo>
                  <a:cubicBezTo>
                    <a:pt x="1040" y="11847"/>
                    <a:pt x="883" y="11658"/>
                    <a:pt x="883" y="11406"/>
                  </a:cubicBezTo>
                  <a:cubicBezTo>
                    <a:pt x="883" y="11185"/>
                    <a:pt x="1072" y="10965"/>
                    <a:pt x="1261" y="10965"/>
                  </a:cubicBezTo>
                  <a:close/>
                  <a:moveTo>
                    <a:pt x="11468" y="11028"/>
                  </a:moveTo>
                  <a:cubicBezTo>
                    <a:pt x="11720" y="11028"/>
                    <a:pt x="11878" y="11217"/>
                    <a:pt x="11878" y="11437"/>
                  </a:cubicBezTo>
                  <a:cubicBezTo>
                    <a:pt x="11878" y="11689"/>
                    <a:pt x="11657" y="11878"/>
                    <a:pt x="11468" y="11878"/>
                  </a:cubicBezTo>
                  <a:cubicBezTo>
                    <a:pt x="11248" y="11878"/>
                    <a:pt x="11027" y="11689"/>
                    <a:pt x="11027" y="11437"/>
                  </a:cubicBezTo>
                  <a:cubicBezTo>
                    <a:pt x="11027" y="11217"/>
                    <a:pt x="11248" y="11028"/>
                    <a:pt x="11468" y="11028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58"/>
                    <a:pt x="1229" y="2458"/>
                  </a:cubicBezTo>
                  <a:cubicBezTo>
                    <a:pt x="1418" y="2458"/>
                    <a:pt x="1576" y="2427"/>
                    <a:pt x="1796" y="2364"/>
                  </a:cubicBezTo>
                  <a:lnTo>
                    <a:pt x="2836" y="3403"/>
                  </a:lnTo>
                  <a:cubicBezTo>
                    <a:pt x="2174" y="4222"/>
                    <a:pt x="1828" y="5231"/>
                    <a:pt x="1828" y="6302"/>
                  </a:cubicBezTo>
                  <a:cubicBezTo>
                    <a:pt x="1828" y="7341"/>
                    <a:pt x="2174" y="8381"/>
                    <a:pt x="2899" y="9200"/>
                  </a:cubicBezTo>
                  <a:lnTo>
                    <a:pt x="1796" y="10303"/>
                  </a:lnTo>
                  <a:cubicBezTo>
                    <a:pt x="1639" y="10240"/>
                    <a:pt x="1418" y="10177"/>
                    <a:pt x="1229" y="10177"/>
                  </a:cubicBezTo>
                  <a:cubicBezTo>
                    <a:pt x="567" y="10177"/>
                    <a:pt x="0" y="10744"/>
                    <a:pt x="0" y="11437"/>
                  </a:cubicBezTo>
                  <a:cubicBezTo>
                    <a:pt x="0" y="12130"/>
                    <a:pt x="567" y="12666"/>
                    <a:pt x="1229" y="12666"/>
                  </a:cubicBezTo>
                  <a:cubicBezTo>
                    <a:pt x="1891" y="12666"/>
                    <a:pt x="2489" y="12130"/>
                    <a:pt x="2489" y="11437"/>
                  </a:cubicBezTo>
                  <a:cubicBezTo>
                    <a:pt x="2489" y="11248"/>
                    <a:pt x="2458" y="11091"/>
                    <a:pt x="2363" y="10901"/>
                  </a:cubicBezTo>
                  <a:lnTo>
                    <a:pt x="3466" y="9799"/>
                  </a:lnTo>
                  <a:cubicBezTo>
                    <a:pt x="4317" y="10460"/>
                    <a:pt x="5325" y="10838"/>
                    <a:pt x="6396" y="10838"/>
                  </a:cubicBezTo>
                  <a:cubicBezTo>
                    <a:pt x="7467" y="10838"/>
                    <a:pt x="8475" y="10492"/>
                    <a:pt x="9263" y="9830"/>
                  </a:cubicBezTo>
                  <a:lnTo>
                    <a:pt x="10334" y="10901"/>
                  </a:lnTo>
                  <a:cubicBezTo>
                    <a:pt x="10240" y="11059"/>
                    <a:pt x="10208" y="11248"/>
                    <a:pt x="10208" y="11437"/>
                  </a:cubicBezTo>
                  <a:cubicBezTo>
                    <a:pt x="10208" y="12099"/>
                    <a:pt x="10775" y="12666"/>
                    <a:pt x="11468" y="12666"/>
                  </a:cubicBezTo>
                  <a:cubicBezTo>
                    <a:pt x="12130" y="12666"/>
                    <a:pt x="12697" y="12099"/>
                    <a:pt x="12697" y="11437"/>
                  </a:cubicBezTo>
                  <a:cubicBezTo>
                    <a:pt x="12697" y="10775"/>
                    <a:pt x="12130" y="10177"/>
                    <a:pt x="11468" y="10177"/>
                  </a:cubicBezTo>
                  <a:cubicBezTo>
                    <a:pt x="11279" y="10177"/>
                    <a:pt x="11122" y="10208"/>
                    <a:pt x="10933" y="10303"/>
                  </a:cubicBezTo>
                  <a:lnTo>
                    <a:pt x="9861" y="9232"/>
                  </a:lnTo>
                  <a:cubicBezTo>
                    <a:pt x="11279" y="7562"/>
                    <a:pt x="11279" y="5073"/>
                    <a:pt x="9861" y="3403"/>
                  </a:cubicBezTo>
                  <a:lnTo>
                    <a:pt x="10933" y="2364"/>
                  </a:lnTo>
                  <a:cubicBezTo>
                    <a:pt x="11122" y="2427"/>
                    <a:pt x="11279" y="2458"/>
                    <a:pt x="11468" y="2458"/>
                  </a:cubicBezTo>
                  <a:cubicBezTo>
                    <a:pt x="12130" y="2458"/>
                    <a:pt x="12697" y="1923"/>
                    <a:pt x="12697" y="1198"/>
                  </a:cubicBezTo>
                  <a:cubicBezTo>
                    <a:pt x="12697" y="536"/>
                    <a:pt x="12130" y="1"/>
                    <a:pt x="11468" y="1"/>
                  </a:cubicBezTo>
                  <a:cubicBezTo>
                    <a:pt x="10807" y="1"/>
                    <a:pt x="10208" y="536"/>
                    <a:pt x="10208" y="1198"/>
                  </a:cubicBezTo>
                  <a:cubicBezTo>
                    <a:pt x="10208" y="1419"/>
                    <a:pt x="10240" y="1576"/>
                    <a:pt x="10334" y="1765"/>
                  </a:cubicBezTo>
                  <a:lnTo>
                    <a:pt x="9263" y="2836"/>
                  </a:lnTo>
                  <a:cubicBezTo>
                    <a:pt x="8412" y="2127"/>
                    <a:pt x="7373" y="1773"/>
                    <a:pt x="6337" y="1773"/>
                  </a:cubicBezTo>
                  <a:cubicBezTo>
                    <a:pt x="5301" y="1773"/>
                    <a:pt x="4269" y="2127"/>
                    <a:pt x="3434" y="2836"/>
                  </a:cubicBezTo>
                  <a:lnTo>
                    <a:pt x="2363" y="1765"/>
                  </a:lnTo>
                  <a:cubicBezTo>
                    <a:pt x="2458" y="1608"/>
                    <a:pt x="2489" y="1419"/>
                    <a:pt x="2489" y="1198"/>
                  </a:cubicBezTo>
                  <a:cubicBezTo>
                    <a:pt x="2489" y="536"/>
                    <a:pt x="1954" y="1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" name="Google Shape;5881;p49">
            <a:extLst>
              <a:ext uri="{FF2B5EF4-FFF2-40B4-BE49-F238E27FC236}">
                <a16:creationId xmlns:a16="http://schemas.microsoft.com/office/drawing/2014/main" id="{1FE11338-50BC-4F2A-A5D9-9AB47F09F241}"/>
              </a:ext>
            </a:extLst>
          </p:cNvPr>
          <p:cNvSpPr/>
          <p:nvPr/>
        </p:nvSpPr>
        <p:spPr>
          <a:xfrm>
            <a:off x="8840697" y="4114997"/>
            <a:ext cx="509579" cy="464031"/>
          </a:xfrm>
          <a:custGeom>
            <a:avLst/>
            <a:gdLst/>
            <a:ahLst/>
            <a:cxnLst/>
            <a:rect l="l" t="t" r="r" b="b"/>
            <a:pathLst>
              <a:path w="12698" h="11563" extrusionOk="0">
                <a:moveTo>
                  <a:pt x="2490" y="820"/>
                </a:moveTo>
                <a:cubicBezTo>
                  <a:pt x="3529" y="914"/>
                  <a:pt x="4600" y="1292"/>
                  <a:pt x="5483" y="2017"/>
                </a:cubicBezTo>
                <a:lnTo>
                  <a:pt x="5798" y="2237"/>
                </a:lnTo>
                <a:lnTo>
                  <a:pt x="5798" y="10334"/>
                </a:lnTo>
                <a:lnTo>
                  <a:pt x="5766" y="10334"/>
                </a:lnTo>
                <a:cubicBezTo>
                  <a:pt x="4789" y="9609"/>
                  <a:pt x="3655" y="9168"/>
                  <a:pt x="2490" y="9105"/>
                </a:cubicBezTo>
                <a:lnTo>
                  <a:pt x="2490" y="820"/>
                </a:lnTo>
                <a:close/>
                <a:moveTo>
                  <a:pt x="9925" y="883"/>
                </a:moveTo>
                <a:lnTo>
                  <a:pt x="9925" y="9137"/>
                </a:lnTo>
                <a:cubicBezTo>
                  <a:pt x="8728" y="9200"/>
                  <a:pt x="7593" y="9609"/>
                  <a:pt x="6617" y="10334"/>
                </a:cubicBezTo>
                <a:lnTo>
                  <a:pt x="6617" y="2300"/>
                </a:lnTo>
                <a:lnTo>
                  <a:pt x="6932" y="2048"/>
                </a:lnTo>
                <a:cubicBezTo>
                  <a:pt x="7782" y="1355"/>
                  <a:pt x="8854" y="946"/>
                  <a:pt x="9925" y="883"/>
                </a:cubicBezTo>
                <a:close/>
                <a:moveTo>
                  <a:pt x="1702" y="2458"/>
                </a:moveTo>
                <a:lnTo>
                  <a:pt x="1702" y="9483"/>
                </a:lnTo>
                <a:cubicBezTo>
                  <a:pt x="1702" y="9735"/>
                  <a:pt x="1891" y="9924"/>
                  <a:pt x="2080" y="9924"/>
                </a:cubicBezTo>
                <a:cubicBezTo>
                  <a:pt x="3057" y="9924"/>
                  <a:pt x="4096" y="10208"/>
                  <a:pt x="4978" y="10744"/>
                </a:cubicBezTo>
                <a:lnTo>
                  <a:pt x="1261" y="10744"/>
                </a:lnTo>
                <a:cubicBezTo>
                  <a:pt x="1009" y="10744"/>
                  <a:pt x="851" y="10555"/>
                  <a:pt x="851" y="10334"/>
                </a:cubicBezTo>
                <a:lnTo>
                  <a:pt x="851" y="2867"/>
                </a:lnTo>
                <a:cubicBezTo>
                  <a:pt x="851" y="2647"/>
                  <a:pt x="1040" y="2489"/>
                  <a:pt x="1261" y="2458"/>
                </a:cubicBezTo>
                <a:close/>
                <a:moveTo>
                  <a:pt x="11406" y="2458"/>
                </a:moveTo>
                <a:cubicBezTo>
                  <a:pt x="11658" y="2458"/>
                  <a:pt x="11815" y="2647"/>
                  <a:pt x="11847" y="2867"/>
                </a:cubicBezTo>
                <a:lnTo>
                  <a:pt x="11847" y="10334"/>
                </a:lnTo>
                <a:cubicBezTo>
                  <a:pt x="11847" y="10555"/>
                  <a:pt x="11658" y="10712"/>
                  <a:pt x="11406" y="10744"/>
                </a:cubicBezTo>
                <a:lnTo>
                  <a:pt x="7436" y="10744"/>
                </a:lnTo>
                <a:cubicBezTo>
                  <a:pt x="8255" y="10239"/>
                  <a:pt x="9295" y="9924"/>
                  <a:pt x="10303" y="9924"/>
                </a:cubicBezTo>
                <a:cubicBezTo>
                  <a:pt x="10555" y="9924"/>
                  <a:pt x="10712" y="9735"/>
                  <a:pt x="10712" y="9483"/>
                </a:cubicBezTo>
                <a:lnTo>
                  <a:pt x="10712" y="2458"/>
                </a:lnTo>
                <a:close/>
                <a:moveTo>
                  <a:pt x="2080" y="0"/>
                </a:moveTo>
                <a:cubicBezTo>
                  <a:pt x="1828" y="0"/>
                  <a:pt x="1670" y="189"/>
                  <a:pt x="1670" y="410"/>
                </a:cubicBezTo>
                <a:lnTo>
                  <a:pt x="1670" y="1670"/>
                </a:lnTo>
                <a:lnTo>
                  <a:pt x="1261" y="1670"/>
                </a:lnTo>
                <a:cubicBezTo>
                  <a:pt x="568" y="1670"/>
                  <a:pt x="1" y="2206"/>
                  <a:pt x="32" y="2930"/>
                </a:cubicBezTo>
                <a:lnTo>
                  <a:pt x="32" y="10334"/>
                </a:lnTo>
                <a:cubicBezTo>
                  <a:pt x="32" y="10996"/>
                  <a:pt x="568" y="11563"/>
                  <a:pt x="1261" y="11563"/>
                </a:cubicBezTo>
                <a:lnTo>
                  <a:pt x="11437" y="11563"/>
                </a:lnTo>
                <a:cubicBezTo>
                  <a:pt x="12130" y="11563"/>
                  <a:pt x="12697" y="11027"/>
                  <a:pt x="12697" y="10334"/>
                </a:cubicBezTo>
                <a:lnTo>
                  <a:pt x="12697" y="2867"/>
                </a:lnTo>
                <a:cubicBezTo>
                  <a:pt x="12666" y="2206"/>
                  <a:pt x="12130" y="1670"/>
                  <a:pt x="11437" y="1670"/>
                </a:cubicBezTo>
                <a:lnTo>
                  <a:pt x="10744" y="1670"/>
                </a:lnTo>
                <a:lnTo>
                  <a:pt x="10744" y="410"/>
                </a:lnTo>
                <a:cubicBezTo>
                  <a:pt x="10744" y="158"/>
                  <a:pt x="10555" y="0"/>
                  <a:pt x="10334" y="0"/>
                </a:cubicBezTo>
                <a:cubicBezTo>
                  <a:pt x="8980" y="0"/>
                  <a:pt x="7562" y="473"/>
                  <a:pt x="6396" y="1387"/>
                </a:cubicBezTo>
                <a:lnTo>
                  <a:pt x="6207" y="1544"/>
                </a:lnTo>
                <a:lnTo>
                  <a:pt x="6018" y="1387"/>
                </a:lnTo>
                <a:cubicBezTo>
                  <a:pt x="4915" y="473"/>
                  <a:pt x="3498" y="0"/>
                  <a:pt x="2080" y="0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6272;p50">
            <a:extLst>
              <a:ext uri="{FF2B5EF4-FFF2-40B4-BE49-F238E27FC236}">
                <a16:creationId xmlns:a16="http://schemas.microsoft.com/office/drawing/2014/main" id="{A62C7242-4200-4360-8811-EE2E28D84673}"/>
              </a:ext>
            </a:extLst>
          </p:cNvPr>
          <p:cNvSpPr/>
          <p:nvPr/>
        </p:nvSpPr>
        <p:spPr>
          <a:xfrm>
            <a:off x="1484258" y="2469840"/>
            <a:ext cx="495009" cy="494966"/>
          </a:xfrm>
          <a:custGeom>
            <a:avLst/>
            <a:gdLst/>
            <a:ahLst/>
            <a:cxnLst/>
            <a:rect l="l" t="t" r="r" b="b"/>
            <a:pathLst>
              <a:path w="11658" h="11657" extrusionOk="0">
                <a:moveTo>
                  <a:pt x="5829" y="662"/>
                </a:moveTo>
                <a:cubicBezTo>
                  <a:pt x="6396" y="662"/>
                  <a:pt x="6869" y="1134"/>
                  <a:pt x="6869" y="1670"/>
                </a:cubicBezTo>
                <a:cubicBezTo>
                  <a:pt x="6869" y="2237"/>
                  <a:pt x="6396" y="2741"/>
                  <a:pt x="5829" y="2741"/>
                </a:cubicBezTo>
                <a:cubicBezTo>
                  <a:pt x="5294" y="2710"/>
                  <a:pt x="4821" y="2237"/>
                  <a:pt x="4821" y="1670"/>
                </a:cubicBezTo>
                <a:cubicBezTo>
                  <a:pt x="4821" y="1134"/>
                  <a:pt x="5294" y="662"/>
                  <a:pt x="5829" y="662"/>
                </a:cubicBezTo>
                <a:close/>
                <a:moveTo>
                  <a:pt x="5829" y="3403"/>
                </a:moveTo>
                <a:cubicBezTo>
                  <a:pt x="7058" y="3403"/>
                  <a:pt x="8034" y="4316"/>
                  <a:pt x="8192" y="5451"/>
                </a:cubicBezTo>
                <a:lnTo>
                  <a:pt x="3466" y="5451"/>
                </a:lnTo>
                <a:cubicBezTo>
                  <a:pt x="3624" y="4285"/>
                  <a:pt x="4600" y="3403"/>
                  <a:pt x="5829" y="3403"/>
                </a:cubicBezTo>
                <a:close/>
                <a:moveTo>
                  <a:pt x="1702" y="8885"/>
                </a:moveTo>
                <a:cubicBezTo>
                  <a:pt x="2269" y="8885"/>
                  <a:pt x="2710" y="9357"/>
                  <a:pt x="2710" y="9924"/>
                </a:cubicBezTo>
                <a:cubicBezTo>
                  <a:pt x="2710" y="10460"/>
                  <a:pt x="2269" y="10932"/>
                  <a:pt x="1702" y="10932"/>
                </a:cubicBezTo>
                <a:cubicBezTo>
                  <a:pt x="1135" y="10932"/>
                  <a:pt x="694" y="10460"/>
                  <a:pt x="694" y="9924"/>
                </a:cubicBezTo>
                <a:cubicBezTo>
                  <a:pt x="694" y="9357"/>
                  <a:pt x="1135" y="8885"/>
                  <a:pt x="1702" y="8885"/>
                </a:cubicBezTo>
                <a:close/>
                <a:moveTo>
                  <a:pt x="5829" y="8885"/>
                </a:moveTo>
                <a:cubicBezTo>
                  <a:pt x="6396" y="8885"/>
                  <a:pt x="6869" y="9357"/>
                  <a:pt x="6869" y="9924"/>
                </a:cubicBezTo>
                <a:cubicBezTo>
                  <a:pt x="6869" y="10460"/>
                  <a:pt x="6396" y="10932"/>
                  <a:pt x="5829" y="10932"/>
                </a:cubicBezTo>
                <a:cubicBezTo>
                  <a:pt x="5294" y="10932"/>
                  <a:pt x="4821" y="10460"/>
                  <a:pt x="4821" y="9924"/>
                </a:cubicBezTo>
                <a:cubicBezTo>
                  <a:pt x="4821" y="9357"/>
                  <a:pt x="5294" y="8885"/>
                  <a:pt x="5829" y="8885"/>
                </a:cubicBezTo>
                <a:close/>
                <a:moveTo>
                  <a:pt x="9956" y="8885"/>
                </a:moveTo>
                <a:cubicBezTo>
                  <a:pt x="10523" y="8885"/>
                  <a:pt x="10996" y="9357"/>
                  <a:pt x="10996" y="9924"/>
                </a:cubicBezTo>
                <a:cubicBezTo>
                  <a:pt x="10996" y="10460"/>
                  <a:pt x="10523" y="10932"/>
                  <a:pt x="9956" y="10932"/>
                </a:cubicBezTo>
                <a:cubicBezTo>
                  <a:pt x="9421" y="10932"/>
                  <a:pt x="8948" y="10460"/>
                  <a:pt x="8948" y="9924"/>
                </a:cubicBezTo>
                <a:cubicBezTo>
                  <a:pt x="8948" y="9357"/>
                  <a:pt x="9421" y="8885"/>
                  <a:pt x="9956" y="8885"/>
                </a:cubicBezTo>
                <a:close/>
                <a:moveTo>
                  <a:pt x="5829" y="0"/>
                </a:moveTo>
                <a:cubicBezTo>
                  <a:pt x="4884" y="0"/>
                  <a:pt x="4128" y="725"/>
                  <a:pt x="4128" y="1670"/>
                </a:cubicBezTo>
                <a:cubicBezTo>
                  <a:pt x="4128" y="2143"/>
                  <a:pt x="4285" y="2584"/>
                  <a:pt x="4663" y="2899"/>
                </a:cubicBezTo>
                <a:lnTo>
                  <a:pt x="4695" y="2930"/>
                </a:lnTo>
                <a:cubicBezTo>
                  <a:pt x="3561" y="3403"/>
                  <a:pt x="2773" y="4505"/>
                  <a:pt x="2773" y="5766"/>
                </a:cubicBezTo>
                <a:cubicBezTo>
                  <a:pt x="2773" y="5955"/>
                  <a:pt x="2931" y="6144"/>
                  <a:pt x="3120" y="6144"/>
                </a:cubicBezTo>
                <a:lnTo>
                  <a:pt x="5514" y="6144"/>
                </a:lnTo>
                <a:lnTo>
                  <a:pt x="5514" y="6837"/>
                </a:lnTo>
                <a:lnTo>
                  <a:pt x="2395" y="6837"/>
                </a:lnTo>
                <a:cubicBezTo>
                  <a:pt x="1860" y="6837"/>
                  <a:pt x="1387" y="7309"/>
                  <a:pt x="1387" y="7876"/>
                </a:cubicBezTo>
                <a:lnTo>
                  <a:pt x="1387" y="8254"/>
                </a:lnTo>
                <a:cubicBezTo>
                  <a:pt x="599" y="8412"/>
                  <a:pt x="1" y="9137"/>
                  <a:pt x="1" y="9956"/>
                </a:cubicBezTo>
                <a:cubicBezTo>
                  <a:pt x="1" y="10901"/>
                  <a:pt x="757" y="11657"/>
                  <a:pt x="1702" y="11657"/>
                </a:cubicBezTo>
                <a:cubicBezTo>
                  <a:pt x="2647" y="11657"/>
                  <a:pt x="3403" y="10901"/>
                  <a:pt x="3403" y="9956"/>
                </a:cubicBezTo>
                <a:cubicBezTo>
                  <a:pt x="3403" y="9137"/>
                  <a:pt x="2805" y="8412"/>
                  <a:pt x="2017" y="8254"/>
                </a:cubicBezTo>
                <a:lnTo>
                  <a:pt x="2017" y="7876"/>
                </a:lnTo>
                <a:cubicBezTo>
                  <a:pt x="2017" y="7656"/>
                  <a:pt x="2175" y="7498"/>
                  <a:pt x="2364" y="7498"/>
                </a:cubicBezTo>
                <a:lnTo>
                  <a:pt x="5483" y="7498"/>
                </a:lnTo>
                <a:lnTo>
                  <a:pt x="5483" y="8223"/>
                </a:lnTo>
                <a:cubicBezTo>
                  <a:pt x="4695" y="8380"/>
                  <a:pt x="4096" y="9074"/>
                  <a:pt x="4096" y="9924"/>
                </a:cubicBezTo>
                <a:cubicBezTo>
                  <a:pt x="4096" y="10869"/>
                  <a:pt x="4852" y="11594"/>
                  <a:pt x="5798" y="11594"/>
                </a:cubicBezTo>
                <a:cubicBezTo>
                  <a:pt x="6743" y="11594"/>
                  <a:pt x="7499" y="10869"/>
                  <a:pt x="7499" y="9924"/>
                </a:cubicBezTo>
                <a:cubicBezTo>
                  <a:pt x="7499" y="9074"/>
                  <a:pt x="6900" y="8380"/>
                  <a:pt x="6113" y="8223"/>
                </a:cubicBezTo>
                <a:lnTo>
                  <a:pt x="6113" y="7498"/>
                </a:lnTo>
                <a:lnTo>
                  <a:pt x="9232" y="7498"/>
                </a:lnTo>
                <a:cubicBezTo>
                  <a:pt x="9421" y="7498"/>
                  <a:pt x="9578" y="7656"/>
                  <a:pt x="9578" y="7876"/>
                </a:cubicBezTo>
                <a:lnTo>
                  <a:pt x="9578" y="8254"/>
                </a:lnTo>
                <a:cubicBezTo>
                  <a:pt x="8791" y="8412"/>
                  <a:pt x="8192" y="9137"/>
                  <a:pt x="8192" y="9956"/>
                </a:cubicBezTo>
                <a:cubicBezTo>
                  <a:pt x="8192" y="10901"/>
                  <a:pt x="8948" y="11657"/>
                  <a:pt x="9893" y="11657"/>
                </a:cubicBezTo>
                <a:cubicBezTo>
                  <a:pt x="10838" y="11657"/>
                  <a:pt x="11595" y="10901"/>
                  <a:pt x="11595" y="9956"/>
                </a:cubicBezTo>
                <a:cubicBezTo>
                  <a:pt x="11658" y="9074"/>
                  <a:pt x="11059" y="8412"/>
                  <a:pt x="10271" y="8254"/>
                </a:cubicBezTo>
                <a:lnTo>
                  <a:pt x="10271" y="7876"/>
                </a:lnTo>
                <a:cubicBezTo>
                  <a:pt x="10271" y="7309"/>
                  <a:pt x="9799" y="6837"/>
                  <a:pt x="9263" y="6837"/>
                </a:cubicBezTo>
                <a:lnTo>
                  <a:pt x="6144" y="6837"/>
                </a:lnTo>
                <a:lnTo>
                  <a:pt x="6144" y="6144"/>
                </a:lnTo>
                <a:lnTo>
                  <a:pt x="8539" y="6144"/>
                </a:lnTo>
                <a:cubicBezTo>
                  <a:pt x="8759" y="6144"/>
                  <a:pt x="8917" y="5955"/>
                  <a:pt x="8917" y="5766"/>
                </a:cubicBezTo>
                <a:cubicBezTo>
                  <a:pt x="8917" y="4474"/>
                  <a:pt x="8129" y="3371"/>
                  <a:pt x="6963" y="2930"/>
                </a:cubicBezTo>
                <a:lnTo>
                  <a:pt x="7026" y="2899"/>
                </a:lnTo>
                <a:cubicBezTo>
                  <a:pt x="7341" y="2584"/>
                  <a:pt x="7530" y="2143"/>
                  <a:pt x="7530" y="1670"/>
                </a:cubicBezTo>
                <a:cubicBezTo>
                  <a:pt x="7530" y="725"/>
                  <a:pt x="6774" y="0"/>
                  <a:pt x="5829" y="0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6274;p50">
            <a:extLst>
              <a:ext uri="{FF2B5EF4-FFF2-40B4-BE49-F238E27FC236}">
                <a16:creationId xmlns:a16="http://schemas.microsoft.com/office/drawing/2014/main" id="{2BB2136D-6B3F-4C12-9F20-A7A454CBDA37}"/>
              </a:ext>
            </a:extLst>
          </p:cNvPr>
          <p:cNvGrpSpPr/>
          <p:nvPr/>
        </p:nvGrpSpPr>
        <p:grpSpPr>
          <a:xfrm>
            <a:off x="1484258" y="4100187"/>
            <a:ext cx="495009" cy="493652"/>
            <a:chOff x="-30805300" y="1938725"/>
            <a:chExt cx="291450" cy="290650"/>
          </a:xfrm>
          <a:solidFill>
            <a:srgbClr val="1A4B9F"/>
          </a:solidFill>
        </p:grpSpPr>
        <p:sp>
          <p:nvSpPr>
            <p:cNvPr id="101" name="Google Shape;6275;p50">
              <a:extLst>
                <a:ext uri="{FF2B5EF4-FFF2-40B4-BE49-F238E27FC236}">
                  <a16:creationId xmlns:a16="http://schemas.microsoft.com/office/drawing/2014/main" id="{C318AF17-CDDE-49A9-8025-DBE392FA4394}"/>
                </a:ext>
              </a:extLst>
            </p:cNvPr>
            <p:cNvSpPr/>
            <p:nvPr/>
          </p:nvSpPr>
          <p:spPr>
            <a:xfrm>
              <a:off x="-30805300" y="1938725"/>
              <a:ext cx="291450" cy="290650"/>
            </a:xfrm>
            <a:custGeom>
              <a:avLst/>
              <a:gdLst/>
              <a:ahLst/>
              <a:cxnLst/>
              <a:rect l="l" t="t" r="r" b="b"/>
              <a:pathLst>
                <a:path w="11658" h="11626" extrusionOk="0">
                  <a:moveTo>
                    <a:pt x="6806" y="694"/>
                  </a:moveTo>
                  <a:lnTo>
                    <a:pt x="6806" y="1450"/>
                  </a:lnTo>
                  <a:lnTo>
                    <a:pt x="6112" y="1450"/>
                  </a:lnTo>
                  <a:lnTo>
                    <a:pt x="6112" y="694"/>
                  </a:lnTo>
                  <a:close/>
                  <a:moveTo>
                    <a:pt x="10586" y="4821"/>
                  </a:moveTo>
                  <a:cubicBezTo>
                    <a:pt x="10807" y="4821"/>
                    <a:pt x="10964" y="5010"/>
                    <a:pt x="10964" y="5199"/>
                  </a:cubicBezTo>
                  <a:cubicBezTo>
                    <a:pt x="10964" y="5388"/>
                    <a:pt x="10807" y="5545"/>
                    <a:pt x="10586" y="5545"/>
                  </a:cubicBezTo>
                  <a:lnTo>
                    <a:pt x="8570" y="5545"/>
                  </a:lnTo>
                  <a:cubicBezTo>
                    <a:pt x="8349" y="5545"/>
                    <a:pt x="8192" y="5388"/>
                    <a:pt x="8192" y="5199"/>
                  </a:cubicBezTo>
                  <a:cubicBezTo>
                    <a:pt x="8192" y="5010"/>
                    <a:pt x="8349" y="4821"/>
                    <a:pt x="8570" y="4821"/>
                  </a:cubicBezTo>
                  <a:close/>
                  <a:moveTo>
                    <a:pt x="6459" y="3529"/>
                  </a:moveTo>
                  <a:cubicBezTo>
                    <a:pt x="7089" y="3529"/>
                    <a:pt x="7656" y="3844"/>
                    <a:pt x="7971" y="4411"/>
                  </a:cubicBezTo>
                  <a:cubicBezTo>
                    <a:pt x="7688" y="4600"/>
                    <a:pt x="7499" y="4915"/>
                    <a:pt x="7499" y="5262"/>
                  </a:cubicBezTo>
                  <a:cubicBezTo>
                    <a:pt x="7499" y="5388"/>
                    <a:pt x="7530" y="5545"/>
                    <a:pt x="7562" y="5672"/>
                  </a:cubicBezTo>
                  <a:cubicBezTo>
                    <a:pt x="7121" y="5703"/>
                    <a:pt x="6806" y="6113"/>
                    <a:pt x="6806" y="6585"/>
                  </a:cubicBezTo>
                  <a:cubicBezTo>
                    <a:pt x="6806" y="6680"/>
                    <a:pt x="6806" y="6774"/>
                    <a:pt x="6869" y="6900"/>
                  </a:cubicBezTo>
                  <a:cubicBezTo>
                    <a:pt x="6743" y="6932"/>
                    <a:pt x="6617" y="6932"/>
                    <a:pt x="6459" y="6932"/>
                  </a:cubicBezTo>
                  <a:cubicBezTo>
                    <a:pt x="5514" y="6932"/>
                    <a:pt x="4758" y="6176"/>
                    <a:pt x="4758" y="5230"/>
                  </a:cubicBezTo>
                  <a:cubicBezTo>
                    <a:pt x="4758" y="4285"/>
                    <a:pt x="5514" y="3529"/>
                    <a:pt x="6459" y="3529"/>
                  </a:cubicBezTo>
                  <a:close/>
                  <a:moveTo>
                    <a:pt x="9893" y="6207"/>
                  </a:moveTo>
                  <a:cubicBezTo>
                    <a:pt x="10082" y="6207"/>
                    <a:pt x="10240" y="6365"/>
                    <a:pt x="10240" y="6585"/>
                  </a:cubicBezTo>
                  <a:cubicBezTo>
                    <a:pt x="10240" y="6774"/>
                    <a:pt x="10082" y="6932"/>
                    <a:pt x="9893" y="6932"/>
                  </a:cubicBezTo>
                  <a:lnTo>
                    <a:pt x="7845" y="6932"/>
                  </a:lnTo>
                  <a:cubicBezTo>
                    <a:pt x="7656" y="6932"/>
                    <a:pt x="7499" y="6774"/>
                    <a:pt x="7499" y="6585"/>
                  </a:cubicBezTo>
                  <a:cubicBezTo>
                    <a:pt x="7499" y="6365"/>
                    <a:pt x="7656" y="6207"/>
                    <a:pt x="7845" y="6207"/>
                  </a:cubicBezTo>
                  <a:close/>
                  <a:moveTo>
                    <a:pt x="9231" y="7562"/>
                  </a:moveTo>
                  <a:cubicBezTo>
                    <a:pt x="9420" y="7562"/>
                    <a:pt x="9578" y="7719"/>
                    <a:pt x="9578" y="7908"/>
                  </a:cubicBezTo>
                  <a:cubicBezTo>
                    <a:pt x="9578" y="8097"/>
                    <a:pt x="9420" y="8255"/>
                    <a:pt x="9231" y="8255"/>
                  </a:cubicBezTo>
                  <a:lnTo>
                    <a:pt x="7845" y="8255"/>
                  </a:lnTo>
                  <a:cubicBezTo>
                    <a:pt x="7656" y="8255"/>
                    <a:pt x="7499" y="8097"/>
                    <a:pt x="7499" y="7908"/>
                  </a:cubicBezTo>
                  <a:cubicBezTo>
                    <a:pt x="7499" y="7719"/>
                    <a:pt x="7656" y="7562"/>
                    <a:pt x="7845" y="7562"/>
                  </a:cubicBezTo>
                  <a:close/>
                  <a:moveTo>
                    <a:pt x="6595" y="2171"/>
                  </a:moveTo>
                  <a:cubicBezTo>
                    <a:pt x="7889" y="2171"/>
                    <a:pt x="8963" y="3033"/>
                    <a:pt x="9389" y="4159"/>
                  </a:cubicBezTo>
                  <a:lnTo>
                    <a:pt x="8633" y="4159"/>
                  </a:lnTo>
                  <a:cubicBezTo>
                    <a:pt x="8223" y="3340"/>
                    <a:pt x="7404" y="2805"/>
                    <a:pt x="6459" y="2805"/>
                  </a:cubicBezTo>
                  <a:cubicBezTo>
                    <a:pt x="5136" y="2805"/>
                    <a:pt x="4065" y="3844"/>
                    <a:pt x="4065" y="5199"/>
                  </a:cubicBezTo>
                  <a:cubicBezTo>
                    <a:pt x="4065" y="6522"/>
                    <a:pt x="5136" y="7593"/>
                    <a:pt x="6459" y="7593"/>
                  </a:cubicBezTo>
                  <a:cubicBezTo>
                    <a:pt x="6617" y="7593"/>
                    <a:pt x="6743" y="7593"/>
                    <a:pt x="6900" y="7562"/>
                  </a:cubicBezTo>
                  <a:lnTo>
                    <a:pt x="6900" y="7562"/>
                  </a:lnTo>
                  <a:cubicBezTo>
                    <a:pt x="6869" y="7688"/>
                    <a:pt x="6806" y="7782"/>
                    <a:pt x="6806" y="7940"/>
                  </a:cubicBezTo>
                  <a:cubicBezTo>
                    <a:pt x="6806" y="8066"/>
                    <a:pt x="6806" y="8192"/>
                    <a:pt x="6869" y="8255"/>
                  </a:cubicBezTo>
                  <a:cubicBezTo>
                    <a:pt x="6743" y="8255"/>
                    <a:pt x="6585" y="8318"/>
                    <a:pt x="6459" y="8318"/>
                  </a:cubicBezTo>
                  <a:cubicBezTo>
                    <a:pt x="4758" y="8318"/>
                    <a:pt x="3403" y="6932"/>
                    <a:pt x="3403" y="5230"/>
                  </a:cubicBezTo>
                  <a:cubicBezTo>
                    <a:pt x="3403" y="3529"/>
                    <a:pt x="4758" y="2174"/>
                    <a:pt x="6459" y="2174"/>
                  </a:cubicBezTo>
                  <a:cubicBezTo>
                    <a:pt x="6505" y="2172"/>
                    <a:pt x="6550" y="2171"/>
                    <a:pt x="6595" y="2171"/>
                  </a:cubicBezTo>
                  <a:close/>
                  <a:moveTo>
                    <a:pt x="8538" y="8917"/>
                  </a:moveTo>
                  <a:cubicBezTo>
                    <a:pt x="8759" y="8917"/>
                    <a:pt x="8916" y="9074"/>
                    <a:pt x="8916" y="9295"/>
                  </a:cubicBezTo>
                  <a:cubicBezTo>
                    <a:pt x="8853" y="9484"/>
                    <a:pt x="8696" y="9641"/>
                    <a:pt x="8538" y="9641"/>
                  </a:cubicBezTo>
                  <a:lnTo>
                    <a:pt x="7877" y="9641"/>
                  </a:lnTo>
                  <a:cubicBezTo>
                    <a:pt x="7688" y="9641"/>
                    <a:pt x="7530" y="9484"/>
                    <a:pt x="7530" y="9295"/>
                  </a:cubicBezTo>
                  <a:cubicBezTo>
                    <a:pt x="7530" y="9074"/>
                    <a:pt x="7688" y="8917"/>
                    <a:pt x="7877" y="8917"/>
                  </a:cubicBezTo>
                  <a:close/>
                  <a:moveTo>
                    <a:pt x="3592" y="1765"/>
                  </a:moveTo>
                  <a:cubicBezTo>
                    <a:pt x="3655" y="2111"/>
                    <a:pt x="3655" y="2427"/>
                    <a:pt x="3592" y="2805"/>
                  </a:cubicBezTo>
                  <a:cubicBezTo>
                    <a:pt x="3025" y="3466"/>
                    <a:pt x="2710" y="4285"/>
                    <a:pt x="2710" y="5199"/>
                  </a:cubicBezTo>
                  <a:cubicBezTo>
                    <a:pt x="2710" y="7278"/>
                    <a:pt x="4411" y="8917"/>
                    <a:pt x="6459" y="8917"/>
                  </a:cubicBezTo>
                  <a:cubicBezTo>
                    <a:pt x="6585" y="8917"/>
                    <a:pt x="6743" y="8917"/>
                    <a:pt x="6869" y="8885"/>
                  </a:cubicBezTo>
                  <a:lnTo>
                    <a:pt x="6869" y="8885"/>
                  </a:lnTo>
                  <a:cubicBezTo>
                    <a:pt x="6806" y="9011"/>
                    <a:pt x="6774" y="9137"/>
                    <a:pt x="6774" y="9232"/>
                  </a:cubicBezTo>
                  <a:cubicBezTo>
                    <a:pt x="6774" y="9358"/>
                    <a:pt x="6806" y="9484"/>
                    <a:pt x="6806" y="9610"/>
                  </a:cubicBezTo>
                  <a:lnTo>
                    <a:pt x="4915" y="9610"/>
                  </a:lnTo>
                  <a:cubicBezTo>
                    <a:pt x="4537" y="9641"/>
                    <a:pt x="4096" y="9830"/>
                    <a:pt x="3781" y="10145"/>
                  </a:cubicBezTo>
                  <a:lnTo>
                    <a:pt x="3088" y="10870"/>
                  </a:lnTo>
                  <a:lnTo>
                    <a:pt x="788" y="8633"/>
                  </a:lnTo>
                  <a:lnTo>
                    <a:pt x="1544" y="7908"/>
                  </a:lnTo>
                  <a:cubicBezTo>
                    <a:pt x="1859" y="7593"/>
                    <a:pt x="2048" y="7152"/>
                    <a:pt x="2048" y="6680"/>
                  </a:cubicBezTo>
                  <a:lnTo>
                    <a:pt x="2048" y="3655"/>
                  </a:lnTo>
                  <a:cubicBezTo>
                    <a:pt x="2048" y="3592"/>
                    <a:pt x="2080" y="3498"/>
                    <a:pt x="2143" y="3435"/>
                  </a:cubicBezTo>
                  <a:lnTo>
                    <a:pt x="3592" y="1765"/>
                  </a:lnTo>
                  <a:close/>
                  <a:moveTo>
                    <a:pt x="5167" y="1"/>
                  </a:moveTo>
                  <a:cubicBezTo>
                    <a:pt x="4978" y="1"/>
                    <a:pt x="4821" y="158"/>
                    <a:pt x="4821" y="347"/>
                  </a:cubicBezTo>
                  <a:cubicBezTo>
                    <a:pt x="4821" y="536"/>
                    <a:pt x="4978" y="694"/>
                    <a:pt x="5167" y="694"/>
                  </a:cubicBezTo>
                  <a:lnTo>
                    <a:pt x="5514" y="694"/>
                  </a:lnTo>
                  <a:lnTo>
                    <a:pt x="5514" y="1576"/>
                  </a:lnTo>
                  <a:cubicBezTo>
                    <a:pt x="5136" y="1702"/>
                    <a:pt x="4726" y="1891"/>
                    <a:pt x="4380" y="2111"/>
                  </a:cubicBezTo>
                  <a:cubicBezTo>
                    <a:pt x="4380" y="1796"/>
                    <a:pt x="4317" y="1481"/>
                    <a:pt x="4222" y="1229"/>
                  </a:cubicBezTo>
                  <a:lnTo>
                    <a:pt x="4159" y="977"/>
                  </a:lnTo>
                  <a:cubicBezTo>
                    <a:pt x="4096" y="851"/>
                    <a:pt x="4033" y="788"/>
                    <a:pt x="3907" y="757"/>
                  </a:cubicBezTo>
                  <a:cubicBezTo>
                    <a:pt x="3872" y="739"/>
                    <a:pt x="3839" y="731"/>
                    <a:pt x="3808" y="731"/>
                  </a:cubicBezTo>
                  <a:cubicBezTo>
                    <a:pt x="3728" y="731"/>
                    <a:pt x="3660" y="783"/>
                    <a:pt x="3592" y="851"/>
                  </a:cubicBezTo>
                  <a:lnTo>
                    <a:pt x="1702" y="2962"/>
                  </a:lnTo>
                  <a:cubicBezTo>
                    <a:pt x="1544" y="3151"/>
                    <a:pt x="1418" y="3372"/>
                    <a:pt x="1418" y="3624"/>
                  </a:cubicBezTo>
                  <a:lnTo>
                    <a:pt x="1418" y="6648"/>
                  </a:lnTo>
                  <a:cubicBezTo>
                    <a:pt x="1418" y="6932"/>
                    <a:pt x="1292" y="7152"/>
                    <a:pt x="1103" y="7373"/>
                  </a:cubicBezTo>
                  <a:lnTo>
                    <a:pt x="127" y="8349"/>
                  </a:lnTo>
                  <a:cubicBezTo>
                    <a:pt x="64" y="8412"/>
                    <a:pt x="1" y="8507"/>
                    <a:pt x="1" y="8570"/>
                  </a:cubicBezTo>
                  <a:cubicBezTo>
                    <a:pt x="1" y="8664"/>
                    <a:pt x="32" y="8790"/>
                    <a:pt x="127" y="8822"/>
                  </a:cubicBezTo>
                  <a:lnTo>
                    <a:pt x="2867" y="11531"/>
                  </a:lnTo>
                  <a:cubicBezTo>
                    <a:pt x="2930" y="11594"/>
                    <a:pt x="3025" y="11626"/>
                    <a:pt x="3116" y="11626"/>
                  </a:cubicBezTo>
                  <a:cubicBezTo>
                    <a:pt x="3206" y="11626"/>
                    <a:pt x="3293" y="11594"/>
                    <a:pt x="3340" y="11531"/>
                  </a:cubicBezTo>
                  <a:lnTo>
                    <a:pt x="4348" y="10555"/>
                  </a:lnTo>
                  <a:cubicBezTo>
                    <a:pt x="4537" y="10366"/>
                    <a:pt x="4758" y="10240"/>
                    <a:pt x="5041" y="10240"/>
                  </a:cubicBezTo>
                  <a:lnTo>
                    <a:pt x="8601" y="10240"/>
                  </a:lnTo>
                  <a:cubicBezTo>
                    <a:pt x="9137" y="10240"/>
                    <a:pt x="9610" y="9767"/>
                    <a:pt x="9610" y="9200"/>
                  </a:cubicBezTo>
                  <a:cubicBezTo>
                    <a:pt x="9610" y="9106"/>
                    <a:pt x="9578" y="8948"/>
                    <a:pt x="9547" y="8822"/>
                  </a:cubicBezTo>
                  <a:cubicBezTo>
                    <a:pt x="9956" y="8696"/>
                    <a:pt x="10303" y="8318"/>
                    <a:pt x="10303" y="7845"/>
                  </a:cubicBezTo>
                  <a:cubicBezTo>
                    <a:pt x="10303" y="7719"/>
                    <a:pt x="10240" y="7562"/>
                    <a:pt x="10208" y="7436"/>
                  </a:cubicBezTo>
                  <a:cubicBezTo>
                    <a:pt x="10649" y="7310"/>
                    <a:pt x="10964" y="6932"/>
                    <a:pt x="10964" y="6459"/>
                  </a:cubicBezTo>
                  <a:cubicBezTo>
                    <a:pt x="10964" y="6333"/>
                    <a:pt x="10933" y="6176"/>
                    <a:pt x="10870" y="6050"/>
                  </a:cubicBezTo>
                  <a:cubicBezTo>
                    <a:pt x="11027" y="6018"/>
                    <a:pt x="11185" y="5955"/>
                    <a:pt x="11342" y="5798"/>
                  </a:cubicBezTo>
                  <a:cubicBezTo>
                    <a:pt x="11563" y="5577"/>
                    <a:pt x="11657" y="5325"/>
                    <a:pt x="11657" y="5041"/>
                  </a:cubicBezTo>
                  <a:cubicBezTo>
                    <a:pt x="11657" y="4758"/>
                    <a:pt x="11563" y="4474"/>
                    <a:pt x="11342" y="4285"/>
                  </a:cubicBezTo>
                  <a:cubicBezTo>
                    <a:pt x="11122" y="4285"/>
                    <a:pt x="10870" y="4159"/>
                    <a:pt x="10586" y="4159"/>
                  </a:cubicBezTo>
                  <a:lnTo>
                    <a:pt x="10145" y="4159"/>
                  </a:lnTo>
                  <a:cubicBezTo>
                    <a:pt x="9767" y="2899"/>
                    <a:pt x="8790" y="1922"/>
                    <a:pt x="7530" y="1576"/>
                  </a:cubicBezTo>
                  <a:lnTo>
                    <a:pt x="7530" y="694"/>
                  </a:lnTo>
                  <a:lnTo>
                    <a:pt x="7877" y="694"/>
                  </a:lnTo>
                  <a:cubicBezTo>
                    <a:pt x="8097" y="694"/>
                    <a:pt x="8255" y="536"/>
                    <a:pt x="8255" y="347"/>
                  </a:cubicBezTo>
                  <a:cubicBezTo>
                    <a:pt x="8255" y="158"/>
                    <a:pt x="8097" y="1"/>
                    <a:pt x="78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6276;p50">
              <a:extLst>
                <a:ext uri="{FF2B5EF4-FFF2-40B4-BE49-F238E27FC236}">
                  <a16:creationId xmlns:a16="http://schemas.microsoft.com/office/drawing/2014/main" id="{71184B68-C06B-4BB9-99ED-FBF94F767CEC}"/>
                </a:ext>
              </a:extLst>
            </p:cNvPr>
            <p:cNvSpPr/>
            <p:nvPr/>
          </p:nvSpPr>
          <p:spPr>
            <a:xfrm>
              <a:off x="-30670625" y="2042700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1072" y="0"/>
                  </a:moveTo>
                  <a:cubicBezTo>
                    <a:pt x="883" y="0"/>
                    <a:pt x="725" y="158"/>
                    <a:pt x="725" y="378"/>
                  </a:cubicBezTo>
                  <a:lnTo>
                    <a:pt x="725" y="725"/>
                  </a:lnTo>
                  <a:lnTo>
                    <a:pt x="379" y="725"/>
                  </a:lnTo>
                  <a:cubicBezTo>
                    <a:pt x="158" y="725"/>
                    <a:pt x="1" y="882"/>
                    <a:pt x="1" y="1071"/>
                  </a:cubicBezTo>
                  <a:cubicBezTo>
                    <a:pt x="1" y="1260"/>
                    <a:pt x="158" y="1418"/>
                    <a:pt x="379" y="1418"/>
                  </a:cubicBezTo>
                  <a:lnTo>
                    <a:pt x="1041" y="1418"/>
                  </a:lnTo>
                  <a:cubicBezTo>
                    <a:pt x="1230" y="1418"/>
                    <a:pt x="1387" y="1260"/>
                    <a:pt x="1387" y="1071"/>
                  </a:cubicBezTo>
                  <a:lnTo>
                    <a:pt x="1387" y="410"/>
                  </a:ln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8386;p55">
            <a:extLst>
              <a:ext uri="{FF2B5EF4-FFF2-40B4-BE49-F238E27FC236}">
                <a16:creationId xmlns:a16="http://schemas.microsoft.com/office/drawing/2014/main" id="{BF16674C-A190-46F8-8F26-A439B4CB7FC4}"/>
              </a:ext>
            </a:extLst>
          </p:cNvPr>
          <p:cNvSpPr/>
          <p:nvPr/>
        </p:nvSpPr>
        <p:spPr>
          <a:xfrm>
            <a:off x="2284281" y="4077633"/>
            <a:ext cx="538802" cy="538758"/>
          </a:xfrm>
          <a:custGeom>
            <a:avLst/>
            <a:gdLst/>
            <a:ahLst/>
            <a:cxnLst/>
            <a:rect l="l" t="t" r="r" b="b"/>
            <a:pathLst>
              <a:path w="11847" h="11846" extrusionOk="0">
                <a:moveTo>
                  <a:pt x="10744" y="3718"/>
                </a:moveTo>
                <a:lnTo>
                  <a:pt x="10428" y="4348"/>
                </a:lnTo>
                <a:cubicBezTo>
                  <a:pt x="10397" y="4442"/>
                  <a:pt x="10397" y="4568"/>
                  <a:pt x="10428" y="4663"/>
                </a:cubicBezTo>
                <a:lnTo>
                  <a:pt x="10744" y="5293"/>
                </a:lnTo>
                <a:lnTo>
                  <a:pt x="9483" y="4915"/>
                </a:lnTo>
                <a:lnTo>
                  <a:pt x="9105" y="4505"/>
                </a:lnTo>
                <a:lnTo>
                  <a:pt x="9483" y="4127"/>
                </a:lnTo>
                <a:lnTo>
                  <a:pt x="10744" y="3718"/>
                </a:lnTo>
                <a:close/>
                <a:moveTo>
                  <a:pt x="4443" y="3497"/>
                </a:moveTo>
                <a:cubicBezTo>
                  <a:pt x="4884" y="3497"/>
                  <a:pt x="5262" y="3781"/>
                  <a:pt x="5419" y="4190"/>
                </a:cubicBezTo>
                <a:lnTo>
                  <a:pt x="4443" y="4190"/>
                </a:lnTo>
                <a:cubicBezTo>
                  <a:pt x="4253" y="4190"/>
                  <a:pt x="4096" y="4348"/>
                  <a:pt x="4096" y="4568"/>
                </a:cubicBezTo>
                <a:cubicBezTo>
                  <a:pt x="4096" y="4663"/>
                  <a:pt x="4253" y="4820"/>
                  <a:pt x="4443" y="4820"/>
                </a:cubicBezTo>
                <a:lnTo>
                  <a:pt x="5419" y="4820"/>
                </a:lnTo>
                <a:cubicBezTo>
                  <a:pt x="5262" y="5230"/>
                  <a:pt x="4915" y="5545"/>
                  <a:pt x="4443" y="5545"/>
                </a:cubicBezTo>
                <a:cubicBezTo>
                  <a:pt x="3844" y="5545"/>
                  <a:pt x="3434" y="5072"/>
                  <a:pt x="3434" y="4505"/>
                </a:cubicBezTo>
                <a:cubicBezTo>
                  <a:pt x="3434" y="3970"/>
                  <a:pt x="3907" y="3497"/>
                  <a:pt x="4443" y="3497"/>
                </a:cubicBezTo>
                <a:close/>
                <a:moveTo>
                  <a:pt x="4443" y="2080"/>
                </a:moveTo>
                <a:cubicBezTo>
                  <a:pt x="5671" y="2080"/>
                  <a:pt x="6679" y="2993"/>
                  <a:pt x="6837" y="4159"/>
                </a:cubicBezTo>
                <a:lnTo>
                  <a:pt x="6144" y="4159"/>
                </a:lnTo>
                <a:cubicBezTo>
                  <a:pt x="5986" y="3371"/>
                  <a:pt x="5262" y="2773"/>
                  <a:pt x="4443" y="2773"/>
                </a:cubicBezTo>
                <a:cubicBezTo>
                  <a:pt x="3497" y="2773"/>
                  <a:pt x="2710" y="3560"/>
                  <a:pt x="2710" y="4505"/>
                </a:cubicBezTo>
                <a:cubicBezTo>
                  <a:pt x="2710" y="5451"/>
                  <a:pt x="3497" y="6238"/>
                  <a:pt x="4443" y="6238"/>
                </a:cubicBezTo>
                <a:cubicBezTo>
                  <a:pt x="5262" y="6238"/>
                  <a:pt x="5986" y="5671"/>
                  <a:pt x="6144" y="4883"/>
                </a:cubicBezTo>
                <a:lnTo>
                  <a:pt x="6837" y="4883"/>
                </a:lnTo>
                <a:cubicBezTo>
                  <a:pt x="6679" y="6049"/>
                  <a:pt x="5671" y="6963"/>
                  <a:pt x="4443" y="6963"/>
                </a:cubicBezTo>
                <a:cubicBezTo>
                  <a:pt x="3119" y="6963"/>
                  <a:pt x="2017" y="5860"/>
                  <a:pt x="2017" y="4505"/>
                </a:cubicBezTo>
                <a:cubicBezTo>
                  <a:pt x="2017" y="3182"/>
                  <a:pt x="3119" y="2080"/>
                  <a:pt x="4443" y="2080"/>
                </a:cubicBezTo>
                <a:close/>
                <a:moveTo>
                  <a:pt x="4474" y="662"/>
                </a:moveTo>
                <a:cubicBezTo>
                  <a:pt x="6459" y="662"/>
                  <a:pt x="8097" y="2206"/>
                  <a:pt x="8255" y="4127"/>
                </a:cubicBezTo>
                <a:lnTo>
                  <a:pt x="7562" y="4127"/>
                </a:lnTo>
                <a:cubicBezTo>
                  <a:pt x="7372" y="2584"/>
                  <a:pt x="6049" y="1355"/>
                  <a:pt x="4443" y="1355"/>
                </a:cubicBezTo>
                <a:cubicBezTo>
                  <a:pt x="2710" y="1355"/>
                  <a:pt x="1324" y="2773"/>
                  <a:pt x="1324" y="4474"/>
                </a:cubicBezTo>
                <a:cubicBezTo>
                  <a:pt x="1324" y="6175"/>
                  <a:pt x="2741" y="7593"/>
                  <a:pt x="4443" y="7593"/>
                </a:cubicBezTo>
                <a:cubicBezTo>
                  <a:pt x="6049" y="7593"/>
                  <a:pt x="7372" y="6364"/>
                  <a:pt x="7562" y="4820"/>
                </a:cubicBezTo>
                <a:lnTo>
                  <a:pt x="8255" y="4820"/>
                </a:lnTo>
                <a:cubicBezTo>
                  <a:pt x="8097" y="6774"/>
                  <a:pt x="6459" y="8286"/>
                  <a:pt x="4474" y="8286"/>
                </a:cubicBezTo>
                <a:cubicBezTo>
                  <a:pt x="2395" y="8286"/>
                  <a:pt x="662" y="6616"/>
                  <a:pt x="662" y="4474"/>
                </a:cubicBezTo>
                <a:cubicBezTo>
                  <a:pt x="662" y="2363"/>
                  <a:pt x="2363" y="662"/>
                  <a:pt x="4474" y="662"/>
                </a:cubicBezTo>
                <a:close/>
                <a:moveTo>
                  <a:pt x="5734" y="8822"/>
                </a:moveTo>
                <a:lnTo>
                  <a:pt x="6049" y="9767"/>
                </a:lnTo>
                <a:lnTo>
                  <a:pt x="2836" y="9767"/>
                </a:lnTo>
                <a:lnTo>
                  <a:pt x="3151" y="8822"/>
                </a:lnTo>
                <a:cubicBezTo>
                  <a:pt x="3529" y="8916"/>
                  <a:pt x="4001" y="9011"/>
                  <a:pt x="4443" y="9011"/>
                </a:cubicBezTo>
                <a:cubicBezTo>
                  <a:pt x="4884" y="9011"/>
                  <a:pt x="5356" y="8916"/>
                  <a:pt x="5734" y="8822"/>
                </a:cubicBezTo>
                <a:close/>
                <a:moveTo>
                  <a:pt x="6522" y="10428"/>
                </a:moveTo>
                <a:cubicBezTo>
                  <a:pt x="6963" y="10428"/>
                  <a:pt x="7372" y="10680"/>
                  <a:pt x="7530" y="11121"/>
                </a:cubicBezTo>
                <a:lnTo>
                  <a:pt x="1418" y="11121"/>
                </a:lnTo>
                <a:cubicBezTo>
                  <a:pt x="1576" y="10743"/>
                  <a:pt x="1922" y="10428"/>
                  <a:pt x="2395" y="10428"/>
                </a:cubicBezTo>
                <a:close/>
                <a:moveTo>
                  <a:pt x="4474" y="0"/>
                </a:moveTo>
                <a:cubicBezTo>
                  <a:pt x="1985" y="0"/>
                  <a:pt x="0" y="1985"/>
                  <a:pt x="0" y="4474"/>
                </a:cubicBezTo>
                <a:cubicBezTo>
                  <a:pt x="0" y="6238"/>
                  <a:pt x="1040" y="7813"/>
                  <a:pt x="2552" y="8538"/>
                </a:cubicBezTo>
                <a:lnTo>
                  <a:pt x="2143" y="9767"/>
                </a:lnTo>
                <a:cubicBezTo>
                  <a:pt x="1324" y="9861"/>
                  <a:pt x="693" y="10586"/>
                  <a:pt x="693" y="11499"/>
                </a:cubicBezTo>
                <a:cubicBezTo>
                  <a:pt x="693" y="11688"/>
                  <a:pt x="851" y="11846"/>
                  <a:pt x="1040" y="11846"/>
                </a:cubicBezTo>
                <a:lnTo>
                  <a:pt x="7971" y="11846"/>
                </a:lnTo>
                <a:cubicBezTo>
                  <a:pt x="8192" y="11846"/>
                  <a:pt x="8349" y="11688"/>
                  <a:pt x="8349" y="11499"/>
                </a:cubicBezTo>
                <a:cubicBezTo>
                  <a:pt x="8349" y="10617"/>
                  <a:pt x="7719" y="9924"/>
                  <a:pt x="6900" y="9767"/>
                </a:cubicBezTo>
                <a:lnTo>
                  <a:pt x="6490" y="8538"/>
                </a:lnTo>
                <a:cubicBezTo>
                  <a:pt x="7782" y="7908"/>
                  <a:pt x="8727" y="6679"/>
                  <a:pt x="8979" y="5230"/>
                </a:cubicBezTo>
                <a:lnTo>
                  <a:pt x="9137" y="5388"/>
                </a:lnTo>
                <a:cubicBezTo>
                  <a:pt x="9168" y="5419"/>
                  <a:pt x="9200" y="5451"/>
                  <a:pt x="9263" y="5451"/>
                </a:cubicBezTo>
                <a:lnTo>
                  <a:pt x="11374" y="6175"/>
                </a:lnTo>
                <a:cubicBezTo>
                  <a:pt x="11403" y="6183"/>
                  <a:pt x="11435" y="6186"/>
                  <a:pt x="11466" y="6186"/>
                </a:cubicBezTo>
                <a:cubicBezTo>
                  <a:pt x="11569" y="6186"/>
                  <a:pt x="11672" y="6145"/>
                  <a:pt x="11720" y="6049"/>
                </a:cubicBezTo>
                <a:cubicBezTo>
                  <a:pt x="11815" y="5923"/>
                  <a:pt x="11846" y="5766"/>
                  <a:pt x="11783" y="5671"/>
                </a:cubicBezTo>
                <a:lnTo>
                  <a:pt x="11153" y="4442"/>
                </a:lnTo>
                <a:lnTo>
                  <a:pt x="11783" y="3214"/>
                </a:lnTo>
                <a:cubicBezTo>
                  <a:pt x="11815" y="3151"/>
                  <a:pt x="11783" y="2993"/>
                  <a:pt x="11689" y="2899"/>
                </a:cubicBezTo>
                <a:cubicBezTo>
                  <a:pt x="11641" y="2802"/>
                  <a:pt x="11519" y="2761"/>
                  <a:pt x="11422" y="2761"/>
                </a:cubicBezTo>
                <a:cubicBezTo>
                  <a:pt x="11392" y="2761"/>
                  <a:pt x="11364" y="2765"/>
                  <a:pt x="11342" y="2773"/>
                </a:cubicBezTo>
                <a:lnTo>
                  <a:pt x="9200" y="3497"/>
                </a:lnTo>
                <a:cubicBezTo>
                  <a:pt x="9168" y="3497"/>
                  <a:pt x="9105" y="3529"/>
                  <a:pt x="9105" y="3560"/>
                </a:cubicBezTo>
                <a:lnTo>
                  <a:pt x="8916" y="3718"/>
                </a:lnTo>
                <a:cubicBezTo>
                  <a:pt x="8570" y="1607"/>
                  <a:pt x="6742" y="0"/>
                  <a:pt x="4474" y="0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8392;p55">
            <a:extLst>
              <a:ext uri="{FF2B5EF4-FFF2-40B4-BE49-F238E27FC236}">
                <a16:creationId xmlns:a16="http://schemas.microsoft.com/office/drawing/2014/main" id="{3F0374A5-D500-46EF-A2A8-7F5DCAA2EF88}"/>
              </a:ext>
            </a:extLst>
          </p:cNvPr>
          <p:cNvSpPr/>
          <p:nvPr/>
        </p:nvSpPr>
        <p:spPr>
          <a:xfrm>
            <a:off x="5574335" y="1671234"/>
            <a:ext cx="544533" cy="537348"/>
          </a:xfrm>
          <a:custGeom>
            <a:avLst/>
            <a:gdLst/>
            <a:ahLst/>
            <a:cxnLst/>
            <a:rect l="l" t="t" r="r" b="b"/>
            <a:pathLst>
              <a:path w="11973" h="11815" extrusionOk="0">
                <a:moveTo>
                  <a:pt x="5986" y="631"/>
                </a:moveTo>
                <a:cubicBezTo>
                  <a:pt x="6396" y="631"/>
                  <a:pt x="6711" y="946"/>
                  <a:pt x="6711" y="1324"/>
                </a:cubicBezTo>
                <a:cubicBezTo>
                  <a:pt x="6711" y="1733"/>
                  <a:pt x="6396" y="2048"/>
                  <a:pt x="5986" y="2048"/>
                </a:cubicBezTo>
                <a:cubicBezTo>
                  <a:pt x="5608" y="2048"/>
                  <a:pt x="5293" y="1733"/>
                  <a:pt x="5293" y="1324"/>
                </a:cubicBezTo>
                <a:cubicBezTo>
                  <a:pt x="5293" y="946"/>
                  <a:pt x="5608" y="631"/>
                  <a:pt x="5986" y="631"/>
                </a:cubicBezTo>
                <a:close/>
                <a:moveTo>
                  <a:pt x="5986" y="2710"/>
                </a:moveTo>
                <a:cubicBezTo>
                  <a:pt x="6931" y="2710"/>
                  <a:pt x="7719" y="3498"/>
                  <a:pt x="7719" y="4443"/>
                </a:cubicBezTo>
                <a:lnTo>
                  <a:pt x="7719" y="4789"/>
                </a:lnTo>
                <a:lnTo>
                  <a:pt x="4253" y="4789"/>
                </a:lnTo>
                <a:lnTo>
                  <a:pt x="4253" y="4443"/>
                </a:lnTo>
                <a:cubicBezTo>
                  <a:pt x="4253" y="3498"/>
                  <a:pt x="5041" y="2710"/>
                  <a:pt x="5986" y="2710"/>
                </a:cubicBezTo>
                <a:close/>
                <a:moveTo>
                  <a:pt x="3245" y="6900"/>
                </a:moveTo>
                <a:cubicBezTo>
                  <a:pt x="3623" y="6900"/>
                  <a:pt x="3938" y="7215"/>
                  <a:pt x="3938" y="7593"/>
                </a:cubicBezTo>
                <a:cubicBezTo>
                  <a:pt x="3938" y="8003"/>
                  <a:pt x="3623" y="8318"/>
                  <a:pt x="3245" y="8318"/>
                </a:cubicBezTo>
                <a:cubicBezTo>
                  <a:pt x="2836" y="8255"/>
                  <a:pt x="2521" y="7940"/>
                  <a:pt x="2521" y="7593"/>
                </a:cubicBezTo>
                <a:cubicBezTo>
                  <a:pt x="2521" y="7215"/>
                  <a:pt x="2836" y="6900"/>
                  <a:pt x="3245" y="6900"/>
                </a:cubicBezTo>
                <a:close/>
                <a:moveTo>
                  <a:pt x="8759" y="6900"/>
                </a:moveTo>
                <a:cubicBezTo>
                  <a:pt x="9137" y="6900"/>
                  <a:pt x="9452" y="7215"/>
                  <a:pt x="9452" y="7593"/>
                </a:cubicBezTo>
                <a:cubicBezTo>
                  <a:pt x="9452" y="8003"/>
                  <a:pt x="9137" y="8318"/>
                  <a:pt x="8759" y="8318"/>
                </a:cubicBezTo>
                <a:cubicBezTo>
                  <a:pt x="8349" y="8318"/>
                  <a:pt x="8034" y="7940"/>
                  <a:pt x="8034" y="7593"/>
                </a:cubicBezTo>
                <a:cubicBezTo>
                  <a:pt x="8034" y="7215"/>
                  <a:pt x="8349" y="6900"/>
                  <a:pt x="8759" y="6900"/>
                </a:cubicBezTo>
                <a:close/>
                <a:moveTo>
                  <a:pt x="10365" y="5545"/>
                </a:moveTo>
                <a:cubicBezTo>
                  <a:pt x="10523" y="5545"/>
                  <a:pt x="10680" y="5672"/>
                  <a:pt x="10712" y="5829"/>
                </a:cubicBezTo>
                <a:lnTo>
                  <a:pt x="11216" y="8570"/>
                </a:lnTo>
                <a:cubicBezTo>
                  <a:pt x="11247" y="8790"/>
                  <a:pt x="11027" y="8980"/>
                  <a:pt x="10838" y="8980"/>
                </a:cubicBezTo>
                <a:lnTo>
                  <a:pt x="10460" y="8980"/>
                </a:lnTo>
                <a:cubicBezTo>
                  <a:pt x="10239" y="8790"/>
                  <a:pt x="10019" y="8633"/>
                  <a:pt x="9767" y="8507"/>
                </a:cubicBezTo>
                <a:cubicBezTo>
                  <a:pt x="10019" y="8255"/>
                  <a:pt x="10145" y="7940"/>
                  <a:pt x="10145" y="7562"/>
                </a:cubicBezTo>
                <a:cubicBezTo>
                  <a:pt x="10145" y="6806"/>
                  <a:pt x="9515" y="6176"/>
                  <a:pt x="8759" y="6176"/>
                </a:cubicBezTo>
                <a:cubicBezTo>
                  <a:pt x="8002" y="6176"/>
                  <a:pt x="7372" y="6806"/>
                  <a:pt x="7372" y="7562"/>
                </a:cubicBezTo>
                <a:cubicBezTo>
                  <a:pt x="7372" y="7908"/>
                  <a:pt x="7498" y="8223"/>
                  <a:pt x="7719" y="8507"/>
                </a:cubicBezTo>
                <a:cubicBezTo>
                  <a:pt x="7498" y="8633"/>
                  <a:pt x="7246" y="8790"/>
                  <a:pt x="7057" y="8980"/>
                </a:cubicBezTo>
                <a:lnTo>
                  <a:pt x="4883" y="8980"/>
                </a:lnTo>
                <a:cubicBezTo>
                  <a:pt x="4694" y="8790"/>
                  <a:pt x="4442" y="8633"/>
                  <a:pt x="4222" y="8507"/>
                </a:cubicBezTo>
                <a:cubicBezTo>
                  <a:pt x="4474" y="8255"/>
                  <a:pt x="4568" y="7940"/>
                  <a:pt x="4568" y="7562"/>
                </a:cubicBezTo>
                <a:cubicBezTo>
                  <a:pt x="4568" y="6806"/>
                  <a:pt x="3938" y="6176"/>
                  <a:pt x="3214" y="6176"/>
                </a:cubicBezTo>
                <a:cubicBezTo>
                  <a:pt x="2458" y="6176"/>
                  <a:pt x="1828" y="6806"/>
                  <a:pt x="1828" y="7562"/>
                </a:cubicBezTo>
                <a:cubicBezTo>
                  <a:pt x="1828" y="7908"/>
                  <a:pt x="1954" y="8223"/>
                  <a:pt x="2174" y="8507"/>
                </a:cubicBezTo>
                <a:cubicBezTo>
                  <a:pt x="1922" y="8633"/>
                  <a:pt x="1701" y="8790"/>
                  <a:pt x="1512" y="8980"/>
                </a:cubicBezTo>
                <a:lnTo>
                  <a:pt x="1103" y="8980"/>
                </a:lnTo>
                <a:cubicBezTo>
                  <a:pt x="882" y="8980"/>
                  <a:pt x="725" y="8790"/>
                  <a:pt x="756" y="8570"/>
                </a:cubicBezTo>
                <a:lnTo>
                  <a:pt x="1260" y="5829"/>
                </a:lnTo>
                <a:cubicBezTo>
                  <a:pt x="1323" y="5672"/>
                  <a:pt x="1418" y="5545"/>
                  <a:pt x="1638" y="5545"/>
                </a:cubicBezTo>
                <a:close/>
                <a:moveTo>
                  <a:pt x="3214" y="8948"/>
                </a:moveTo>
                <a:cubicBezTo>
                  <a:pt x="4127" y="8948"/>
                  <a:pt x="4915" y="9736"/>
                  <a:pt x="4915" y="10712"/>
                </a:cubicBezTo>
                <a:lnTo>
                  <a:pt x="4915" y="11059"/>
                </a:lnTo>
                <a:lnTo>
                  <a:pt x="1481" y="11059"/>
                </a:lnTo>
                <a:lnTo>
                  <a:pt x="1481" y="10712"/>
                </a:lnTo>
                <a:cubicBezTo>
                  <a:pt x="1481" y="9736"/>
                  <a:pt x="2269" y="8948"/>
                  <a:pt x="3214" y="8948"/>
                </a:cubicBezTo>
                <a:close/>
                <a:moveTo>
                  <a:pt x="8759" y="8948"/>
                </a:moveTo>
                <a:cubicBezTo>
                  <a:pt x="9704" y="8948"/>
                  <a:pt x="10491" y="9736"/>
                  <a:pt x="10491" y="10712"/>
                </a:cubicBezTo>
                <a:lnTo>
                  <a:pt x="10491" y="11059"/>
                </a:lnTo>
                <a:lnTo>
                  <a:pt x="7026" y="11059"/>
                </a:lnTo>
                <a:lnTo>
                  <a:pt x="7026" y="10712"/>
                </a:lnTo>
                <a:cubicBezTo>
                  <a:pt x="7026" y="9736"/>
                  <a:pt x="7813" y="8948"/>
                  <a:pt x="8759" y="8948"/>
                </a:cubicBezTo>
                <a:close/>
                <a:moveTo>
                  <a:pt x="5986" y="1"/>
                </a:moveTo>
                <a:cubicBezTo>
                  <a:pt x="5262" y="1"/>
                  <a:pt x="4631" y="631"/>
                  <a:pt x="4631" y="1387"/>
                </a:cubicBezTo>
                <a:cubicBezTo>
                  <a:pt x="4631" y="1733"/>
                  <a:pt x="4726" y="2048"/>
                  <a:pt x="4978" y="2269"/>
                </a:cubicBezTo>
                <a:cubicBezTo>
                  <a:pt x="4127" y="2679"/>
                  <a:pt x="3592" y="3498"/>
                  <a:pt x="3592" y="4474"/>
                </a:cubicBezTo>
                <a:lnTo>
                  <a:pt x="3592" y="4852"/>
                </a:lnTo>
                <a:lnTo>
                  <a:pt x="1670" y="4852"/>
                </a:lnTo>
                <a:cubicBezTo>
                  <a:pt x="1166" y="4852"/>
                  <a:pt x="725" y="5199"/>
                  <a:pt x="630" y="5703"/>
                </a:cubicBezTo>
                <a:lnTo>
                  <a:pt x="126" y="8475"/>
                </a:lnTo>
                <a:cubicBezTo>
                  <a:pt x="0" y="9043"/>
                  <a:pt x="473" y="9610"/>
                  <a:pt x="1071" y="9673"/>
                </a:cubicBezTo>
                <a:cubicBezTo>
                  <a:pt x="914" y="9988"/>
                  <a:pt x="819" y="10366"/>
                  <a:pt x="819" y="10744"/>
                </a:cubicBezTo>
                <a:lnTo>
                  <a:pt x="819" y="11468"/>
                </a:lnTo>
                <a:cubicBezTo>
                  <a:pt x="819" y="11657"/>
                  <a:pt x="977" y="11815"/>
                  <a:pt x="1197" y="11815"/>
                </a:cubicBezTo>
                <a:lnTo>
                  <a:pt x="5356" y="11815"/>
                </a:lnTo>
                <a:cubicBezTo>
                  <a:pt x="5545" y="11815"/>
                  <a:pt x="5703" y="11657"/>
                  <a:pt x="5703" y="11468"/>
                </a:cubicBezTo>
                <a:lnTo>
                  <a:pt x="5703" y="10744"/>
                </a:lnTo>
                <a:cubicBezTo>
                  <a:pt x="5703" y="10366"/>
                  <a:pt x="5640" y="9988"/>
                  <a:pt x="5482" y="9673"/>
                </a:cubicBezTo>
                <a:lnTo>
                  <a:pt x="6648" y="9673"/>
                </a:lnTo>
                <a:cubicBezTo>
                  <a:pt x="6490" y="9988"/>
                  <a:pt x="6427" y="10366"/>
                  <a:pt x="6427" y="10744"/>
                </a:cubicBezTo>
                <a:lnTo>
                  <a:pt x="6427" y="11468"/>
                </a:lnTo>
                <a:cubicBezTo>
                  <a:pt x="6427" y="11657"/>
                  <a:pt x="6585" y="11815"/>
                  <a:pt x="6774" y="11815"/>
                </a:cubicBezTo>
                <a:lnTo>
                  <a:pt x="10838" y="11815"/>
                </a:lnTo>
                <a:cubicBezTo>
                  <a:pt x="11027" y="11815"/>
                  <a:pt x="11184" y="11657"/>
                  <a:pt x="11184" y="11468"/>
                </a:cubicBezTo>
                <a:lnTo>
                  <a:pt x="11184" y="10744"/>
                </a:lnTo>
                <a:cubicBezTo>
                  <a:pt x="11184" y="10366"/>
                  <a:pt x="11121" y="9988"/>
                  <a:pt x="10964" y="9673"/>
                </a:cubicBezTo>
                <a:cubicBezTo>
                  <a:pt x="11563" y="9610"/>
                  <a:pt x="11972" y="9043"/>
                  <a:pt x="11878" y="8475"/>
                </a:cubicBezTo>
                <a:lnTo>
                  <a:pt x="11342" y="5703"/>
                </a:lnTo>
                <a:cubicBezTo>
                  <a:pt x="11279" y="5199"/>
                  <a:pt x="10838" y="4852"/>
                  <a:pt x="10334" y="4852"/>
                </a:cubicBezTo>
                <a:lnTo>
                  <a:pt x="8412" y="4852"/>
                </a:lnTo>
                <a:lnTo>
                  <a:pt x="8412" y="4474"/>
                </a:lnTo>
                <a:cubicBezTo>
                  <a:pt x="8412" y="3498"/>
                  <a:pt x="7845" y="2679"/>
                  <a:pt x="7026" y="2269"/>
                </a:cubicBezTo>
                <a:cubicBezTo>
                  <a:pt x="7246" y="2048"/>
                  <a:pt x="7372" y="1733"/>
                  <a:pt x="7372" y="1387"/>
                </a:cubicBezTo>
                <a:cubicBezTo>
                  <a:pt x="7372" y="631"/>
                  <a:pt x="6742" y="1"/>
                  <a:pt x="5986" y="1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" name="Google Shape;8467;p55">
            <a:extLst>
              <a:ext uri="{FF2B5EF4-FFF2-40B4-BE49-F238E27FC236}">
                <a16:creationId xmlns:a16="http://schemas.microsoft.com/office/drawing/2014/main" id="{28DC90A0-B424-449B-A339-2272D4B77A6B}"/>
              </a:ext>
            </a:extLst>
          </p:cNvPr>
          <p:cNvGrpSpPr/>
          <p:nvPr/>
        </p:nvGrpSpPr>
        <p:grpSpPr>
          <a:xfrm>
            <a:off x="7193468" y="2447944"/>
            <a:ext cx="505829" cy="538758"/>
            <a:chOff x="5421475" y="1945825"/>
            <a:chExt cx="278050" cy="296150"/>
          </a:xfrm>
          <a:solidFill>
            <a:srgbClr val="1A4B9F"/>
          </a:solidFill>
        </p:grpSpPr>
        <p:sp>
          <p:nvSpPr>
            <p:cNvPr id="106" name="Google Shape;8468;p55">
              <a:extLst>
                <a:ext uri="{FF2B5EF4-FFF2-40B4-BE49-F238E27FC236}">
                  <a16:creationId xmlns:a16="http://schemas.microsoft.com/office/drawing/2014/main" id="{147E1B94-0542-466B-8A42-E1C47631F22C}"/>
                </a:ext>
              </a:extLst>
            </p:cNvPr>
            <p:cNvSpPr/>
            <p:nvPr/>
          </p:nvSpPr>
          <p:spPr>
            <a:xfrm>
              <a:off x="5472650" y="1999375"/>
              <a:ext cx="172525" cy="242600"/>
            </a:xfrm>
            <a:custGeom>
              <a:avLst/>
              <a:gdLst/>
              <a:ahLst/>
              <a:cxnLst/>
              <a:rect l="l" t="t" r="r" b="b"/>
              <a:pathLst>
                <a:path w="6901" h="9704" extrusionOk="0">
                  <a:moveTo>
                    <a:pt x="1765" y="1355"/>
                  </a:moveTo>
                  <a:cubicBezTo>
                    <a:pt x="1986" y="1355"/>
                    <a:pt x="2143" y="1513"/>
                    <a:pt x="2143" y="1702"/>
                  </a:cubicBezTo>
                  <a:lnTo>
                    <a:pt x="2143" y="2048"/>
                  </a:lnTo>
                  <a:lnTo>
                    <a:pt x="1765" y="2048"/>
                  </a:lnTo>
                  <a:cubicBezTo>
                    <a:pt x="1671" y="2048"/>
                    <a:pt x="1545" y="2048"/>
                    <a:pt x="1419" y="2111"/>
                  </a:cubicBezTo>
                  <a:lnTo>
                    <a:pt x="1419" y="1702"/>
                  </a:lnTo>
                  <a:cubicBezTo>
                    <a:pt x="1419" y="1513"/>
                    <a:pt x="1576" y="1355"/>
                    <a:pt x="1765" y="1355"/>
                  </a:cubicBezTo>
                  <a:close/>
                  <a:moveTo>
                    <a:pt x="3151" y="631"/>
                  </a:moveTo>
                  <a:cubicBezTo>
                    <a:pt x="3341" y="631"/>
                    <a:pt x="3498" y="788"/>
                    <a:pt x="3498" y="1009"/>
                  </a:cubicBezTo>
                  <a:lnTo>
                    <a:pt x="3498" y="2111"/>
                  </a:lnTo>
                  <a:cubicBezTo>
                    <a:pt x="3404" y="2048"/>
                    <a:pt x="3277" y="2017"/>
                    <a:pt x="3151" y="2017"/>
                  </a:cubicBezTo>
                  <a:lnTo>
                    <a:pt x="2805" y="2017"/>
                  </a:lnTo>
                  <a:lnTo>
                    <a:pt x="2805" y="1009"/>
                  </a:lnTo>
                  <a:cubicBezTo>
                    <a:pt x="2805" y="788"/>
                    <a:pt x="2962" y="631"/>
                    <a:pt x="3151" y="631"/>
                  </a:cubicBezTo>
                  <a:close/>
                  <a:moveTo>
                    <a:pt x="4538" y="1355"/>
                  </a:moveTo>
                  <a:cubicBezTo>
                    <a:pt x="4727" y="1355"/>
                    <a:pt x="4884" y="1513"/>
                    <a:pt x="4884" y="1702"/>
                  </a:cubicBezTo>
                  <a:lnTo>
                    <a:pt x="4884" y="3088"/>
                  </a:lnTo>
                  <a:cubicBezTo>
                    <a:pt x="4884" y="3277"/>
                    <a:pt x="4727" y="3435"/>
                    <a:pt x="4538" y="3435"/>
                  </a:cubicBezTo>
                  <a:cubicBezTo>
                    <a:pt x="4349" y="3435"/>
                    <a:pt x="4191" y="3277"/>
                    <a:pt x="4191" y="3088"/>
                  </a:cubicBezTo>
                  <a:lnTo>
                    <a:pt x="4191" y="1702"/>
                  </a:lnTo>
                  <a:cubicBezTo>
                    <a:pt x="4191" y="1513"/>
                    <a:pt x="4349" y="1355"/>
                    <a:pt x="4538" y="1355"/>
                  </a:cubicBezTo>
                  <a:close/>
                  <a:moveTo>
                    <a:pt x="5924" y="2017"/>
                  </a:moveTo>
                  <a:cubicBezTo>
                    <a:pt x="6113" y="2017"/>
                    <a:pt x="6270" y="2174"/>
                    <a:pt x="6270" y="2363"/>
                  </a:cubicBezTo>
                  <a:lnTo>
                    <a:pt x="6270" y="3088"/>
                  </a:lnTo>
                  <a:cubicBezTo>
                    <a:pt x="6270" y="3277"/>
                    <a:pt x="6113" y="3435"/>
                    <a:pt x="5924" y="3435"/>
                  </a:cubicBezTo>
                  <a:cubicBezTo>
                    <a:pt x="5703" y="3435"/>
                    <a:pt x="5546" y="3277"/>
                    <a:pt x="5546" y="3088"/>
                  </a:cubicBezTo>
                  <a:lnTo>
                    <a:pt x="5546" y="2363"/>
                  </a:lnTo>
                  <a:cubicBezTo>
                    <a:pt x="5546" y="2174"/>
                    <a:pt x="5703" y="2017"/>
                    <a:pt x="5924" y="2017"/>
                  </a:cubicBezTo>
                  <a:close/>
                  <a:moveTo>
                    <a:pt x="3120" y="2741"/>
                  </a:moveTo>
                  <a:cubicBezTo>
                    <a:pt x="3309" y="2741"/>
                    <a:pt x="3467" y="2899"/>
                    <a:pt x="3467" y="3088"/>
                  </a:cubicBezTo>
                  <a:cubicBezTo>
                    <a:pt x="3467" y="3277"/>
                    <a:pt x="3309" y="3435"/>
                    <a:pt x="3120" y="3435"/>
                  </a:cubicBezTo>
                  <a:lnTo>
                    <a:pt x="1734" y="3435"/>
                  </a:lnTo>
                  <a:cubicBezTo>
                    <a:pt x="1545" y="3435"/>
                    <a:pt x="1387" y="3592"/>
                    <a:pt x="1387" y="3781"/>
                  </a:cubicBezTo>
                  <a:cubicBezTo>
                    <a:pt x="1387" y="4002"/>
                    <a:pt x="1545" y="4159"/>
                    <a:pt x="1734" y="4159"/>
                  </a:cubicBezTo>
                  <a:cubicBezTo>
                    <a:pt x="2679" y="4159"/>
                    <a:pt x="3467" y="4947"/>
                    <a:pt x="3467" y="5892"/>
                  </a:cubicBezTo>
                  <a:cubicBezTo>
                    <a:pt x="3467" y="6081"/>
                    <a:pt x="3624" y="6238"/>
                    <a:pt x="3845" y="6238"/>
                  </a:cubicBezTo>
                  <a:cubicBezTo>
                    <a:pt x="4034" y="6238"/>
                    <a:pt x="4191" y="6081"/>
                    <a:pt x="4191" y="5892"/>
                  </a:cubicBezTo>
                  <a:cubicBezTo>
                    <a:pt x="4191" y="5167"/>
                    <a:pt x="3876" y="4537"/>
                    <a:pt x="3435" y="4096"/>
                  </a:cubicBezTo>
                  <a:cubicBezTo>
                    <a:pt x="3593" y="4065"/>
                    <a:pt x="3750" y="4002"/>
                    <a:pt x="3876" y="3876"/>
                  </a:cubicBezTo>
                  <a:cubicBezTo>
                    <a:pt x="4065" y="4033"/>
                    <a:pt x="4317" y="4159"/>
                    <a:pt x="4569" y="4159"/>
                  </a:cubicBezTo>
                  <a:cubicBezTo>
                    <a:pt x="4853" y="4159"/>
                    <a:pt x="5073" y="4033"/>
                    <a:pt x="5294" y="3876"/>
                  </a:cubicBezTo>
                  <a:cubicBezTo>
                    <a:pt x="5483" y="4033"/>
                    <a:pt x="5703" y="4159"/>
                    <a:pt x="5987" y="4159"/>
                  </a:cubicBezTo>
                  <a:cubicBezTo>
                    <a:pt x="6113" y="4159"/>
                    <a:pt x="6239" y="4096"/>
                    <a:pt x="6333" y="4065"/>
                  </a:cubicBezTo>
                  <a:lnTo>
                    <a:pt x="6333" y="5167"/>
                  </a:lnTo>
                  <a:cubicBezTo>
                    <a:pt x="6333" y="5923"/>
                    <a:pt x="5861" y="6554"/>
                    <a:pt x="5199" y="6774"/>
                  </a:cubicBezTo>
                  <a:cubicBezTo>
                    <a:pt x="5042" y="6837"/>
                    <a:pt x="4979" y="6995"/>
                    <a:pt x="4979" y="7089"/>
                  </a:cubicBezTo>
                  <a:lnTo>
                    <a:pt x="4979" y="7562"/>
                  </a:lnTo>
                  <a:lnTo>
                    <a:pt x="2206" y="7562"/>
                  </a:lnTo>
                  <a:lnTo>
                    <a:pt x="2206" y="7089"/>
                  </a:lnTo>
                  <a:cubicBezTo>
                    <a:pt x="2206" y="6932"/>
                    <a:pt x="2143" y="6837"/>
                    <a:pt x="1986" y="6774"/>
                  </a:cubicBezTo>
                  <a:cubicBezTo>
                    <a:pt x="1261" y="6554"/>
                    <a:pt x="820" y="5892"/>
                    <a:pt x="820" y="5167"/>
                  </a:cubicBezTo>
                  <a:lnTo>
                    <a:pt x="820" y="3750"/>
                  </a:lnTo>
                  <a:lnTo>
                    <a:pt x="726" y="3750"/>
                  </a:lnTo>
                  <a:cubicBezTo>
                    <a:pt x="726" y="3151"/>
                    <a:pt x="1198" y="2741"/>
                    <a:pt x="1734" y="2741"/>
                  </a:cubicBezTo>
                  <a:close/>
                  <a:moveTo>
                    <a:pt x="5199" y="8286"/>
                  </a:moveTo>
                  <a:cubicBezTo>
                    <a:pt x="5388" y="8286"/>
                    <a:pt x="5546" y="8444"/>
                    <a:pt x="5546" y="8633"/>
                  </a:cubicBezTo>
                  <a:lnTo>
                    <a:pt x="5546" y="8979"/>
                  </a:lnTo>
                  <a:lnTo>
                    <a:pt x="1387" y="8979"/>
                  </a:lnTo>
                  <a:lnTo>
                    <a:pt x="1387" y="8633"/>
                  </a:lnTo>
                  <a:cubicBezTo>
                    <a:pt x="1387" y="8444"/>
                    <a:pt x="1545" y="8286"/>
                    <a:pt x="1734" y="8286"/>
                  </a:cubicBezTo>
                  <a:close/>
                  <a:moveTo>
                    <a:pt x="3120" y="1"/>
                  </a:moveTo>
                  <a:cubicBezTo>
                    <a:pt x="2647" y="1"/>
                    <a:pt x="2269" y="316"/>
                    <a:pt x="2143" y="757"/>
                  </a:cubicBezTo>
                  <a:cubicBezTo>
                    <a:pt x="2017" y="725"/>
                    <a:pt x="1891" y="694"/>
                    <a:pt x="1734" y="694"/>
                  </a:cubicBezTo>
                  <a:cubicBezTo>
                    <a:pt x="1167" y="694"/>
                    <a:pt x="726" y="1166"/>
                    <a:pt x="726" y="1702"/>
                  </a:cubicBezTo>
                  <a:lnTo>
                    <a:pt x="726" y="2426"/>
                  </a:lnTo>
                  <a:cubicBezTo>
                    <a:pt x="285" y="2678"/>
                    <a:pt x="1" y="3214"/>
                    <a:pt x="1" y="3750"/>
                  </a:cubicBezTo>
                  <a:lnTo>
                    <a:pt x="1" y="5136"/>
                  </a:lnTo>
                  <a:cubicBezTo>
                    <a:pt x="1" y="6081"/>
                    <a:pt x="568" y="6932"/>
                    <a:pt x="1387" y="7341"/>
                  </a:cubicBezTo>
                  <a:lnTo>
                    <a:pt x="1387" y="7656"/>
                  </a:lnTo>
                  <a:cubicBezTo>
                    <a:pt x="1009" y="7814"/>
                    <a:pt x="694" y="8160"/>
                    <a:pt x="694" y="8633"/>
                  </a:cubicBezTo>
                  <a:lnTo>
                    <a:pt x="694" y="9357"/>
                  </a:lnTo>
                  <a:cubicBezTo>
                    <a:pt x="694" y="9546"/>
                    <a:pt x="852" y="9704"/>
                    <a:pt x="1041" y="9704"/>
                  </a:cubicBezTo>
                  <a:lnTo>
                    <a:pt x="5892" y="9704"/>
                  </a:lnTo>
                  <a:cubicBezTo>
                    <a:pt x="6081" y="9704"/>
                    <a:pt x="6239" y="9546"/>
                    <a:pt x="6239" y="9357"/>
                  </a:cubicBezTo>
                  <a:lnTo>
                    <a:pt x="6239" y="8633"/>
                  </a:lnTo>
                  <a:cubicBezTo>
                    <a:pt x="6239" y="8192"/>
                    <a:pt x="5955" y="7814"/>
                    <a:pt x="5514" y="7656"/>
                  </a:cubicBezTo>
                  <a:lnTo>
                    <a:pt x="5514" y="7341"/>
                  </a:lnTo>
                  <a:cubicBezTo>
                    <a:pt x="6365" y="6932"/>
                    <a:pt x="6901" y="6081"/>
                    <a:pt x="6901" y="5136"/>
                  </a:cubicBezTo>
                  <a:lnTo>
                    <a:pt x="6901" y="2363"/>
                  </a:lnTo>
                  <a:cubicBezTo>
                    <a:pt x="6901" y="1796"/>
                    <a:pt x="6428" y="1355"/>
                    <a:pt x="5892" y="1355"/>
                  </a:cubicBezTo>
                  <a:cubicBezTo>
                    <a:pt x="5766" y="1355"/>
                    <a:pt x="5609" y="1387"/>
                    <a:pt x="5483" y="1418"/>
                  </a:cubicBezTo>
                  <a:cubicBezTo>
                    <a:pt x="5357" y="1009"/>
                    <a:pt x="4979" y="694"/>
                    <a:pt x="4506" y="694"/>
                  </a:cubicBezTo>
                  <a:cubicBezTo>
                    <a:pt x="4380" y="694"/>
                    <a:pt x="4223" y="725"/>
                    <a:pt x="4097" y="757"/>
                  </a:cubicBezTo>
                  <a:cubicBezTo>
                    <a:pt x="4002" y="316"/>
                    <a:pt x="3593" y="1"/>
                    <a:pt x="3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8469;p55">
              <a:extLst>
                <a:ext uri="{FF2B5EF4-FFF2-40B4-BE49-F238E27FC236}">
                  <a16:creationId xmlns:a16="http://schemas.microsoft.com/office/drawing/2014/main" id="{3814D692-1E19-4143-8EF7-C5FF3CA774B1}"/>
                </a:ext>
              </a:extLst>
            </p:cNvPr>
            <p:cNvSpPr/>
            <p:nvPr/>
          </p:nvSpPr>
          <p:spPr>
            <a:xfrm>
              <a:off x="5559300" y="1945825"/>
              <a:ext cx="18150" cy="44125"/>
            </a:xfrm>
            <a:custGeom>
              <a:avLst/>
              <a:gdLst/>
              <a:ahLst/>
              <a:cxnLst/>
              <a:rect l="l" t="t" r="r" b="b"/>
              <a:pathLst>
                <a:path w="726" h="1765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418"/>
                  </a:lnTo>
                  <a:cubicBezTo>
                    <a:pt x="1" y="1607"/>
                    <a:pt x="158" y="1764"/>
                    <a:pt x="379" y="1764"/>
                  </a:cubicBezTo>
                  <a:cubicBezTo>
                    <a:pt x="568" y="1764"/>
                    <a:pt x="725" y="1607"/>
                    <a:pt x="725" y="1418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8470;p55">
              <a:extLst>
                <a:ext uri="{FF2B5EF4-FFF2-40B4-BE49-F238E27FC236}">
                  <a16:creationId xmlns:a16="http://schemas.microsoft.com/office/drawing/2014/main" id="{1D3498E8-CDEF-4F95-91CC-0491AE322E3B}"/>
                </a:ext>
              </a:extLst>
            </p:cNvPr>
            <p:cNvSpPr/>
            <p:nvPr/>
          </p:nvSpPr>
          <p:spPr>
            <a:xfrm>
              <a:off x="5611275" y="1963925"/>
              <a:ext cx="35475" cy="34500"/>
            </a:xfrm>
            <a:custGeom>
              <a:avLst/>
              <a:gdLst/>
              <a:ahLst/>
              <a:cxnLst/>
              <a:rect l="l" t="t" r="r" b="b"/>
              <a:pathLst>
                <a:path w="1419" h="1380" extrusionOk="0">
                  <a:moveTo>
                    <a:pt x="1076" y="1"/>
                  </a:moveTo>
                  <a:cubicBezTo>
                    <a:pt x="985" y="1"/>
                    <a:pt x="899" y="32"/>
                    <a:pt x="851" y="95"/>
                  </a:cubicBezTo>
                  <a:lnTo>
                    <a:pt x="127" y="788"/>
                  </a:lnTo>
                  <a:cubicBezTo>
                    <a:pt x="1" y="914"/>
                    <a:pt x="1" y="1166"/>
                    <a:pt x="127" y="1261"/>
                  </a:cubicBezTo>
                  <a:cubicBezTo>
                    <a:pt x="190" y="1340"/>
                    <a:pt x="284" y="1379"/>
                    <a:pt x="375" y="1379"/>
                  </a:cubicBezTo>
                  <a:cubicBezTo>
                    <a:pt x="466" y="1379"/>
                    <a:pt x="552" y="1340"/>
                    <a:pt x="599" y="1261"/>
                  </a:cubicBezTo>
                  <a:lnTo>
                    <a:pt x="1324" y="568"/>
                  </a:lnTo>
                  <a:cubicBezTo>
                    <a:pt x="1419" y="442"/>
                    <a:pt x="1419" y="221"/>
                    <a:pt x="1324" y="95"/>
                  </a:cubicBezTo>
                  <a:cubicBezTo>
                    <a:pt x="1261" y="32"/>
                    <a:pt x="1167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8471;p55">
              <a:extLst>
                <a:ext uri="{FF2B5EF4-FFF2-40B4-BE49-F238E27FC236}">
                  <a16:creationId xmlns:a16="http://schemas.microsoft.com/office/drawing/2014/main" id="{452FD4F6-E82B-4FF9-BD4B-E0CCE42539D5}"/>
                </a:ext>
              </a:extLst>
            </p:cNvPr>
            <p:cNvSpPr/>
            <p:nvPr/>
          </p:nvSpPr>
          <p:spPr>
            <a:xfrm>
              <a:off x="5664050" y="2067900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8472;p55">
              <a:extLst>
                <a:ext uri="{FF2B5EF4-FFF2-40B4-BE49-F238E27FC236}">
                  <a16:creationId xmlns:a16="http://schemas.microsoft.com/office/drawing/2014/main" id="{F0A582F9-5451-44E4-B623-E013AEA06564}"/>
                </a:ext>
              </a:extLst>
            </p:cNvPr>
            <p:cNvSpPr/>
            <p:nvPr/>
          </p:nvSpPr>
          <p:spPr>
            <a:xfrm>
              <a:off x="5421475" y="2067900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78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8473;p55">
              <a:extLst>
                <a:ext uri="{FF2B5EF4-FFF2-40B4-BE49-F238E27FC236}">
                  <a16:creationId xmlns:a16="http://schemas.microsoft.com/office/drawing/2014/main" id="{14CC413D-CEDB-4986-BBCE-8D5F81E92063}"/>
                </a:ext>
              </a:extLst>
            </p:cNvPr>
            <p:cNvSpPr/>
            <p:nvPr/>
          </p:nvSpPr>
          <p:spPr>
            <a:xfrm>
              <a:off x="5490000" y="1963925"/>
              <a:ext cx="35450" cy="33900"/>
            </a:xfrm>
            <a:custGeom>
              <a:avLst/>
              <a:gdLst/>
              <a:ahLst/>
              <a:cxnLst/>
              <a:rect l="l" t="t" r="r" b="b"/>
              <a:pathLst>
                <a:path w="1418" h="135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819" y="1261"/>
                  </a:lnTo>
                  <a:cubicBezTo>
                    <a:pt x="866" y="1324"/>
                    <a:pt x="953" y="1356"/>
                    <a:pt x="1044" y="1356"/>
                  </a:cubicBezTo>
                  <a:cubicBezTo>
                    <a:pt x="1134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67" y="95"/>
                  </a:lnTo>
                  <a:cubicBezTo>
                    <a:pt x="520" y="32"/>
                    <a:pt x="433" y="1"/>
                    <a:pt x="3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8474;p55">
              <a:extLst>
                <a:ext uri="{FF2B5EF4-FFF2-40B4-BE49-F238E27FC236}">
                  <a16:creationId xmlns:a16="http://schemas.microsoft.com/office/drawing/2014/main" id="{5A9DAD7A-D05B-46A6-A94E-93B3EEDE1404}"/>
                </a:ext>
              </a:extLst>
            </p:cNvPr>
            <p:cNvSpPr/>
            <p:nvPr/>
          </p:nvSpPr>
          <p:spPr>
            <a:xfrm>
              <a:off x="5437225" y="1997650"/>
              <a:ext cx="37825" cy="26325"/>
            </a:xfrm>
            <a:custGeom>
              <a:avLst/>
              <a:gdLst/>
              <a:ahLst/>
              <a:cxnLst/>
              <a:rect l="l" t="t" r="r" b="b"/>
              <a:pathLst>
                <a:path w="1513" h="1053" extrusionOk="0">
                  <a:moveTo>
                    <a:pt x="422" y="0"/>
                  </a:moveTo>
                  <a:cubicBezTo>
                    <a:pt x="285" y="0"/>
                    <a:pt x="140" y="81"/>
                    <a:pt x="95" y="196"/>
                  </a:cubicBezTo>
                  <a:cubicBezTo>
                    <a:pt x="0" y="353"/>
                    <a:pt x="95" y="574"/>
                    <a:pt x="252" y="668"/>
                  </a:cubicBezTo>
                  <a:lnTo>
                    <a:pt x="945" y="1015"/>
                  </a:lnTo>
                  <a:cubicBezTo>
                    <a:pt x="989" y="1041"/>
                    <a:pt x="1039" y="1052"/>
                    <a:pt x="1091" y="1052"/>
                  </a:cubicBezTo>
                  <a:cubicBezTo>
                    <a:pt x="1227" y="1052"/>
                    <a:pt x="1372" y="971"/>
                    <a:pt x="1418" y="857"/>
                  </a:cubicBezTo>
                  <a:cubicBezTo>
                    <a:pt x="1512" y="700"/>
                    <a:pt x="1418" y="479"/>
                    <a:pt x="1260" y="385"/>
                  </a:cubicBezTo>
                  <a:lnTo>
                    <a:pt x="567" y="38"/>
                  </a:lnTo>
                  <a:cubicBezTo>
                    <a:pt x="524" y="12"/>
                    <a:pt x="473" y="0"/>
                    <a:pt x="4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8475;p55">
              <a:extLst>
                <a:ext uri="{FF2B5EF4-FFF2-40B4-BE49-F238E27FC236}">
                  <a16:creationId xmlns:a16="http://schemas.microsoft.com/office/drawing/2014/main" id="{737948F2-C666-4BDE-B280-B269F743BFCA}"/>
                </a:ext>
              </a:extLst>
            </p:cNvPr>
            <p:cNvSpPr/>
            <p:nvPr/>
          </p:nvSpPr>
          <p:spPr>
            <a:xfrm>
              <a:off x="5645150" y="1998300"/>
              <a:ext cx="37825" cy="26900"/>
            </a:xfrm>
            <a:custGeom>
              <a:avLst/>
              <a:gdLst/>
              <a:ahLst/>
              <a:cxnLst/>
              <a:rect l="l" t="t" r="r" b="b"/>
              <a:pathLst>
                <a:path w="1513" h="1076" extrusionOk="0">
                  <a:moveTo>
                    <a:pt x="1098" y="0"/>
                  </a:moveTo>
                  <a:cubicBezTo>
                    <a:pt x="1046" y="0"/>
                    <a:pt x="994" y="14"/>
                    <a:pt x="946" y="44"/>
                  </a:cubicBezTo>
                  <a:lnTo>
                    <a:pt x="253" y="422"/>
                  </a:lnTo>
                  <a:cubicBezTo>
                    <a:pt x="95" y="485"/>
                    <a:pt x="1" y="674"/>
                    <a:pt x="95" y="894"/>
                  </a:cubicBezTo>
                  <a:cubicBezTo>
                    <a:pt x="142" y="1011"/>
                    <a:pt x="258" y="1076"/>
                    <a:pt x="405" y="1076"/>
                  </a:cubicBezTo>
                  <a:cubicBezTo>
                    <a:pt x="456" y="1076"/>
                    <a:pt x="511" y="1068"/>
                    <a:pt x="568" y="1052"/>
                  </a:cubicBezTo>
                  <a:lnTo>
                    <a:pt x="1261" y="674"/>
                  </a:lnTo>
                  <a:cubicBezTo>
                    <a:pt x="1418" y="611"/>
                    <a:pt x="1513" y="422"/>
                    <a:pt x="1418" y="201"/>
                  </a:cubicBezTo>
                  <a:cubicBezTo>
                    <a:pt x="1331" y="71"/>
                    <a:pt x="1214" y="0"/>
                    <a:pt x="10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" name="Google Shape;8480;p55">
            <a:extLst>
              <a:ext uri="{FF2B5EF4-FFF2-40B4-BE49-F238E27FC236}">
                <a16:creationId xmlns:a16="http://schemas.microsoft.com/office/drawing/2014/main" id="{E37E0C64-C58B-41A6-9024-1F5CFEC80EAC}"/>
              </a:ext>
            </a:extLst>
          </p:cNvPr>
          <p:cNvGrpSpPr/>
          <p:nvPr/>
        </p:nvGrpSpPr>
        <p:grpSpPr>
          <a:xfrm>
            <a:off x="3061494" y="4095394"/>
            <a:ext cx="541623" cy="503236"/>
            <a:chOff x="6524150" y="1938725"/>
            <a:chExt cx="297725" cy="276625"/>
          </a:xfrm>
          <a:solidFill>
            <a:srgbClr val="1A4B9F"/>
          </a:solidFill>
        </p:grpSpPr>
        <p:sp>
          <p:nvSpPr>
            <p:cNvPr id="115" name="Google Shape;8481;p55">
              <a:extLst>
                <a:ext uri="{FF2B5EF4-FFF2-40B4-BE49-F238E27FC236}">
                  <a16:creationId xmlns:a16="http://schemas.microsoft.com/office/drawing/2014/main" id="{A31F1D86-6A2B-470C-9579-B414A558F9DD}"/>
                </a:ext>
              </a:extLst>
            </p:cNvPr>
            <p:cNvSpPr/>
            <p:nvPr/>
          </p:nvSpPr>
          <p:spPr>
            <a:xfrm>
              <a:off x="6524150" y="2025375"/>
              <a:ext cx="297725" cy="189975"/>
            </a:xfrm>
            <a:custGeom>
              <a:avLst/>
              <a:gdLst/>
              <a:ahLst/>
              <a:cxnLst/>
              <a:rect l="l" t="t" r="r" b="b"/>
              <a:pathLst>
                <a:path w="11909" h="7599" extrusionOk="0">
                  <a:moveTo>
                    <a:pt x="9767" y="2079"/>
                  </a:moveTo>
                  <a:lnTo>
                    <a:pt x="9767" y="5198"/>
                  </a:lnTo>
                  <a:cubicBezTo>
                    <a:pt x="9735" y="5041"/>
                    <a:pt x="9672" y="4915"/>
                    <a:pt x="9546" y="4789"/>
                  </a:cubicBezTo>
                  <a:lnTo>
                    <a:pt x="7813" y="3056"/>
                  </a:lnTo>
                  <a:cubicBezTo>
                    <a:pt x="7624" y="2867"/>
                    <a:pt x="7341" y="2741"/>
                    <a:pt x="7057" y="2741"/>
                  </a:cubicBezTo>
                  <a:lnTo>
                    <a:pt x="6018" y="2741"/>
                  </a:lnTo>
                  <a:cubicBezTo>
                    <a:pt x="5923" y="2741"/>
                    <a:pt x="5797" y="2836"/>
                    <a:pt x="5734" y="2930"/>
                  </a:cubicBezTo>
                  <a:lnTo>
                    <a:pt x="5482" y="3403"/>
                  </a:lnTo>
                  <a:cubicBezTo>
                    <a:pt x="5293" y="3812"/>
                    <a:pt x="4883" y="4001"/>
                    <a:pt x="4505" y="4001"/>
                  </a:cubicBezTo>
                  <a:lnTo>
                    <a:pt x="5356" y="2269"/>
                  </a:lnTo>
                  <a:cubicBezTo>
                    <a:pt x="5419" y="2143"/>
                    <a:pt x="5576" y="2079"/>
                    <a:pt x="5671" y="2079"/>
                  </a:cubicBezTo>
                  <a:close/>
                  <a:moveTo>
                    <a:pt x="1418" y="2079"/>
                  </a:moveTo>
                  <a:lnTo>
                    <a:pt x="1418" y="5545"/>
                  </a:lnTo>
                  <a:lnTo>
                    <a:pt x="725" y="5545"/>
                  </a:lnTo>
                  <a:lnTo>
                    <a:pt x="725" y="2079"/>
                  </a:lnTo>
                  <a:close/>
                  <a:moveTo>
                    <a:pt x="11153" y="2079"/>
                  </a:moveTo>
                  <a:lnTo>
                    <a:pt x="11153" y="5545"/>
                  </a:lnTo>
                  <a:lnTo>
                    <a:pt x="10460" y="5545"/>
                  </a:lnTo>
                  <a:lnTo>
                    <a:pt x="10460" y="2079"/>
                  </a:lnTo>
                  <a:close/>
                  <a:moveTo>
                    <a:pt x="6931" y="630"/>
                  </a:moveTo>
                  <a:cubicBezTo>
                    <a:pt x="6774" y="1008"/>
                    <a:pt x="6427" y="1323"/>
                    <a:pt x="5955" y="1323"/>
                  </a:cubicBezTo>
                  <a:lnTo>
                    <a:pt x="5671" y="1323"/>
                  </a:lnTo>
                  <a:cubicBezTo>
                    <a:pt x="5293" y="1323"/>
                    <a:pt x="4946" y="1575"/>
                    <a:pt x="4726" y="1922"/>
                  </a:cubicBezTo>
                  <a:lnTo>
                    <a:pt x="3655" y="4064"/>
                  </a:lnTo>
                  <a:cubicBezTo>
                    <a:pt x="3623" y="4127"/>
                    <a:pt x="3623" y="4253"/>
                    <a:pt x="3655" y="4316"/>
                  </a:cubicBezTo>
                  <a:cubicBezTo>
                    <a:pt x="3718" y="4411"/>
                    <a:pt x="3781" y="4474"/>
                    <a:pt x="3875" y="4537"/>
                  </a:cubicBezTo>
                  <a:cubicBezTo>
                    <a:pt x="4088" y="4627"/>
                    <a:pt x="4310" y="4670"/>
                    <a:pt x="4532" y="4670"/>
                  </a:cubicBezTo>
                  <a:cubicBezTo>
                    <a:pt x="5165" y="4670"/>
                    <a:pt x="5785" y="4316"/>
                    <a:pt x="6112" y="3686"/>
                  </a:cubicBezTo>
                  <a:lnTo>
                    <a:pt x="6238" y="3434"/>
                  </a:lnTo>
                  <a:lnTo>
                    <a:pt x="7026" y="3434"/>
                  </a:lnTo>
                  <a:cubicBezTo>
                    <a:pt x="7089" y="3434"/>
                    <a:pt x="7215" y="3466"/>
                    <a:pt x="7246" y="3529"/>
                  </a:cubicBezTo>
                  <a:lnTo>
                    <a:pt x="8979" y="5261"/>
                  </a:lnTo>
                  <a:cubicBezTo>
                    <a:pt x="9137" y="5419"/>
                    <a:pt x="9137" y="5545"/>
                    <a:pt x="9105" y="5640"/>
                  </a:cubicBezTo>
                  <a:cubicBezTo>
                    <a:pt x="9105" y="5671"/>
                    <a:pt x="9042" y="5829"/>
                    <a:pt x="8885" y="5860"/>
                  </a:cubicBezTo>
                  <a:lnTo>
                    <a:pt x="5576" y="6805"/>
                  </a:lnTo>
                  <a:cubicBezTo>
                    <a:pt x="5543" y="6814"/>
                    <a:pt x="5507" y="6818"/>
                    <a:pt x="5470" y="6818"/>
                  </a:cubicBezTo>
                  <a:cubicBezTo>
                    <a:pt x="5371" y="6818"/>
                    <a:pt x="5268" y="6788"/>
                    <a:pt x="5198" y="6742"/>
                  </a:cubicBezTo>
                  <a:lnTo>
                    <a:pt x="4096" y="5640"/>
                  </a:lnTo>
                  <a:cubicBezTo>
                    <a:pt x="4033" y="5545"/>
                    <a:pt x="3938" y="5514"/>
                    <a:pt x="3875" y="5514"/>
                  </a:cubicBezTo>
                  <a:lnTo>
                    <a:pt x="2111" y="5514"/>
                  </a:lnTo>
                  <a:lnTo>
                    <a:pt x="2111" y="2048"/>
                  </a:lnTo>
                  <a:lnTo>
                    <a:pt x="2741" y="2048"/>
                  </a:lnTo>
                  <a:cubicBezTo>
                    <a:pt x="3119" y="2048"/>
                    <a:pt x="3466" y="1796"/>
                    <a:pt x="3686" y="1449"/>
                  </a:cubicBezTo>
                  <a:lnTo>
                    <a:pt x="4001" y="819"/>
                  </a:lnTo>
                  <a:cubicBezTo>
                    <a:pt x="4064" y="693"/>
                    <a:pt x="4190" y="630"/>
                    <a:pt x="4316" y="630"/>
                  </a:cubicBezTo>
                  <a:close/>
                  <a:moveTo>
                    <a:pt x="4316" y="0"/>
                  </a:moveTo>
                  <a:cubicBezTo>
                    <a:pt x="3907" y="0"/>
                    <a:pt x="3560" y="221"/>
                    <a:pt x="3371" y="599"/>
                  </a:cubicBezTo>
                  <a:lnTo>
                    <a:pt x="3056" y="1229"/>
                  </a:lnTo>
                  <a:cubicBezTo>
                    <a:pt x="2962" y="1323"/>
                    <a:pt x="2836" y="1418"/>
                    <a:pt x="2741" y="1418"/>
                  </a:cubicBezTo>
                  <a:lnTo>
                    <a:pt x="378" y="1418"/>
                  </a:lnTo>
                  <a:cubicBezTo>
                    <a:pt x="158" y="1418"/>
                    <a:pt x="0" y="1575"/>
                    <a:pt x="0" y="1764"/>
                  </a:cubicBezTo>
                  <a:lnTo>
                    <a:pt x="0" y="5955"/>
                  </a:lnTo>
                  <a:cubicBezTo>
                    <a:pt x="0" y="6144"/>
                    <a:pt x="158" y="6301"/>
                    <a:pt x="378" y="6301"/>
                  </a:cubicBezTo>
                  <a:lnTo>
                    <a:pt x="3718" y="6301"/>
                  </a:lnTo>
                  <a:lnTo>
                    <a:pt x="4694" y="7278"/>
                  </a:lnTo>
                  <a:cubicBezTo>
                    <a:pt x="4894" y="7477"/>
                    <a:pt x="5139" y="7598"/>
                    <a:pt x="5410" y="7598"/>
                  </a:cubicBezTo>
                  <a:cubicBezTo>
                    <a:pt x="5525" y="7598"/>
                    <a:pt x="5644" y="7577"/>
                    <a:pt x="5766" y="7530"/>
                  </a:cubicBezTo>
                  <a:lnTo>
                    <a:pt x="9074" y="6553"/>
                  </a:lnTo>
                  <a:cubicBezTo>
                    <a:pt x="9263" y="6522"/>
                    <a:pt x="9420" y="6396"/>
                    <a:pt x="9578" y="6238"/>
                  </a:cubicBezTo>
                  <a:lnTo>
                    <a:pt x="11562" y="6238"/>
                  </a:lnTo>
                  <a:cubicBezTo>
                    <a:pt x="11751" y="6238"/>
                    <a:pt x="11909" y="6081"/>
                    <a:pt x="11909" y="5892"/>
                  </a:cubicBezTo>
                  <a:lnTo>
                    <a:pt x="11909" y="1733"/>
                  </a:lnTo>
                  <a:cubicBezTo>
                    <a:pt x="11877" y="1544"/>
                    <a:pt x="11720" y="1386"/>
                    <a:pt x="11499" y="1386"/>
                  </a:cubicBezTo>
                  <a:lnTo>
                    <a:pt x="7341" y="1386"/>
                  </a:lnTo>
                  <a:cubicBezTo>
                    <a:pt x="7561" y="1103"/>
                    <a:pt x="7687" y="693"/>
                    <a:pt x="7687" y="347"/>
                  </a:cubicBezTo>
                  <a:cubicBezTo>
                    <a:pt x="7687" y="158"/>
                    <a:pt x="7530" y="0"/>
                    <a:pt x="73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8482;p55">
              <a:extLst>
                <a:ext uri="{FF2B5EF4-FFF2-40B4-BE49-F238E27FC236}">
                  <a16:creationId xmlns:a16="http://schemas.microsoft.com/office/drawing/2014/main" id="{B2E854F6-CC17-440C-B2DA-F950B00D4C62}"/>
                </a:ext>
              </a:extLst>
            </p:cNvPr>
            <p:cNvSpPr/>
            <p:nvPr/>
          </p:nvSpPr>
          <p:spPr>
            <a:xfrm>
              <a:off x="6664325" y="1938725"/>
              <a:ext cx="17375" cy="43350"/>
            </a:xfrm>
            <a:custGeom>
              <a:avLst/>
              <a:gdLst/>
              <a:ahLst/>
              <a:cxnLst/>
              <a:rect l="l" t="t" r="r" b="b"/>
              <a:pathLst>
                <a:path w="695" h="1734" extrusionOk="0"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lnTo>
                    <a:pt x="1" y="1355"/>
                  </a:lnTo>
                  <a:cubicBezTo>
                    <a:pt x="1" y="1576"/>
                    <a:pt x="159" y="1733"/>
                    <a:pt x="348" y="1733"/>
                  </a:cubicBezTo>
                  <a:cubicBezTo>
                    <a:pt x="537" y="1733"/>
                    <a:pt x="694" y="1576"/>
                    <a:pt x="694" y="1355"/>
                  </a:cubicBezTo>
                  <a:lnTo>
                    <a:pt x="694" y="347"/>
                  </a:lnTo>
                  <a:cubicBezTo>
                    <a:pt x="694" y="158"/>
                    <a:pt x="537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8483;p55">
              <a:extLst>
                <a:ext uri="{FF2B5EF4-FFF2-40B4-BE49-F238E27FC236}">
                  <a16:creationId xmlns:a16="http://schemas.microsoft.com/office/drawing/2014/main" id="{80EABAD4-E025-47C8-A5DB-56EA1C8A9569}"/>
                </a:ext>
              </a:extLst>
            </p:cNvPr>
            <p:cNvSpPr/>
            <p:nvPr/>
          </p:nvSpPr>
          <p:spPr>
            <a:xfrm>
              <a:off x="6594250" y="1972800"/>
              <a:ext cx="35450" cy="35275"/>
            </a:xfrm>
            <a:custGeom>
              <a:avLst/>
              <a:gdLst/>
              <a:ahLst/>
              <a:cxnLst/>
              <a:rect l="l" t="t" r="r" b="b"/>
              <a:pathLst>
                <a:path w="1418" h="1411" extrusionOk="0">
                  <a:moveTo>
                    <a:pt x="374" y="0"/>
                  </a:moveTo>
                  <a:cubicBezTo>
                    <a:pt x="291" y="0"/>
                    <a:pt x="205" y="40"/>
                    <a:pt x="126" y="118"/>
                  </a:cubicBezTo>
                  <a:cubicBezTo>
                    <a:pt x="0" y="244"/>
                    <a:pt x="0" y="496"/>
                    <a:pt x="126" y="591"/>
                  </a:cubicBezTo>
                  <a:lnTo>
                    <a:pt x="819" y="1316"/>
                  </a:lnTo>
                  <a:cubicBezTo>
                    <a:pt x="882" y="1379"/>
                    <a:pt x="969" y="1410"/>
                    <a:pt x="1055" y="1410"/>
                  </a:cubicBezTo>
                  <a:cubicBezTo>
                    <a:pt x="1142" y="1410"/>
                    <a:pt x="1229" y="1379"/>
                    <a:pt x="1292" y="1316"/>
                  </a:cubicBezTo>
                  <a:cubicBezTo>
                    <a:pt x="1418" y="1190"/>
                    <a:pt x="1418" y="969"/>
                    <a:pt x="1292" y="843"/>
                  </a:cubicBezTo>
                  <a:lnTo>
                    <a:pt x="599" y="118"/>
                  </a:lnTo>
                  <a:cubicBezTo>
                    <a:pt x="536" y="40"/>
                    <a:pt x="457" y="0"/>
                    <a:pt x="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8484;p55">
              <a:extLst>
                <a:ext uri="{FF2B5EF4-FFF2-40B4-BE49-F238E27FC236}">
                  <a16:creationId xmlns:a16="http://schemas.microsoft.com/office/drawing/2014/main" id="{A457F1F1-3EA8-4A9F-A45B-B64F2762C463}"/>
                </a:ext>
              </a:extLst>
            </p:cNvPr>
            <p:cNvSpPr/>
            <p:nvPr/>
          </p:nvSpPr>
          <p:spPr>
            <a:xfrm>
              <a:off x="6715525" y="1972800"/>
              <a:ext cx="35475" cy="35275"/>
            </a:xfrm>
            <a:custGeom>
              <a:avLst/>
              <a:gdLst/>
              <a:ahLst/>
              <a:cxnLst/>
              <a:rect l="l" t="t" r="r" b="b"/>
              <a:pathLst>
                <a:path w="1419" h="1411" extrusionOk="0">
                  <a:moveTo>
                    <a:pt x="1056" y="0"/>
                  </a:moveTo>
                  <a:cubicBezTo>
                    <a:pt x="970" y="0"/>
                    <a:pt x="883" y="40"/>
                    <a:pt x="820" y="118"/>
                  </a:cubicBezTo>
                  <a:lnTo>
                    <a:pt x="127" y="843"/>
                  </a:lnTo>
                  <a:cubicBezTo>
                    <a:pt x="1" y="969"/>
                    <a:pt x="1" y="1190"/>
                    <a:pt x="127" y="1316"/>
                  </a:cubicBezTo>
                  <a:cubicBezTo>
                    <a:pt x="174" y="1379"/>
                    <a:pt x="261" y="1410"/>
                    <a:pt x="351" y="1410"/>
                  </a:cubicBezTo>
                  <a:cubicBezTo>
                    <a:pt x="442" y="1410"/>
                    <a:pt x="536" y="1379"/>
                    <a:pt x="599" y="1316"/>
                  </a:cubicBezTo>
                  <a:lnTo>
                    <a:pt x="1293" y="591"/>
                  </a:lnTo>
                  <a:cubicBezTo>
                    <a:pt x="1419" y="496"/>
                    <a:pt x="1419" y="244"/>
                    <a:pt x="1293" y="118"/>
                  </a:cubicBezTo>
                  <a:cubicBezTo>
                    <a:pt x="1230" y="40"/>
                    <a:pt x="1143" y="0"/>
                    <a:pt x="10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8427;p55">
            <a:extLst>
              <a:ext uri="{FF2B5EF4-FFF2-40B4-BE49-F238E27FC236}">
                <a16:creationId xmlns:a16="http://schemas.microsoft.com/office/drawing/2014/main" id="{B686A3AB-7582-4847-B8DC-340934670D19}"/>
              </a:ext>
            </a:extLst>
          </p:cNvPr>
          <p:cNvSpPr/>
          <p:nvPr/>
        </p:nvSpPr>
        <p:spPr>
          <a:xfrm>
            <a:off x="3894470" y="4085032"/>
            <a:ext cx="528208" cy="523961"/>
          </a:xfrm>
          <a:custGeom>
            <a:avLst/>
            <a:gdLst/>
            <a:ahLst/>
            <a:cxnLst/>
            <a:rect l="l" t="t" r="r" b="b"/>
            <a:pathLst>
              <a:path w="11816" h="11721" extrusionOk="0">
                <a:moveTo>
                  <a:pt x="2395" y="631"/>
                </a:moveTo>
                <a:cubicBezTo>
                  <a:pt x="2584" y="631"/>
                  <a:pt x="2742" y="789"/>
                  <a:pt x="2742" y="978"/>
                </a:cubicBezTo>
                <a:cubicBezTo>
                  <a:pt x="2742" y="1167"/>
                  <a:pt x="2584" y="1324"/>
                  <a:pt x="2395" y="1324"/>
                </a:cubicBezTo>
                <a:lnTo>
                  <a:pt x="1009" y="1324"/>
                </a:lnTo>
                <a:cubicBezTo>
                  <a:pt x="820" y="1324"/>
                  <a:pt x="663" y="1167"/>
                  <a:pt x="663" y="978"/>
                </a:cubicBezTo>
                <a:cubicBezTo>
                  <a:pt x="663" y="789"/>
                  <a:pt x="820" y="631"/>
                  <a:pt x="1009" y="631"/>
                </a:cubicBezTo>
                <a:close/>
                <a:moveTo>
                  <a:pt x="6554" y="631"/>
                </a:moveTo>
                <a:cubicBezTo>
                  <a:pt x="6774" y="631"/>
                  <a:pt x="6932" y="789"/>
                  <a:pt x="6932" y="978"/>
                </a:cubicBezTo>
                <a:cubicBezTo>
                  <a:pt x="6932" y="1167"/>
                  <a:pt x="6774" y="1324"/>
                  <a:pt x="6554" y="1324"/>
                </a:cubicBezTo>
                <a:lnTo>
                  <a:pt x="5199" y="1324"/>
                </a:lnTo>
                <a:cubicBezTo>
                  <a:pt x="4979" y="1324"/>
                  <a:pt x="4821" y="1167"/>
                  <a:pt x="4821" y="978"/>
                </a:cubicBezTo>
                <a:cubicBezTo>
                  <a:pt x="4821" y="789"/>
                  <a:pt x="4979" y="631"/>
                  <a:pt x="5199" y="631"/>
                </a:cubicBezTo>
                <a:close/>
                <a:moveTo>
                  <a:pt x="10776" y="631"/>
                </a:moveTo>
                <a:cubicBezTo>
                  <a:pt x="10965" y="631"/>
                  <a:pt x="11122" y="789"/>
                  <a:pt x="11122" y="978"/>
                </a:cubicBezTo>
                <a:cubicBezTo>
                  <a:pt x="11122" y="1167"/>
                  <a:pt x="10965" y="1324"/>
                  <a:pt x="10776" y="1324"/>
                </a:cubicBezTo>
                <a:lnTo>
                  <a:pt x="9389" y="1324"/>
                </a:lnTo>
                <a:cubicBezTo>
                  <a:pt x="9200" y="1324"/>
                  <a:pt x="9043" y="1167"/>
                  <a:pt x="9043" y="978"/>
                </a:cubicBezTo>
                <a:cubicBezTo>
                  <a:pt x="9043" y="789"/>
                  <a:pt x="9200" y="631"/>
                  <a:pt x="9389" y="631"/>
                </a:cubicBezTo>
                <a:close/>
                <a:moveTo>
                  <a:pt x="7279" y="4790"/>
                </a:moveTo>
                <a:cubicBezTo>
                  <a:pt x="7468" y="4790"/>
                  <a:pt x="7625" y="4947"/>
                  <a:pt x="7625" y="5136"/>
                </a:cubicBezTo>
                <a:lnTo>
                  <a:pt x="7625" y="6554"/>
                </a:lnTo>
                <a:cubicBezTo>
                  <a:pt x="7625" y="6775"/>
                  <a:pt x="7468" y="6932"/>
                  <a:pt x="7279" y="6932"/>
                </a:cubicBezTo>
                <a:lnTo>
                  <a:pt x="4506" y="6932"/>
                </a:lnTo>
                <a:cubicBezTo>
                  <a:pt x="4317" y="6932"/>
                  <a:pt x="4160" y="6775"/>
                  <a:pt x="4160" y="6554"/>
                </a:cubicBezTo>
                <a:lnTo>
                  <a:pt x="4160" y="5136"/>
                </a:lnTo>
                <a:cubicBezTo>
                  <a:pt x="4160" y="4947"/>
                  <a:pt x="4317" y="4790"/>
                  <a:pt x="4506" y="4790"/>
                </a:cubicBezTo>
                <a:close/>
                <a:moveTo>
                  <a:pt x="2395" y="10398"/>
                </a:moveTo>
                <a:cubicBezTo>
                  <a:pt x="2584" y="10398"/>
                  <a:pt x="2742" y="10555"/>
                  <a:pt x="2742" y="10744"/>
                </a:cubicBezTo>
                <a:cubicBezTo>
                  <a:pt x="2742" y="10933"/>
                  <a:pt x="2584" y="11091"/>
                  <a:pt x="2395" y="11091"/>
                </a:cubicBezTo>
                <a:lnTo>
                  <a:pt x="1009" y="11091"/>
                </a:lnTo>
                <a:cubicBezTo>
                  <a:pt x="820" y="11091"/>
                  <a:pt x="663" y="10933"/>
                  <a:pt x="663" y="10744"/>
                </a:cubicBezTo>
                <a:cubicBezTo>
                  <a:pt x="663" y="10555"/>
                  <a:pt x="820" y="10398"/>
                  <a:pt x="1009" y="10398"/>
                </a:cubicBezTo>
                <a:close/>
                <a:moveTo>
                  <a:pt x="6585" y="10398"/>
                </a:moveTo>
                <a:cubicBezTo>
                  <a:pt x="6806" y="10398"/>
                  <a:pt x="6964" y="10555"/>
                  <a:pt x="6964" y="10744"/>
                </a:cubicBezTo>
                <a:cubicBezTo>
                  <a:pt x="6964" y="10933"/>
                  <a:pt x="6806" y="11091"/>
                  <a:pt x="6585" y="11091"/>
                </a:cubicBezTo>
                <a:lnTo>
                  <a:pt x="5231" y="11091"/>
                </a:lnTo>
                <a:cubicBezTo>
                  <a:pt x="5010" y="11091"/>
                  <a:pt x="4853" y="10933"/>
                  <a:pt x="4853" y="10744"/>
                </a:cubicBezTo>
                <a:cubicBezTo>
                  <a:pt x="4853" y="10555"/>
                  <a:pt x="5010" y="10398"/>
                  <a:pt x="5231" y="10398"/>
                </a:cubicBezTo>
                <a:close/>
                <a:moveTo>
                  <a:pt x="10776" y="10398"/>
                </a:moveTo>
                <a:cubicBezTo>
                  <a:pt x="10965" y="10398"/>
                  <a:pt x="11122" y="10555"/>
                  <a:pt x="11122" y="10744"/>
                </a:cubicBezTo>
                <a:cubicBezTo>
                  <a:pt x="11122" y="10933"/>
                  <a:pt x="10965" y="11091"/>
                  <a:pt x="10776" y="11091"/>
                </a:cubicBezTo>
                <a:lnTo>
                  <a:pt x="9389" y="11091"/>
                </a:lnTo>
                <a:cubicBezTo>
                  <a:pt x="9200" y="11091"/>
                  <a:pt x="9043" y="10933"/>
                  <a:pt x="9043" y="10744"/>
                </a:cubicBezTo>
                <a:cubicBezTo>
                  <a:pt x="9043" y="10555"/>
                  <a:pt x="9200" y="10398"/>
                  <a:pt x="9389" y="10398"/>
                </a:cubicBezTo>
                <a:close/>
                <a:moveTo>
                  <a:pt x="1009" y="1"/>
                </a:moveTo>
                <a:cubicBezTo>
                  <a:pt x="410" y="1"/>
                  <a:pt x="1" y="474"/>
                  <a:pt x="1" y="1009"/>
                </a:cubicBezTo>
                <a:cubicBezTo>
                  <a:pt x="1" y="1608"/>
                  <a:pt x="473" y="2049"/>
                  <a:pt x="1009" y="2049"/>
                </a:cubicBezTo>
                <a:lnTo>
                  <a:pt x="1356" y="2049"/>
                </a:lnTo>
                <a:lnTo>
                  <a:pt x="1356" y="2395"/>
                </a:lnTo>
                <a:cubicBezTo>
                  <a:pt x="1356" y="2994"/>
                  <a:pt x="1828" y="3403"/>
                  <a:pt x="2395" y="3403"/>
                </a:cubicBezTo>
                <a:lnTo>
                  <a:pt x="5546" y="3403"/>
                </a:lnTo>
                <a:lnTo>
                  <a:pt x="5546" y="4128"/>
                </a:lnTo>
                <a:lnTo>
                  <a:pt x="4506" y="4128"/>
                </a:lnTo>
                <a:cubicBezTo>
                  <a:pt x="3939" y="4128"/>
                  <a:pt x="3466" y="4601"/>
                  <a:pt x="3466" y="5136"/>
                </a:cubicBezTo>
                <a:lnTo>
                  <a:pt x="3466" y="6554"/>
                </a:lnTo>
                <a:cubicBezTo>
                  <a:pt x="3466" y="7153"/>
                  <a:pt x="3939" y="7594"/>
                  <a:pt x="4506" y="7594"/>
                </a:cubicBezTo>
                <a:lnTo>
                  <a:pt x="5546" y="7594"/>
                </a:lnTo>
                <a:lnTo>
                  <a:pt x="5546" y="8287"/>
                </a:lnTo>
                <a:lnTo>
                  <a:pt x="2395" y="8287"/>
                </a:lnTo>
                <a:cubicBezTo>
                  <a:pt x="1797" y="8287"/>
                  <a:pt x="1356" y="8759"/>
                  <a:pt x="1356" y="9326"/>
                </a:cubicBezTo>
                <a:lnTo>
                  <a:pt x="1356" y="9673"/>
                </a:lnTo>
                <a:lnTo>
                  <a:pt x="1009" y="9673"/>
                </a:lnTo>
                <a:cubicBezTo>
                  <a:pt x="410" y="9673"/>
                  <a:pt x="1" y="10146"/>
                  <a:pt x="1" y="10713"/>
                </a:cubicBezTo>
                <a:cubicBezTo>
                  <a:pt x="1" y="11280"/>
                  <a:pt x="473" y="11721"/>
                  <a:pt x="1009" y="11721"/>
                </a:cubicBezTo>
                <a:lnTo>
                  <a:pt x="2395" y="11721"/>
                </a:lnTo>
                <a:cubicBezTo>
                  <a:pt x="2994" y="11721"/>
                  <a:pt x="3403" y="11248"/>
                  <a:pt x="3403" y="10713"/>
                </a:cubicBezTo>
                <a:cubicBezTo>
                  <a:pt x="3403" y="10114"/>
                  <a:pt x="2931" y="9673"/>
                  <a:pt x="2395" y="9673"/>
                </a:cubicBezTo>
                <a:lnTo>
                  <a:pt x="2049" y="9673"/>
                </a:lnTo>
                <a:lnTo>
                  <a:pt x="2049" y="9326"/>
                </a:lnTo>
                <a:cubicBezTo>
                  <a:pt x="2049" y="9137"/>
                  <a:pt x="2206" y="8980"/>
                  <a:pt x="2395" y="8980"/>
                </a:cubicBezTo>
                <a:lnTo>
                  <a:pt x="5546" y="8980"/>
                </a:lnTo>
                <a:lnTo>
                  <a:pt x="5546" y="9673"/>
                </a:lnTo>
                <a:lnTo>
                  <a:pt x="5199" y="9673"/>
                </a:lnTo>
                <a:cubicBezTo>
                  <a:pt x="4601" y="9673"/>
                  <a:pt x="4160" y="10146"/>
                  <a:pt x="4160" y="10713"/>
                </a:cubicBezTo>
                <a:cubicBezTo>
                  <a:pt x="4160" y="11280"/>
                  <a:pt x="4632" y="11721"/>
                  <a:pt x="5199" y="11721"/>
                </a:cubicBezTo>
                <a:lnTo>
                  <a:pt x="6554" y="11721"/>
                </a:lnTo>
                <a:cubicBezTo>
                  <a:pt x="7153" y="11721"/>
                  <a:pt x="7594" y="11248"/>
                  <a:pt x="7594" y="10713"/>
                </a:cubicBezTo>
                <a:cubicBezTo>
                  <a:pt x="7594" y="10114"/>
                  <a:pt x="7121" y="9673"/>
                  <a:pt x="6554" y="9673"/>
                </a:cubicBezTo>
                <a:lnTo>
                  <a:pt x="6207" y="9673"/>
                </a:lnTo>
                <a:lnTo>
                  <a:pt x="6207" y="8980"/>
                </a:lnTo>
                <a:lnTo>
                  <a:pt x="9358" y="8980"/>
                </a:lnTo>
                <a:cubicBezTo>
                  <a:pt x="9547" y="8980"/>
                  <a:pt x="9704" y="9137"/>
                  <a:pt x="9704" y="9326"/>
                </a:cubicBezTo>
                <a:lnTo>
                  <a:pt x="9704" y="9673"/>
                </a:lnTo>
                <a:lnTo>
                  <a:pt x="9358" y="9673"/>
                </a:lnTo>
                <a:cubicBezTo>
                  <a:pt x="8759" y="9673"/>
                  <a:pt x="8350" y="10146"/>
                  <a:pt x="8350" y="10713"/>
                </a:cubicBezTo>
                <a:cubicBezTo>
                  <a:pt x="8350" y="11280"/>
                  <a:pt x="8791" y="11721"/>
                  <a:pt x="9358" y="11721"/>
                </a:cubicBezTo>
                <a:lnTo>
                  <a:pt x="10744" y="11721"/>
                </a:lnTo>
                <a:cubicBezTo>
                  <a:pt x="11311" y="11721"/>
                  <a:pt x="11752" y="11248"/>
                  <a:pt x="11752" y="10713"/>
                </a:cubicBezTo>
                <a:cubicBezTo>
                  <a:pt x="11752" y="10114"/>
                  <a:pt x="11280" y="9673"/>
                  <a:pt x="10744" y="9673"/>
                </a:cubicBezTo>
                <a:lnTo>
                  <a:pt x="10366" y="9673"/>
                </a:lnTo>
                <a:lnTo>
                  <a:pt x="10366" y="9326"/>
                </a:lnTo>
                <a:cubicBezTo>
                  <a:pt x="10366" y="8728"/>
                  <a:pt x="9925" y="8287"/>
                  <a:pt x="9358" y="8287"/>
                </a:cubicBezTo>
                <a:lnTo>
                  <a:pt x="6207" y="8287"/>
                </a:lnTo>
                <a:lnTo>
                  <a:pt x="6207" y="7594"/>
                </a:lnTo>
                <a:lnTo>
                  <a:pt x="7216" y="7594"/>
                </a:lnTo>
                <a:cubicBezTo>
                  <a:pt x="7814" y="7594"/>
                  <a:pt x="8287" y="7121"/>
                  <a:pt x="8287" y="6554"/>
                </a:cubicBezTo>
                <a:lnTo>
                  <a:pt x="8287" y="5136"/>
                </a:lnTo>
                <a:cubicBezTo>
                  <a:pt x="8287" y="4569"/>
                  <a:pt x="7814" y="4128"/>
                  <a:pt x="7216" y="4128"/>
                </a:cubicBezTo>
                <a:lnTo>
                  <a:pt x="6207" y="4128"/>
                </a:lnTo>
                <a:lnTo>
                  <a:pt x="6207" y="3403"/>
                </a:lnTo>
                <a:lnTo>
                  <a:pt x="9389" y="3403"/>
                </a:lnTo>
                <a:cubicBezTo>
                  <a:pt x="9988" y="3403"/>
                  <a:pt x="10429" y="2931"/>
                  <a:pt x="10429" y="2395"/>
                </a:cubicBezTo>
                <a:lnTo>
                  <a:pt x="10429" y="2049"/>
                </a:lnTo>
                <a:lnTo>
                  <a:pt x="10776" y="2049"/>
                </a:lnTo>
                <a:cubicBezTo>
                  <a:pt x="11374" y="2049"/>
                  <a:pt x="11815" y="1576"/>
                  <a:pt x="11815" y="1009"/>
                </a:cubicBezTo>
                <a:cubicBezTo>
                  <a:pt x="11815" y="411"/>
                  <a:pt x="11343" y="1"/>
                  <a:pt x="10776" y="1"/>
                </a:cubicBezTo>
                <a:lnTo>
                  <a:pt x="9389" y="1"/>
                </a:lnTo>
                <a:cubicBezTo>
                  <a:pt x="8822" y="1"/>
                  <a:pt x="8381" y="474"/>
                  <a:pt x="8381" y="1009"/>
                </a:cubicBezTo>
                <a:cubicBezTo>
                  <a:pt x="8381" y="1608"/>
                  <a:pt x="8854" y="2049"/>
                  <a:pt x="9389" y="2049"/>
                </a:cubicBezTo>
                <a:lnTo>
                  <a:pt x="9767" y="2049"/>
                </a:lnTo>
                <a:lnTo>
                  <a:pt x="9767" y="2395"/>
                </a:lnTo>
                <a:cubicBezTo>
                  <a:pt x="9767" y="2584"/>
                  <a:pt x="9610" y="2742"/>
                  <a:pt x="9389" y="2742"/>
                </a:cubicBezTo>
                <a:lnTo>
                  <a:pt x="6239" y="2742"/>
                </a:lnTo>
                <a:lnTo>
                  <a:pt x="6239" y="2049"/>
                </a:lnTo>
                <a:lnTo>
                  <a:pt x="6617" y="2049"/>
                </a:lnTo>
                <a:cubicBezTo>
                  <a:pt x="7184" y="2049"/>
                  <a:pt x="7625" y="1576"/>
                  <a:pt x="7625" y="1009"/>
                </a:cubicBezTo>
                <a:cubicBezTo>
                  <a:pt x="7625" y="411"/>
                  <a:pt x="7153" y="1"/>
                  <a:pt x="6617" y="1"/>
                </a:cubicBezTo>
                <a:lnTo>
                  <a:pt x="5231" y="1"/>
                </a:lnTo>
                <a:cubicBezTo>
                  <a:pt x="4632" y="1"/>
                  <a:pt x="4191" y="474"/>
                  <a:pt x="4191" y="1009"/>
                </a:cubicBezTo>
                <a:cubicBezTo>
                  <a:pt x="4191" y="1608"/>
                  <a:pt x="4664" y="2049"/>
                  <a:pt x="5231" y="2049"/>
                </a:cubicBezTo>
                <a:lnTo>
                  <a:pt x="5577" y="2049"/>
                </a:lnTo>
                <a:lnTo>
                  <a:pt x="5577" y="2742"/>
                </a:lnTo>
                <a:lnTo>
                  <a:pt x="2427" y="2742"/>
                </a:lnTo>
                <a:cubicBezTo>
                  <a:pt x="2238" y="2742"/>
                  <a:pt x="2080" y="2584"/>
                  <a:pt x="2080" y="2395"/>
                </a:cubicBezTo>
                <a:lnTo>
                  <a:pt x="2080" y="2049"/>
                </a:lnTo>
                <a:lnTo>
                  <a:pt x="2427" y="2049"/>
                </a:lnTo>
                <a:cubicBezTo>
                  <a:pt x="3025" y="2049"/>
                  <a:pt x="3466" y="1576"/>
                  <a:pt x="3466" y="1009"/>
                </a:cubicBezTo>
                <a:cubicBezTo>
                  <a:pt x="3466" y="411"/>
                  <a:pt x="2994" y="1"/>
                  <a:pt x="2427" y="1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0" name="Gráfico 119">
            <a:extLst>
              <a:ext uri="{FF2B5EF4-FFF2-40B4-BE49-F238E27FC236}">
                <a16:creationId xmlns:a16="http://schemas.microsoft.com/office/drawing/2014/main" id="{A34A4754-EFB9-402D-AB7D-4F1B6EDB2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4727" y="1720543"/>
            <a:ext cx="357912" cy="438730"/>
          </a:xfrm>
          <a:prstGeom prst="rect">
            <a:avLst/>
          </a:prstGeom>
        </p:spPr>
      </p:pic>
      <p:pic>
        <p:nvPicPr>
          <p:cNvPr id="121" name="Gráfico 120">
            <a:extLst>
              <a:ext uri="{FF2B5EF4-FFF2-40B4-BE49-F238E27FC236}">
                <a16:creationId xmlns:a16="http://schemas.microsoft.com/office/drawing/2014/main" id="{06E60D2F-A5F8-44B0-93E0-7CF13287B4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27018" y="1766724"/>
            <a:ext cx="438730" cy="346366"/>
          </a:xfrm>
          <a:prstGeom prst="rect">
            <a:avLst/>
          </a:prstGeom>
        </p:spPr>
      </p:pic>
      <p:pic>
        <p:nvPicPr>
          <p:cNvPr id="122" name="Gráfico 121">
            <a:extLst>
              <a:ext uri="{FF2B5EF4-FFF2-40B4-BE49-F238E27FC236}">
                <a16:creationId xmlns:a16="http://schemas.microsoft.com/office/drawing/2014/main" id="{7F9778F7-83F9-4A8A-A790-A01B1DC891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7645" y="2497958"/>
            <a:ext cx="357912" cy="438730"/>
          </a:xfrm>
          <a:prstGeom prst="rect">
            <a:avLst/>
          </a:prstGeom>
        </p:spPr>
      </p:pic>
      <p:pic>
        <p:nvPicPr>
          <p:cNvPr id="123" name="Gráfico 122">
            <a:extLst>
              <a:ext uri="{FF2B5EF4-FFF2-40B4-BE49-F238E27FC236}">
                <a16:creationId xmlns:a16="http://schemas.microsoft.com/office/drawing/2014/main" id="{7187495B-2B7F-4E96-B67D-5294AD2092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81852" y="2474710"/>
            <a:ext cx="485226" cy="485226"/>
          </a:xfrm>
          <a:prstGeom prst="rect">
            <a:avLst/>
          </a:prstGeom>
        </p:spPr>
      </p:pic>
      <p:pic>
        <p:nvPicPr>
          <p:cNvPr id="124" name="Gráfico 123">
            <a:extLst>
              <a:ext uri="{FF2B5EF4-FFF2-40B4-BE49-F238E27FC236}">
                <a16:creationId xmlns:a16="http://schemas.microsoft.com/office/drawing/2014/main" id="{2CF97F44-932A-447C-9B73-3F44A7861E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65918" y="4004822"/>
            <a:ext cx="515209" cy="684382"/>
          </a:xfrm>
          <a:prstGeom prst="rect">
            <a:avLst/>
          </a:prstGeom>
        </p:spPr>
      </p:pic>
      <p:pic>
        <p:nvPicPr>
          <p:cNvPr id="125" name="Gráfico 124" descr="Lista de Verificação com preenchimento sólido">
            <a:extLst>
              <a:ext uri="{FF2B5EF4-FFF2-40B4-BE49-F238E27FC236}">
                <a16:creationId xmlns:a16="http://schemas.microsoft.com/office/drawing/2014/main" id="{1F2402D1-C070-475D-B32B-C9E9C311018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62489" y="4048794"/>
            <a:ext cx="596437" cy="596437"/>
          </a:xfrm>
          <a:prstGeom prst="rect">
            <a:avLst/>
          </a:prstGeom>
        </p:spPr>
      </p:pic>
      <p:pic>
        <p:nvPicPr>
          <p:cNvPr id="126" name="Gráfico 125" descr="Catálogo de endereços estrutura de tópicos">
            <a:extLst>
              <a:ext uri="{FF2B5EF4-FFF2-40B4-BE49-F238E27FC236}">
                <a16:creationId xmlns:a16="http://schemas.microsoft.com/office/drawing/2014/main" id="{8ACE57C1-B223-48F6-AEDB-34673709447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65919" y="3173749"/>
            <a:ext cx="717092" cy="717092"/>
          </a:xfrm>
          <a:prstGeom prst="rect">
            <a:avLst/>
          </a:prstGeom>
        </p:spPr>
      </p:pic>
      <p:pic>
        <p:nvPicPr>
          <p:cNvPr id="127" name="Gráfico 126" descr="Gesto de toque duplo estrutura de tópicos">
            <a:extLst>
              <a:ext uri="{FF2B5EF4-FFF2-40B4-BE49-F238E27FC236}">
                <a16:creationId xmlns:a16="http://schemas.microsoft.com/office/drawing/2014/main" id="{A6E7ACDF-45C7-4685-895D-649171D97BB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087837" y="3173749"/>
            <a:ext cx="717092" cy="717092"/>
          </a:xfrm>
          <a:prstGeom prst="rect">
            <a:avLst/>
          </a:prstGeom>
        </p:spPr>
      </p:pic>
      <p:pic>
        <p:nvPicPr>
          <p:cNvPr id="128" name="Gráfico 127" descr="Notas adesivas estrutura de tópicos">
            <a:extLst>
              <a:ext uri="{FF2B5EF4-FFF2-40B4-BE49-F238E27FC236}">
                <a16:creationId xmlns:a16="http://schemas.microsoft.com/office/drawing/2014/main" id="{41DA41DD-912E-49F0-A521-7B4B3E85D95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692729" y="3173749"/>
            <a:ext cx="717092" cy="717092"/>
          </a:xfrm>
          <a:prstGeom prst="rect">
            <a:avLst/>
          </a:prstGeom>
        </p:spPr>
      </p:pic>
      <p:pic>
        <p:nvPicPr>
          <p:cNvPr id="129" name="Gráfico 128" descr="Prioridades estrutura de tópicos">
            <a:extLst>
              <a:ext uri="{FF2B5EF4-FFF2-40B4-BE49-F238E27FC236}">
                <a16:creationId xmlns:a16="http://schemas.microsoft.com/office/drawing/2014/main" id="{84BDC0D8-B9E2-4F9D-A50A-24ABB2177DB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866460" y="3173749"/>
            <a:ext cx="717092" cy="717092"/>
          </a:xfrm>
          <a:prstGeom prst="rect">
            <a:avLst/>
          </a:prstGeom>
        </p:spPr>
      </p:pic>
      <p:pic>
        <p:nvPicPr>
          <p:cNvPr id="130" name="Gráfico 129" descr="Público-alvo com preenchimento sólido">
            <a:extLst>
              <a:ext uri="{FF2B5EF4-FFF2-40B4-BE49-F238E27FC236}">
                <a16:creationId xmlns:a16="http://schemas.microsoft.com/office/drawing/2014/main" id="{C0D99421-4F31-4776-ACE3-7B8119808F3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868673" y="3988467"/>
            <a:ext cx="717092" cy="717092"/>
          </a:xfrm>
          <a:prstGeom prst="rect">
            <a:avLst/>
          </a:prstGeom>
        </p:spPr>
      </p:pic>
      <p:pic>
        <p:nvPicPr>
          <p:cNvPr id="131" name="Gráfico 130" descr="Seta para Direita com preenchimento sólido">
            <a:extLst>
              <a:ext uri="{FF2B5EF4-FFF2-40B4-BE49-F238E27FC236}">
                <a16:creationId xmlns:a16="http://schemas.microsoft.com/office/drawing/2014/main" id="{245D33C4-99C5-4D8E-A173-4FDF4BAC9EB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694231" y="3205016"/>
            <a:ext cx="782766" cy="782766"/>
          </a:xfrm>
          <a:prstGeom prst="rect">
            <a:avLst/>
          </a:prstGeom>
        </p:spPr>
      </p:pic>
      <p:pic>
        <p:nvPicPr>
          <p:cNvPr id="132" name="Gráfico 131" descr="Seta para Baixo com preenchimento sólido">
            <a:extLst>
              <a:ext uri="{FF2B5EF4-FFF2-40B4-BE49-F238E27FC236}">
                <a16:creationId xmlns:a16="http://schemas.microsoft.com/office/drawing/2014/main" id="{40921C5B-2459-42FF-80A8-4BE0624BC35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918508" y="2503102"/>
            <a:ext cx="782766" cy="782766"/>
          </a:xfrm>
          <a:prstGeom prst="rect">
            <a:avLst/>
          </a:prstGeom>
        </p:spPr>
      </p:pic>
      <p:pic>
        <p:nvPicPr>
          <p:cNvPr id="133" name="Gráfico 132" descr="Seta de linha: reta com preenchimento sólido">
            <a:extLst>
              <a:ext uri="{FF2B5EF4-FFF2-40B4-BE49-F238E27FC236}">
                <a16:creationId xmlns:a16="http://schemas.microsoft.com/office/drawing/2014/main" id="{7E6C6081-4E2B-4E9A-8B89-D86502F954A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671031" y="3612785"/>
            <a:ext cx="782766" cy="782766"/>
          </a:xfrm>
          <a:prstGeom prst="rect">
            <a:avLst/>
          </a:prstGeom>
        </p:spPr>
      </p:pic>
      <p:pic>
        <p:nvPicPr>
          <p:cNvPr id="134" name="Gráfico 133" descr="Seta para Cima com preenchimento sólido">
            <a:extLst>
              <a:ext uri="{FF2B5EF4-FFF2-40B4-BE49-F238E27FC236}">
                <a16:creationId xmlns:a16="http://schemas.microsoft.com/office/drawing/2014/main" id="{1BD3A5CD-81BC-4AA5-9AF5-C91CBBFD5DD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424088" y="2493251"/>
            <a:ext cx="782766" cy="782766"/>
          </a:xfrm>
          <a:prstGeom prst="rect">
            <a:avLst/>
          </a:prstGeom>
        </p:spPr>
      </p:pic>
      <p:pic>
        <p:nvPicPr>
          <p:cNvPr id="135" name="Gráfico 134" descr="Setas de Divisão com preenchimento sólido">
            <a:extLst>
              <a:ext uri="{FF2B5EF4-FFF2-40B4-BE49-F238E27FC236}">
                <a16:creationId xmlns:a16="http://schemas.microsoft.com/office/drawing/2014/main" id="{59DFC182-0E6D-4187-90A1-DCECF3EC0C0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068793" y="4257274"/>
            <a:ext cx="390318" cy="390318"/>
          </a:xfrm>
          <a:prstGeom prst="rect">
            <a:avLst/>
          </a:prstGeom>
        </p:spPr>
      </p:pic>
      <p:pic>
        <p:nvPicPr>
          <p:cNvPr id="136" name="Gráfico 135" descr="Setas de Divisão com preenchimento sólido">
            <a:extLst>
              <a:ext uri="{FF2B5EF4-FFF2-40B4-BE49-F238E27FC236}">
                <a16:creationId xmlns:a16="http://schemas.microsoft.com/office/drawing/2014/main" id="{D3FD52F5-BF6F-4D24-9070-E287A848FC41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9660171" y="4247401"/>
            <a:ext cx="390318" cy="390318"/>
          </a:xfrm>
          <a:prstGeom prst="rect">
            <a:avLst/>
          </a:prstGeom>
        </p:spPr>
      </p:pic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0A43AA22-6085-431F-95E1-1344146D2A98}"/>
              </a:ext>
            </a:extLst>
          </p:cNvPr>
          <p:cNvSpPr txBox="1"/>
          <p:nvPr/>
        </p:nvSpPr>
        <p:spPr>
          <a:xfrm>
            <a:off x="1339258" y="1027360"/>
            <a:ext cx="2202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>
                <a:solidFill>
                  <a:srgbClr val="0091D6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Ícones para uso</a:t>
            </a:r>
            <a:endParaRPr lang="pt-BR">
              <a:solidFill>
                <a:srgbClr val="0091D6"/>
              </a:solidFill>
              <a:latin typeface="Arial Black" panose="020B0A04020102020204" pitchFamily="34" charset="0"/>
            </a:endParaRPr>
          </a:p>
        </p:txBody>
      </p:sp>
      <p:sp>
        <p:nvSpPr>
          <p:cNvPr id="139" name="Google Shape;4139;p45">
            <a:extLst>
              <a:ext uri="{FF2B5EF4-FFF2-40B4-BE49-F238E27FC236}">
                <a16:creationId xmlns:a16="http://schemas.microsoft.com/office/drawing/2014/main" id="{C1531584-9DF0-48C4-B40A-1F6AF24D7D86}"/>
              </a:ext>
            </a:extLst>
          </p:cNvPr>
          <p:cNvSpPr/>
          <p:nvPr/>
        </p:nvSpPr>
        <p:spPr>
          <a:xfrm>
            <a:off x="3119570" y="5021140"/>
            <a:ext cx="393861" cy="377474"/>
          </a:xfrm>
          <a:custGeom>
            <a:avLst/>
            <a:gdLst/>
            <a:ahLst/>
            <a:cxnLst/>
            <a:rect l="l" t="t" r="r" b="b"/>
            <a:pathLst>
              <a:path w="18772" h="17991" extrusionOk="0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140" name="Google Shape;4269;p45">
            <a:extLst>
              <a:ext uri="{FF2B5EF4-FFF2-40B4-BE49-F238E27FC236}">
                <a16:creationId xmlns:a16="http://schemas.microsoft.com/office/drawing/2014/main" id="{25D2DB61-BF1F-40B0-BDBC-E8B3DCF9302F}"/>
              </a:ext>
            </a:extLst>
          </p:cNvPr>
          <p:cNvGrpSpPr/>
          <p:nvPr/>
        </p:nvGrpSpPr>
        <p:grpSpPr>
          <a:xfrm>
            <a:off x="3967783" y="5007209"/>
            <a:ext cx="405357" cy="405336"/>
            <a:chOff x="5053975" y="4399375"/>
            <a:chExt cx="483000" cy="482975"/>
          </a:xfrm>
          <a:solidFill>
            <a:srgbClr val="1A4B9F"/>
          </a:solidFill>
        </p:grpSpPr>
        <p:sp>
          <p:nvSpPr>
            <p:cNvPr id="141" name="Google Shape;4270;p45">
              <a:extLst>
                <a:ext uri="{FF2B5EF4-FFF2-40B4-BE49-F238E27FC236}">
                  <a16:creationId xmlns:a16="http://schemas.microsoft.com/office/drawing/2014/main" id="{086D6812-E323-4D8C-BA3E-96FEC30148B9}"/>
                </a:ext>
              </a:extLst>
            </p:cNvPr>
            <p:cNvSpPr/>
            <p:nvPr/>
          </p:nvSpPr>
          <p:spPr>
            <a:xfrm>
              <a:off x="5053975" y="4399375"/>
              <a:ext cx="483000" cy="482975"/>
            </a:xfrm>
            <a:custGeom>
              <a:avLst/>
              <a:gdLst/>
              <a:ahLst/>
              <a:cxnLst/>
              <a:rect l="l" t="t" r="r" b="b"/>
              <a:pathLst>
                <a:path w="19320" h="19319" extrusionOk="0">
                  <a:moveTo>
                    <a:pt x="9660" y="1130"/>
                  </a:moveTo>
                  <a:cubicBezTo>
                    <a:pt x="11822" y="1130"/>
                    <a:pt x="13981" y="1972"/>
                    <a:pt x="15666" y="3654"/>
                  </a:cubicBezTo>
                  <a:cubicBezTo>
                    <a:pt x="19033" y="7021"/>
                    <a:pt x="19033" y="12299"/>
                    <a:pt x="15666" y="15665"/>
                  </a:cubicBezTo>
                  <a:cubicBezTo>
                    <a:pt x="13983" y="17349"/>
                    <a:pt x="11821" y="18190"/>
                    <a:pt x="9660" y="18190"/>
                  </a:cubicBezTo>
                  <a:cubicBezTo>
                    <a:pt x="7499" y="18190"/>
                    <a:pt x="5338" y="17349"/>
                    <a:pt x="3655" y="15665"/>
                  </a:cubicBezTo>
                  <a:cubicBezTo>
                    <a:pt x="288" y="12299"/>
                    <a:pt x="288" y="7024"/>
                    <a:pt x="3655" y="3654"/>
                  </a:cubicBezTo>
                  <a:cubicBezTo>
                    <a:pt x="5339" y="1972"/>
                    <a:pt x="7498" y="1130"/>
                    <a:pt x="9660" y="1130"/>
                  </a:cubicBezTo>
                  <a:close/>
                  <a:moveTo>
                    <a:pt x="9660" y="0"/>
                  </a:moveTo>
                  <a:cubicBezTo>
                    <a:pt x="7112" y="0"/>
                    <a:pt x="4693" y="1015"/>
                    <a:pt x="2854" y="2854"/>
                  </a:cubicBezTo>
                  <a:cubicBezTo>
                    <a:pt x="1016" y="4693"/>
                    <a:pt x="1" y="7111"/>
                    <a:pt x="1" y="9660"/>
                  </a:cubicBezTo>
                  <a:cubicBezTo>
                    <a:pt x="1" y="12208"/>
                    <a:pt x="1016" y="14627"/>
                    <a:pt x="2854" y="16465"/>
                  </a:cubicBezTo>
                  <a:cubicBezTo>
                    <a:pt x="4693" y="18304"/>
                    <a:pt x="7112" y="19319"/>
                    <a:pt x="9660" y="19319"/>
                  </a:cubicBezTo>
                  <a:cubicBezTo>
                    <a:pt x="12209" y="19319"/>
                    <a:pt x="14627" y="18304"/>
                    <a:pt x="16466" y="16465"/>
                  </a:cubicBezTo>
                  <a:cubicBezTo>
                    <a:pt x="18305" y="14627"/>
                    <a:pt x="19319" y="12208"/>
                    <a:pt x="19319" y="9660"/>
                  </a:cubicBezTo>
                  <a:cubicBezTo>
                    <a:pt x="19319" y="7111"/>
                    <a:pt x="18305" y="4693"/>
                    <a:pt x="16466" y="2854"/>
                  </a:cubicBezTo>
                  <a:cubicBezTo>
                    <a:pt x="14627" y="1015"/>
                    <a:pt x="12209" y="0"/>
                    <a:pt x="96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2" name="Google Shape;4271;p45">
              <a:extLst>
                <a:ext uri="{FF2B5EF4-FFF2-40B4-BE49-F238E27FC236}">
                  <a16:creationId xmlns:a16="http://schemas.microsoft.com/office/drawing/2014/main" id="{DBD4E8CC-A1AC-4E14-9ADA-0C294F30BFB0}"/>
                </a:ext>
              </a:extLst>
            </p:cNvPr>
            <p:cNvSpPr/>
            <p:nvPr/>
          </p:nvSpPr>
          <p:spPr>
            <a:xfrm>
              <a:off x="5100725" y="4528375"/>
              <a:ext cx="309350" cy="296450"/>
            </a:xfrm>
            <a:custGeom>
              <a:avLst/>
              <a:gdLst/>
              <a:ahLst/>
              <a:cxnLst/>
              <a:rect l="l" t="t" r="r" b="b"/>
              <a:pathLst>
                <a:path w="12374" h="11858" extrusionOk="0">
                  <a:moveTo>
                    <a:pt x="2352" y="1462"/>
                  </a:moveTo>
                  <a:lnTo>
                    <a:pt x="10828" y="9938"/>
                  </a:lnTo>
                  <a:cubicBezTo>
                    <a:pt x="9875" y="10469"/>
                    <a:pt x="8830" y="10728"/>
                    <a:pt x="7793" y="10728"/>
                  </a:cubicBezTo>
                  <a:cubicBezTo>
                    <a:pt x="6180" y="10728"/>
                    <a:pt x="4586" y="10102"/>
                    <a:pt x="3388" y="8902"/>
                  </a:cubicBezTo>
                  <a:cubicBezTo>
                    <a:pt x="1416" y="6933"/>
                    <a:pt x="993" y="3896"/>
                    <a:pt x="2352" y="1462"/>
                  </a:cubicBezTo>
                  <a:close/>
                  <a:moveTo>
                    <a:pt x="2253" y="0"/>
                  </a:moveTo>
                  <a:cubicBezTo>
                    <a:pt x="2078" y="0"/>
                    <a:pt x="1904" y="81"/>
                    <a:pt x="1794" y="236"/>
                  </a:cubicBezTo>
                  <a:cubicBezTo>
                    <a:pt x="257" y="2395"/>
                    <a:pt x="0" y="5215"/>
                    <a:pt x="1120" y="7616"/>
                  </a:cubicBezTo>
                  <a:cubicBezTo>
                    <a:pt x="2243" y="10016"/>
                    <a:pt x="4568" y="11628"/>
                    <a:pt x="7210" y="11837"/>
                  </a:cubicBezTo>
                  <a:lnTo>
                    <a:pt x="7210" y="11834"/>
                  </a:lnTo>
                  <a:cubicBezTo>
                    <a:pt x="7404" y="11849"/>
                    <a:pt x="7597" y="11858"/>
                    <a:pt x="7787" y="11858"/>
                  </a:cubicBezTo>
                  <a:cubicBezTo>
                    <a:pt x="9318" y="11858"/>
                    <a:pt x="10807" y="11384"/>
                    <a:pt x="12057" y="10502"/>
                  </a:cubicBezTo>
                  <a:cubicBezTo>
                    <a:pt x="12340" y="10297"/>
                    <a:pt x="12374" y="9886"/>
                    <a:pt x="12126" y="9639"/>
                  </a:cubicBezTo>
                  <a:lnTo>
                    <a:pt x="2654" y="167"/>
                  </a:lnTo>
                  <a:cubicBezTo>
                    <a:pt x="2542" y="55"/>
                    <a:pt x="2397" y="0"/>
                    <a:pt x="22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3" name="Google Shape;4272;p45">
              <a:extLst>
                <a:ext uri="{FF2B5EF4-FFF2-40B4-BE49-F238E27FC236}">
                  <a16:creationId xmlns:a16="http://schemas.microsoft.com/office/drawing/2014/main" id="{ECC345D7-7407-4197-8230-1DE9F4BBD43F}"/>
                </a:ext>
              </a:extLst>
            </p:cNvPr>
            <p:cNvSpPr/>
            <p:nvPr/>
          </p:nvSpPr>
          <p:spPr>
            <a:xfrm>
              <a:off x="5180875" y="4456850"/>
              <a:ext cx="316625" cy="296575"/>
            </a:xfrm>
            <a:custGeom>
              <a:avLst/>
              <a:gdLst/>
              <a:ahLst/>
              <a:cxnLst/>
              <a:rect l="l" t="t" r="r" b="b"/>
              <a:pathLst>
                <a:path w="12665" h="11863" extrusionOk="0">
                  <a:moveTo>
                    <a:pt x="4584" y="1128"/>
                  </a:moveTo>
                  <a:cubicBezTo>
                    <a:pt x="6196" y="1128"/>
                    <a:pt x="7791" y="1755"/>
                    <a:pt x="8987" y="2958"/>
                  </a:cubicBezTo>
                  <a:cubicBezTo>
                    <a:pt x="10964" y="4924"/>
                    <a:pt x="11387" y="7967"/>
                    <a:pt x="10022" y="10398"/>
                  </a:cubicBezTo>
                  <a:lnTo>
                    <a:pt x="1547" y="1923"/>
                  </a:lnTo>
                  <a:cubicBezTo>
                    <a:pt x="2499" y="1388"/>
                    <a:pt x="3545" y="1128"/>
                    <a:pt x="4584" y="1128"/>
                  </a:cubicBezTo>
                  <a:close/>
                  <a:moveTo>
                    <a:pt x="4578" y="1"/>
                  </a:moveTo>
                  <a:cubicBezTo>
                    <a:pt x="3095" y="1"/>
                    <a:pt x="1604" y="448"/>
                    <a:pt x="321" y="1361"/>
                  </a:cubicBezTo>
                  <a:cubicBezTo>
                    <a:pt x="34" y="1563"/>
                    <a:pt x="1" y="1977"/>
                    <a:pt x="248" y="2224"/>
                  </a:cubicBezTo>
                  <a:lnTo>
                    <a:pt x="9723" y="11697"/>
                  </a:lnTo>
                  <a:cubicBezTo>
                    <a:pt x="9829" y="11802"/>
                    <a:pt x="9971" y="11863"/>
                    <a:pt x="10122" y="11863"/>
                  </a:cubicBezTo>
                  <a:lnTo>
                    <a:pt x="10170" y="11863"/>
                  </a:lnTo>
                  <a:cubicBezTo>
                    <a:pt x="10336" y="11847"/>
                    <a:pt x="10487" y="11763"/>
                    <a:pt x="10584" y="11624"/>
                  </a:cubicBezTo>
                  <a:cubicBezTo>
                    <a:pt x="12664" y="8698"/>
                    <a:pt x="12326" y="4697"/>
                    <a:pt x="9787" y="2158"/>
                  </a:cubicBezTo>
                  <a:cubicBezTo>
                    <a:pt x="8361" y="733"/>
                    <a:pt x="6476" y="1"/>
                    <a:pt x="45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4" name="Google Shape;4276;p45">
            <a:extLst>
              <a:ext uri="{FF2B5EF4-FFF2-40B4-BE49-F238E27FC236}">
                <a16:creationId xmlns:a16="http://schemas.microsoft.com/office/drawing/2014/main" id="{03234423-876C-4150-A784-C80C0FE7B9FE}"/>
              </a:ext>
            </a:extLst>
          </p:cNvPr>
          <p:cNvGrpSpPr/>
          <p:nvPr/>
        </p:nvGrpSpPr>
        <p:grpSpPr>
          <a:xfrm>
            <a:off x="1506732" y="5754805"/>
            <a:ext cx="410918" cy="376971"/>
            <a:chOff x="6239575" y="4416275"/>
            <a:chExt cx="489625" cy="449175"/>
          </a:xfrm>
          <a:solidFill>
            <a:srgbClr val="1A4B9F"/>
          </a:solidFill>
        </p:grpSpPr>
        <p:sp>
          <p:nvSpPr>
            <p:cNvPr id="145" name="Google Shape;4277;p45">
              <a:extLst>
                <a:ext uri="{FF2B5EF4-FFF2-40B4-BE49-F238E27FC236}">
                  <a16:creationId xmlns:a16="http://schemas.microsoft.com/office/drawing/2014/main" id="{502F7B09-8C60-4D7E-B44B-0E02D7F8E0D6}"/>
                </a:ext>
              </a:extLst>
            </p:cNvPr>
            <p:cNvSpPr/>
            <p:nvPr/>
          </p:nvSpPr>
          <p:spPr>
            <a:xfrm>
              <a:off x="6239575" y="4416275"/>
              <a:ext cx="489625" cy="449175"/>
            </a:xfrm>
            <a:custGeom>
              <a:avLst/>
              <a:gdLst/>
              <a:ahLst/>
              <a:cxnLst/>
              <a:rect l="l" t="t" r="r" b="b"/>
              <a:pathLst>
                <a:path w="19585" h="17967" extrusionOk="0">
                  <a:moveTo>
                    <a:pt x="9792" y="1132"/>
                  </a:moveTo>
                  <a:cubicBezTo>
                    <a:pt x="10374" y="1132"/>
                    <a:pt x="10955" y="1424"/>
                    <a:pt x="11278" y="2009"/>
                  </a:cubicBezTo>
                  <a:lnTo>
                    <a:pt x="18111" y="14313"/>
                  </a:lnTo>
                  <a:cubicBezTo>
                    <a:pt x="18404" y="14838"/>
                    <a:pt x="18395" y="15481"/>
                    <a:pt x="18087" y="15998"/>
                  </a:cubicBezTo>
                  <a:cubicBezTo>
                    <a:pt x="17786" y="16518"/>
                    <a:pt x="17232" y="16834"/>
                    <a:pt x="16634" y="16834"/>
                  </a:cubicBezTo>
                  <a:cubicBezTo>
                    <a:pt x="16631" y="16834"/>
                    <a:pt x="16628" y="16834"/>
                    <a:pt x="16625" y="16834"/>
                  </a:cubicBezTo>
                  <a:lnTo>
                    <a:pt x="2962" y="16834"/>
                  </a:lnTo>
                  <a:cubicBezTo>
                    <a:pt x="1667" y="16834"/>
                    <a:pt x="849" y="15445"/>
                    <a:pt x="1474" y="14313"/>
                  </a:cubicBezTo>
                  <a:lnTo>
                    <a:pt x="8307" y="2009"/>
                  </a:lnTo>
                  <a:cubicBezTo>
                    <a:pt x="8630" y="1424"/>
                    <a:pt x="9211" y="1132"/>
                    <a:pt x="9792" y="1132"/>
                  </a:cubicBezTo>
                  <a:close/>
                  <a:moveTo>
                    <a:pt x="9792" y="1"/>
                  </a:moveTo>
                  <a:cubicBezTo>
                    <a:pt x="8763" y="1"/>
                    <a:pt x="7815" y="559"/>
                    <a:pt x="7317" y="1462"/>
                  </a:cubicBezTo>
                  <a:lnTo>
                    <a:pt x="483" y="13766"/>
                  </a:lnTo>
                  <a:cubicBezTo>
                    <a:pt x="0" y="14642"/>
                    <a:pt x="15" y="15711"/>
                    <a:pt x="523" y="16574"/>
                  </a:cubicBezTo>
                  <a:cubicBezTo>
                    <a:pt x="1033" y="17435"/>
                    <a:pt x="1960" y="17966"/>
                    <a:pt x="2962" y="17966"/>
                  </a:cubicBezTo>
                  <a:lnTo>
                    <a:pt x="16625" y="17966"/>
                  </a:lnTo>
                  <a:cubicBezTo>
                    <a:pt x="17625" y="17966"/>
                    <a:pt x="18555" y="17435"/>
                    <a:pt x="19062" y="16574"/>
                  </a:cubicBezTo>
                  <a:cubicBezTo>
                    <a:pt x="19572" y="15711"/>
                    <a:pt x="19585" y="14642"/>
                    <a:pt x="19101" y="13766"/>
                  </a:cubicBezTo>
                  <a:lnTo>
                    <a:pt x="12271" y="1462"/>
                  </a:lnTo>
                  <a:cubicBezTo>
                    <a:pt x="11770" y="559"/>
                    <a:pt x="10822" y="1"/>
                    <a:pt x="97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6" name="Google Shape;4278;p45">
              <a:extLst>
                <a:ext uri="{FF2B5EF4-FFF2-40B4-BE49-F238E27FC236}">
                  <a16:creationId xmlns:a16="http://schemas.microsoft.com/office/drawing/2014/main" id="{F0421D59-E56D-41D3-9A2D-566EE3BDF0F8}"/>
                </a:ext>
              </a:extLst>
            </p:cNvPr>
            <p:cNvSpPr/>
            <p:nvPr/>
          </p:nvSpPr>
          <p:spPr>
            <a:xfrm>
              <a:off x="6438550" y="4723875"/>
              <a:ext cx="88350" cy="84950"/>
            </a:xfrm>
            <a:custGeom>
              <a:avLst/>
              <a:gdLst/>
              <a:ahLst/>
              <a:cxnLst/>
              <a:rect l="l" t="t" r="r" b="b"/>
              <a:pathLst>
                <a:path w="3534" h="3398" extrusionOk="0">
                  <a:moveTo>
                    <a:pt x="1830" y="1132"/>
                  </a:moveTo>
                  <a:cubicBezTo>
                    <a:pt x="2122" y="1132"/>
                    <a:pt x="2401" y="1358"/>
                    <a:pt x="2401" y="1701"/>
                  </a:cubicBezTo>
                  <a:cubicBezTo>
                    <a:pt x="2401" y="2012"/>
                    <a:pt x="2147" y="2266"/>
                    <a:pt x="1833" y="2266"/>
                  </a:cubicBezTo>
                  <a:cubicBezTo>
                    <a:pt x="1329" y="2266"/>
                    <a:pt x="1076" y="1656"/>
                    <a:pt x="1432" y="1299"/>
                  </a:cubicBezTo>
                  <a:cubicBezTo>
                    <a:pt x="1548" y="1184"/>
                    <a:pt x="1691" y="1132"/>
                    <a:pt x="1830" y="1132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1" y="1683"/>
                    <a:pt x="146" y="2414"/>
                    <a:pt x="632" y="2900"/>
                  </a:cubicBezTo>
                  <a:cubicBezTo>
                    <a:pt x="957" y="3225"/>
                    <a:pt x="1391" y="3397"/>
                    <a:pt x="1833" y="3397"/>
                  </a:cubicBezTo>
                  <a:cubicBezTo>
                    <a:pt x="2052" y="3397"/>
                    <a:pt x="2273" y="3355"/>
                    <a:pt x="2483" y="3268"/>
                  </a:cubicBezTo>
                  <a:cubicBezTo>
                    <a:pt x="3117" y="3005"/>
                    <a:pt x="3533" y="2386"/>
                    <a:pt x="3533" y="1701"/>
                  </a:cubicBezTo>
                  <a:cubicBezTo>
                    <a:pt x="3530" y="762"/>
                    <a:pt x="2772" y="1"/>
                    <a:pt x="18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7" name="Google Shape;4279;p45">
              <a:extLst>
                <a:ext uri="{FF2B5EF4-FFF2-40B4-BE49-F238E27FC236}">
                  <a16:creationId xmlns:a16="http://schemas.microsoft.com/office/drawing/2014/main" id="{A6160780-9AFE-4327-BA75-69603B3F0697}"/>
                </a:ext>
              </a:extLst>
            </p:cNvPr>
            <p:cNvSpPr/>
            <p:nvPr/>
          </p:nvSpPr>
          <p:spPr>
            <a:xfrm>
              <a:off x="6441950" y="4497425"/>
              <a:ext cx="84950" cy="198250"/>
            </a:xfrm>
            <a:custGeom>
              <a:avLst/>
              <a:gdLst/>
              <a:ahLst/>
              <a:cxnLst/>
              <a:rect l="l" t="t" r="r" b="b"/>
              <a:pathLst>
                <a:path w="3398" h="7930" extrusionOk="0">
                  <a:moveTo>
                    <a:pt x="1697" y="1133"/>
                  </a:moveTo>
                  <a:cubicBezTo>
                    <a:pt x="2011" y="1133"/>
                    <a:pt x="2265" y="1387"/>
                    <a:pt x="2265" y="1701"/>
                  </a:cubicBezTo>
                  <a:lnTo>
                    <a:pt x="2265" y="6230"/>
                  </a:lnTo>
                  <a:cubicBezTo>
                    <a:pt x="2265" y="6544"/>
                    <a:pt x="2011" y="6797"/>
                    <a:pt x="1697" y="6797"/>
                  </a:cubicBezTo>
                  <a:cubicBezTo>
                    <a:pt x="1383" y="6797"/>
                    <a:pt x="1133" y="6544"/>
                    <a:pt x="1133" y="6230"/>
                  </a:cubicBezTo>
                  <a:lnTo>
                    <a:pt x="1133" y="1701"/>
                  </a:lnTo>
                  <a:cubicBezTo>
                    <a:pt x="1133" y="1387"/>
                    <a:pt x="1383" y="1133"/>
                    <a:pt x="1697" y="1133"/>
                  </a:cubicBezTo>
                  <a:close/>
                  <a:moveTo>
                    <a:pt x="1697" y="1"/>
                  </a:moveTo>
                  <a:cubicBezTo>
                    <a:pt x="758" y="1"/>
                    <a:pt x="1" y="762"/>
                    <a:pt x="1" y="1701"/>
                  </a:cubicBezTo>
                  <a:lnTo>
                    <a:pt x="1" y="6233"/>
                  </a:lnTo>
                  <a:cubicBezTo>
                    <a:pt x="1" y="7169"/>
                    <a:pt x="758" y="7930"/>
                    <a:pt x="1697" y="7930"/>
                  </a:cubicBezTo>
                  <a:cubicBezTo>
                    <a:pt x="2636" y="7930"/>
                    <a:pt x="3397" y="7169"/>
                    <a:pt x="3397" y="6233"/>
                  </a:cubicBezTo>
                  <a:lnTo>
                    <a:pt x="3397" y="1701"/>
                  </a:lnTo>
                  <a:cubicBezTo>
                    <a:pt x="3397" y="762"/>
                    <a:pt x="2636" y="1"/>
                    <a:pt x="16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48" name="Google Shape;7827;p54">
            <a:extLst>
              <a:ext uri="{FF2B5EF4-FFF2-40B4-BE49-F238E27FC236}">
                <a16:creationId xmlns:a16="http://schemas.microsoft.com/office/drawing/2014/main" id="{E419EF9D-751C-4E88-9683-D56268D341CB}"/>
              </a:ext>
            </a:extLst>
          </p:cNvPr>
          <p:cNvSpPr/>
          <p:nvPr/>
        </p:nvSpPr>
        <p:spPr>
          <a:xfrm>
            <a:off x="1486213" y="4974217"/>
            <a:ext cx="483029" cy="471320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" name="Google Shape;7913;p54">
            <a:extLst>
              <a:ext uri="{FF2B5EF4-FFF2-40B4-BE49-F238E27FC236}">
                <a16:creationId xmlns:a16="http://schemas.microsoft.com/office/drawing/2014/main" id="{C5751518-C72D-4079-B38F-2CD5ED7F99B1}"/>
              </a:ext>
            </a:extLst>
          </p:cNvPr>
          <p:cNvGrpSpPr/>
          <p:nvPr/>
        </p:nvGrpSpPr>
        <p:grpSpPr>
          <a:xfrm>
            <a:off x="2246143" y="4975948"/>
            <a:ext cx="470394" cy="467859"/>
            <a:chOff x="-4211975" y="2046625"/>
            <a:chExt cx="292250" cy="290675"/>
          </a:xfrm>
          <a:solidFill>
            <a:srgbClr val="1A4B9F"/>
          </a:solidFill>
        </p:grpSpPr>
        <p:sp>
          <p:nvSpPr>
            <p:cNvPr id="150" name="Google Shape;7914;p54">
              <a:extLst>
                <a:ext uri="{FF2B5EF4-FFF2-40B4-BE49-F238E27FC236}">
                  <a16:creationId xmlns:a16="http://schemas.microsoft.com/office/drawing/2014/main" id="{165026A2-07E0-4C30-AE14-88A980FF812D}"/>
                </a:ext>
              </a:extLst>
            </p:cNvPr>
            <p:cNvSpPr/>
            <p:nvPr/>
          </p:nvSpPr>
          <p:spPr>
            <a:xfrm>
              <a:off x="-4211975" y="2081300"/>
              <a:ext cx="256025" cy="256000"/>
            </a:xfrm>
            <a:custGeom>
              <a:avLst/>
              <a:gdLst/>
              <a:ahLst/>
              <a:cxnLst/>
              <a:rect l="l" t="t" r="r" b="b"/>
              <a:pathLst>
                <a:path w="10241" h="10240" extrusionOk="0">
                  <a:moveTo>
                    <a:pt x="4758" y="693"/>
                  </a:moveTo>
                  <a:lnTo>
                    <a:pt x="4758" y="5167"/>
                  </a:lnTo>
                  <a:cubicBezTo>
                    <a:pt x="4758" y="5356"/>
                    <a:pt x="4916" y="5513"/>
                    <a:pt x="5105" y="5513"/>
                  </a:cubicBezTo>
                  <a:lnTo>
                    <a:pt x="9578" y="5513"/>
                  </a:lnTo>
                  <a:cubicBezTo>
                    <a:pt x="9358" y="7813"/>
                    <a:pt x="7436" y="9609"/>
                    <a:pt x="5105" y="9609"/>
                  </a:cubicBezTo>
                  <a:cubicBezTo>
                    <a:pt x="2679" y="9609"/>
                    <a:pt x="663" y="7593"/>
                    <a:pt x="663" y="5167"/>
                  </a:cubicBezTo>
                  <a:cubicBezTo>
                    <a:pt x="663" y="2835"/>
                    <a:pt x="2490" y="914"/>
                    <a:pt x="4758" y="693"/>
                  </a:cubicBezTo>
                  <a:close/>
                  <a:moveTo>
                    <a:pt x="5105" y="0"/>
                  </a:moveTo>
                  <a:cubicBezTo>
                    <a:pt x="2269" y="0"/>
                    <a:pt x="1" y="2300"/>
                    <a:pt x="1" y="5104"/>
                  </a:cubicBezTo>
                  <a:cubicBezTo>
                    <a:pt x="1" y="7939"/>
                    <a:pt x="2269" y="10239"/>
                    <a:pt x="5105" y="10239"/>
                  </a:cubicBezTo>
                  <a:cubicBezTo>
                    <a:pt x="7940" y="10239"/>
                    <a:pt x="10240" y="7939"/>
                    <a:pt x="10240" y="5104"/>
                  </a:cubicBezTo>
                  <a:cubicBezTo>
                    <a:pt x="10240" y="4978"/>
                    <a:pt x="10083" y="4820"/>
                    <a:pt x="9925" y="4820"/>
                  </a:cubicBezTo>
                  <a:lnTo>
                    <a:pt x="5483" y="4820"/>
                  </a:lnTo>
                  <a:lnTo>
                    <a:pt x="5483" y="347"/>
                  </a:lnTo>
                  <a:cubicBezTo>
                    <a:pt x="5483" y="158"/>
                    <a:pt x="5325" y="0"/>
                    <a:pt x="5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7915;p54">
              <a:extLst>
                <a:ext uri="{FF2B5EF4-FFF2-40B4-BE49-F238E27FC236}">
                  <a16:creationId xmlns:a16="http://schemas.microsoft.com/office/drawing/2014/main" id="{63B6B6C4-16EE-496D-AD63-0BA9A48693A1}"/>
                </a:ext>
              </a:extLst>
            </p:cNvPr>
            <p:cNvSpPr/>
            <p:nvPr/>
          </p:nvSpPr>
          <p:spPr>
            <a:xfrm>
              <a:off x="-4057600" y="2046625"/>
              <a:ext cx="137875" cy="137875"/>
            </a:xfrm>
            <a:custGeom>
              <a:avLst/>
              <a:gdLst/>
              <a:ahLst/>
              <a:cxnLst/>
              <a:rect l="l" t="t" r="r" b="b"/>
              <a:pathLst>
                <a:path w="5515" h="5515" extrusionOk="0">
                  <a:moveTo>
                    <a:pt x="663" y="694"/>
                  </a:moveTo>
                  <a:cubicBezTo>
                    <a:pt x="2836" y="851"/>
                    <a:pt x="4601" y="2616"/>
                    <a:pt x="4758" y="4790"/>
                  </a:cubicBezTo>
                  <a:lnTo>
                    <a:pt x="663" y="4790"/>
                  </a:lnTo>
                  <a:lnTo>
                    <a:pt x="663" y="694"/>
                  </a:lnTo>
                  <a:close/>
                  <a:moveTo>
                    <a:pt x="348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5168"/>
                  </a:lnTo>
                  <a:cubicBezTo>
                    <a:pt x="1" y="5357"/>
                    <a:pt x="158" y="5514"/>
                    <a:pt x="348" y="5514"/>
                  </a:cubicBezTo>
                  <a:lnTo>
                    <a:pt x="5168" y="5514"/>
                  </a:lnTo>
                  <a:cubicBezTo>
                    <a:pt x="5357" y="5514"/>
                    <a:pt x="5514" y="5357"/>
                    <a:pt x="5514" y="5168"/>
                  </a:cubicBezTo>
                  <a:cubicBezTo>
                    <a:pt x="5483" y="3750"/>
                    <a:pt x="4979" y="2490"/>
                    <a:pt x="3971" y="1513"/>
                  </a:cubicBezTo>
                  <a:cubicBezTo>
                    <a:pt x="2994" y="536"/>
                    <a:pt x="1734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8338;p54">
            <a:extLst>
              <a:ext uri="{FF2B5EF4-FFF2-40B4-BE49-F238E27FC236}">
                <a16:creationId xmlns:a16="http://schemas.microsoft.com/office/drawing/2014/main" id="{FCBA1267-678D-4FBB-BAEF-F8199D2E6426}"/>
              </a:ext>
            </a:extLst>
          </p:cNvPr>
          <p:cNvGrpSpPr/>
          <p:nvPr/>
        </p:nvGrpSpPr>
        <p:grpSpPr>
          <a:xfrm>
            <a:off x="7999649" y="5050197"/>
            <a:ext cx="454165" cy="319361"/>
            <a:chOff x="3476576" y="2633631"/>
            <a:chExt cx="417024" cy="293244"/>
          </a:xfrm>
          <a:solidFill>
            <a:srgbClr val="1A4B9F"/>
          </a:solidFill>
        </p:grpSpPr>
        <p:sp>
          <p:nvSpPr>
            <p:cNvPr id="153" name="Google Shape;8339;p54">
              <a:extLst>
                <a:ext uri="{FF2B5EF4-FFF2-40B4-BE49-F238E27FC236}">
                  <a16:creationId xmlns:a16="http://schemas.microsoft.com/office/drawing/2014/main" id="{23336809-9158-47BB-A571-9B0B51B20065}"/>
                </a:ext>
              </a:extLst>
            </p:cNvPr>
            <p:cNvSpPr/>
            <p:nvPr/>
          </p:nvSpPr>
          <p:spPr>
            <a:xfrm>
              <a:off x="3476576" y="2633631"/>
              <a:ext cx="417024" cy="293244"/>
            </a:xfrm>
            <a:custGeom>
              <a:avLst/>
              <a:gdLst/>
              <a:ahLst/>
              <a:cxnLst/>
              <a:rect l="l" t="t" r="r" b="b"/>
              <a:pathLst>
                <a:path w="19982" h="14051" extrusionOk="0">
                  <a:moveTo>
                    <a:pt x="17056" y="1172"/>
                  </a:moveTo>
                  <a:cubicBezTo>
                    <a:pt x="18023" y="1172"/>
                    <a:pt x="18811" y="1961"/>
                    <a:pt x="18811" y="2929"/>
                  </a:cubicBezTo>
                  <a:lnTo>
                    <a:pt x="18811" y="11124"/>
                  </a:lnTo>
                  <a:cubicBezTo>
                    <a:pt x="18811" y="12092"/>
                    <a:pt x="18023" y="12881"/>
                    <a:pt x="17056" y="12881"/>
                  </a:cubicBezTo>
                  <a:lnTo>
                    <a:pt x="2927" y="12881"/>
                  </a:lnTo>
                  <a:cubicBezTo>
                    <a:pt x="1959" y="12881"/>
                    <a:pt x="1172" y="12092"/>
                    <a:pt x="1172" y="11124"/>
                  </a:cubicBezTo>
                  <a:lnTo>
                    <a:pt x="1172" y="2929"/>
                  </a:lnTo>
                  <a:cubicBezTo>
                    <a:pt x="1172" y="1961"/>
                    <a:pt x="1959" y="1172"/>
                    <a:pt x="2927" y="1172"/>
                  </a:cubicBezTo>
                  <a:close/>
                  <a:moveTo>
                    <a:pt x="2927" y="1"/>
                  </a:moveTo>
                  <a:cubicBezTo>
                    <a:pt x="1313" y="1"/>
                    <a:pt x="1" y="1315"/>
                    <a:pt x="1" y="2929"/>
                  </a:cubicBezTo>
                  <a:lnTo>
                    <a:pt x="1" y="11124"/>
                  </a:lnTo>
                  <a:cubicBezTo>
                    <a:pt x="1" y="12738"/>
                    <a:pt x="1313" y="14050"/>
                    <a:pt x="2927" y="14050"/>
                  </a:cubicBezTo>
                  <a:lnTo>
                    <a:pt x="17056" y="14050"/>
                  </a:lnTo>
                  <a:cubicBezTo>
                    <a:pt x="18669" y="14050"/>
                    <a:pt x="19982" y="12738"/>
                    <a:pt x="19982" y="11124"/>
                  </a:cubicBezTo>
                  <a:lnTo>
                    <a:pt x="19982" y="2929"/>
                  </a:lnTo>
                  <a:cubicBezTo>
                    <a:pt x="19982" y="1315"/>
                    <a:pt x="18669" y="1"/>
                    <a:pt x="17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8340;p54">
              <a:extLst>
                <a:ext uri="{FF2B5EF4-FFF2-40B4-BE49-F238E27FC236}">
                  <a16:creationId xmlns:a16="http://schemas.microsoft.com/office/drawing/2014/main" id="{39C86CAF-B58D-4B28-9E95-1074F8330A19}"/>
                </a:ext>
              </a:extLst>
            </p:cNvPr>
            <p:cNvSpPr/>
            <p:nvPr/>
          </p:nvSpPr>
          <p:spPr>
            <a:xfrm>
              <a:off x="3636206" y="2706945"/>
              <a:ext cx="122194" cy="146633"/>
            </a:xfrm>
            <a:custGeom>
              <a:avLst/>
              <a:gdLst/>
              <a:ahLst/>
              <a:cxnLst/>
              <a:rect l="l" t="t" r="r" b="b"/>
              <a:pathLst>
                <a:path w="5855" h="7026" extrusionOk="0">
                  <a:moveTo>
                    <a:pt x="1172" y="1643"/>
                  </a:moveTo>
                  <a:lnTo>
                    <a:pt x="4165" y="3514"/>
                  </a:lnTo>
                  <a:lnTo>
                    <a:pt x="1172" y="5384"/>
                  </a:lnTo>
                  <a:lnTo>
                    <a:pt x="1172" y="1643"/>
                  </a:lnTo>
                  <a:close/>
                  <a:moveTo>
                    <a:pt x="586" y="0"/>
                  </a:moveTo>
                  <a:cubicBezTo>
                    <a:pt x="489" y="0"/>
                    <a:pt x="391" y="25"/>
                    <a:pt x="302" y="74"/>
                  </a:cubicBezTo>
                  <a:cubicBezTo>
                    <a:pt x="116" y="178"/>
                    <a:pt x="1" y="373"/>
                    <a:pt x="1" y="587"/>
                  </a:cubicBezTo>
                  <a:lnTo>
                    <a:pt x="1" y="6440"/>
                  </a:lnTo>
                  <a:cubicBezTo>
                    <a:pt x="1" y="6653"/>
                    <a:pt x="116" y="6849"/>
                    <a:pt x="302" y="6953"/>
                  </a:cubicBezTo>
                  <a:cubicBezTo>
                    <a:pt x="389" y="7001"/>
                    <a:pt x="487" y="7026"/>
                    <a:pt x="585" y="7026"/>
                  </a:cubicBezTo>
                  <a:cubicBezTo>
                    <a:pt x="693" y="7026"/>
                    <a:pt x="801" y="6997"/>
                    <a:pt x="896" y="6937"/>
                  </a:cubicBezTo>
                  <a:lnTo>
                    <a:pt x="5580" y="4010"/>
                  </a:lnTo>
                  <a:cubicBezTo>
                    <a:pt x="5750" y="3903"/>
                    <a:pt x="5854" y="3714"/>
                    <a:pt x="5854" y="3513"/>
                  </a:cubicBezTo>
                  <a:cubicBezTo>
                    <a:pt x="5854" y="3311"/>
                    <a:pt x="5750" y="3123"/>
                    <a:pt x="5580" y="3017"/>
                  </a:cubicBezTo>
                  <a:lnTo>
                    <a:pt x="896" y="90"/>
                  </a:lnTo>
                  <a:cubicBezTo>
                    <a:pt x="801" y="30"/>
                    <a:pt x="694" y="0"/>
                    <a:pt x="5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8362;p54">
            <a:extLst>
              <a:ext uri="{FF2B5EF4-FFF2-40B4-BE49-F238E27FC236}">
                <a16:creationId xmlns:a16="http://schemas.microsoft.com/office/drawing/2014/main" id="{58798005-18C1-4E62-A6DA-CD486B8E9F31}"/>
              </a:ext>
            </a:extLst>
          </p:cNvPr>
          <p:cNvGrpSpPr/>
          <p:nvPr/>
        </p:nvGrpSpPr>
        <p:grpSpPr>
          <a:xfrm>
            <a:off x="7278484" y="5006072"/>
            <a:ext cx="405464" cy="407610"/>
            <a:chOff x="2344476" y="2571761"/>
            <a:chExt cx="417671" cy="417045"/>
          </a:xfrm>
          <a:solidFill>
            <a:srgbClr val="1A4B9F"/>
          </a:solidFill>
        </p:grpSpPr>
        <p:sp>
          <p:nvSpPr>
            <p:cNvPr id="156" name="Google Shape;8363;p54">
              <a:extLst>
                <a:ext uri="{FF2B5EF4-FFF2-40B4-BE49-F238E27FC236}">
                  <a16:creationId xmlns:a16="http://schemas.microsoft.com/office/drawing/2014/main" id="{889741EC-94BC-473E-A223-73766C36AA5E}"/>
                </a:ext>
              </a:extLst>
            </p:cNvPr>
            <p:cNvSpPr/>
            <p:nvPr/>
          </p:nvSpPr>
          <p:spPr>
            <a:xfrm>
              <a:off x="2344476" y="2571761"/>
              <a:ext cx="417671" cy="417045"/>
            </a:xfrm>
            <a:custGeom>
              <a:avLst/>
              <a:gdLst/>
              <a:ahLst/>
              <a:cxnLst/>
              <a:rect l="l" t="t" r="r" b="b"/>
              <a:pathLst>
                <a:path w="20013" h="19983" extrusionOk="0">
                  <a:moveTo>
                    <a:pt x="10022" y="1170"/>
                  </a:moveTo>
                  <a:cubicBezTo>
                    <a:pt x="14886" y="1170"/>
                    <a:pt x="18842" y="5127"/>
                    <a:pt x="18842" y="9990"/>
                  </a:cubicBezTo>
                  <a:cubicBezTo>
                    <a:pt x="18842" y="14855"/>
                    <a:pt x="14886" y="18811"/>
                    <a:pt x="10023" y="18811"/>
                  </a:cubicBezTo>
                  <a:cubicBezTo>
                    <a:pt x="8516" y="18811"/>
                    <a:pt x="7030" y="18423"/>
                    <a:pt x="5726" y="17691"/>
                  </a:cubicBezTo>
                  <a:cubicBezTo>
                    <a:pt x="5638" y="17641"/>
                    <a:pt x="5539" y="17615"/>
                    <a:pt x="5440" y="17615"/>
                  </a:cubicBezTo>
                  <a:cubicBezTo>
                    <a:pt x="5393" y="17615"/>
                    <a:pt x="5345" y="17621"/>
                    <a:pt x="5298" y="17632"/>
                  </a:cubicBezTo>
                  <a:lnTo>
                    <a:pt x="1419" y="18595"/>
                  </a:lnTo>
                  <a:lnTo>
                    <a:pt x="2381" y="14715"/>
                  </a:lnTo>
                  <a:cubicBezTo>
                    <a:pt x="2417" y="14570"/>
                    <a:pt x="2395" y="14416"/>
                    <a:pt x="2323" y="14287"/>
                  </a:cubicBezTo>
                  <a:cubicBezTo>
                    <a:pt x="1590" y="12982"/>
                    <a:pt x="1203" y="11498"/>
                    <a:pt x="1203" y="9990"/>
                  </a:cubicBezTo>
                  <a:cubicBezTo>
                    <a:pt x="1203" y="5127"/>
                    <a:pt x="5159" y="1170"/>
                    <a:pt x="10022" y="1170"/>
                  </a:cubicBezTo>
                  <a:close/>
                  <a:moveTo>
                    <a:pt x="10023" y="1"/>
                  </a:moveTo>
                  <a:cubicBezTo>
                    <a:pt x="4522" y="1"/>
                    <a:pt x="32" y="4491"/>
                    <a:pt x="32" y="9990"/>
                  </a:cubicBezTo>
                  <a:cubicBezTo>
                    <a:pt x="32" y="11620"/>
                    <a:pt x="432" y="13226"/>
                    <a:pt x="1191" y="14655"/>
                  </a:cubicBezTo>
                  <a:lnTo>
                    <a:pt x="50" y="19256"/>
                  </a:lnTo>
                  <a:cubicBezTo>
                    <a:pt x="0" y="19455"/>
                    <a:pt x="58" y="19665"/>
                    <a:pt x="204" y="19810"/>
                  </a:cubicBezTo>
                  <a:cubicBezTo>
                    <a:pt x="313" y="19921"/>
                    <a:pt x="461" y="19982"/>
                    <a:pt x="614" y="19982"/>
                  </a:cubicBezTo>
                  <a:cubicBezTo>
                    <a:pt x="662" y="19982"/>
                    <a:pt x="710" y="19976"/>
                    <a:pt x="757" y="19964"/>
                  </a:cubicBezTo>
                  <a:lnTo>
                    <a:pt x="5358" y="18823"/>
                  </a:lnTo>
                  <a:cubicBezTo>
                    <a:pt x="6788" y="19582"/>
                    <a:pt x="8394" y="19982"/>
                    <a:pt x="10022" y="19982"/>
                  </a:cubicBezTo>
                  <a:cubicBezTo>
                    <a:pt x="12680" y="19982"/>
                    <a:pt x="15187" y="18940"/>
                    <a:pt x="17078" y="17047"/>
                  </a:cubicBezTo>
                  <a:cubicBezTo>
                    <a:pt x="18971" y="15156"/>
                    <a:pt x="20013" y="12649"/>
                    <a:pt x="20013" y="9990"/>
                  </a:cubicBezTo>
                  <a:cubicBezTo>
                    <a:pt x="20013" y="7333"/>
                    <a:pt x="18971" y="4827"/>
                    <a:pt x="17080" y="2934"/>
                  </a:cubicBezTo>
                  <a:cubicBezTo>
                    <a:pt x="15187" y="1043"/>
                    <a:pt x="12680" y="1"/>
                    <a:pt x="100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8364;p54">
              <a:extLst>
                <a:ext uri="{FF2B5EF4-FFF2-40B4-BE49-F238E27FC236}">
                  <a16:creationId xmlns:a16="http://schemas.microsoft.com/office/drawing/2014/main" id="{FE22F95A-8FF3-454D-A431-591A7AF88CB4}"/>
                </a:ext>
              </a:extLst>
            </p:cNvPr>
            <p:cNvSpPr/>
            <p:nvPr/>
          </p:nvSpPr>
          <p:spPr>
            <a:xfrm>
              <a:off x="2421672" y="2657388"/>
              <a:ext cx="260625" cy="243636"/>
            </a:xfrm>
            <a:custGeom>
              <a:avLst/>
              <a:gdLst/>
              <a:ahLst/>
              <a:cxnLst/>
              <a:rect l="l" t="t" r="r" b="b"/>
              <a:pathLst>
                <a:path w="12488" h="11674" extrusionOk="0">
                  <a:moveTo>
                    <a:pt x="3164" y="1171"/>
                  </a:moveTo>
                  <a:cubicBezTo>
                    <a:pt x="3352" y="1171"/>
                    <a:pt x="3536" y="1247"/>
                    <a:pt x="3710" y="1424"/>
                  </a:cubicBezTo>
                  <a:lnTo>
                    <a:pt x="3719" y="1433"/>
                  </a:lnTo>
                  <a:cubicBezTo>
                    <a:pt x="4757" y="2473"/>
                    <a:pt x="4683" y="2832"/>
                    <a:pt x="4449" y="3068"/>
                  </a:cubicBezTo>
                  <a:cubicBezTo>
                    <a:pt x="4240" y="3275"/>
                    <a:pt x="3625" y="3692"/>
                    <a:pt x="3427" y="3892"/>
                  </a:cubicBezTo>
                  <a:cubicBezTo>
                    <a:pt x="2960" y="4359"/>
                    <a:pt x="3046" y="5081"/>
                    <a:pt x="3685" y="6039"/>
                  </a:cubicBezTo>
                  <a:cubicBezTo>
                    <a:pt x="4065" y="6611"/>
                    <a:pt x="4568" y="7166"/>
                    <a:pt x="4805" y="7405"/>
                  </a:cubicBezTo>
                  <a:lnTo>
                    <a:pt x="4806" y="7405"/>
                  </a:lnTo>
                  <a:cubicBezTo>
                    <a:pt x="5045" y="7642"/>
                    <a:pt x="5599" y="8146"/>
                    <a:pt x="6172" y="8527"/>
                  </a:cubicBezTo>
                  <a:cubicBezTo>
                    <a:pt x="6727" y="8895"/>
                    <a:pt x="7202" y="9079"/>
                    <a:pt x="7594" y="9079"/>
                  </a:cubicBezTo>
                  <a:cubicBezTo>
                    <a:pt x="7880" y="9079"/>
                    <a:pt x="8123" y="8981"/>
                    <a:pt x="8320" y="8785"/>
                  </a:cubicBezTo>
                  <a:cubicBezTo>
                    <a:pt x="8518" y="8585"/>
                    <a:pt x="8935" y="7971"/>
                    <a:pt x="9144" y="7762"/>
                  </a:cubicBezTo>
                  <a:cubicBezTo>
                    <a:pt x="9238" y="7668"/>
                    <a:pt x="9331" y="7609"/>
                    <a:pt x="9460" y="7609"/>
                  </a:cubicBezTo>
                  <a:cubicBezTo>
                    <a:pt x="9549" y="7609"/>
                    <a:pt x="9655" y="7637"/>
                    <a:pt x="9790" y="7702"/>
                  </a:cubicBezTo>
                  <a:cubicBezTo>
                    <a:pt x="10172" y="7886"/>
                    <a:pt x="10582" y="8297"/>
                    <a:pt x="10779" y="8493"/>
                  </a:cubicBezTo>
                  <a:lnTo>
                    <a:pt x="10788" y="8502"/>
                  </a:lnTo>
                  <a:cubicBezTo>
                    <a:pt x="11239" y="8944"/>
                    <a:pt x="11037" y="9452"/>
                    <a:pt x="10593" y="9898"/>
                  </a:cubicBezTo>
                  <a:cubicBezTo>
                    <a:pt x="10190" y="10300"/>
                    <a:pt x="9680" y="10502"/>
                    <a:pt x="9068" y="10502"/>
                  </a:cubicBezTo>
                  <a:cubicBezTo>
                    <a:pt x="8521" y="10502"/>
                    <a:pt x="7892" y="10341"/>
                    <a:pt x="7184" y="10020"/>
                  </a:cubicBezTo>
                  <a:cubicBezTo>
                    <a:pt x="5868" y="9420"/>
                    <a:pt x="4676" y="8428"/>
                    <a:pt x="4228" y="7984"/>
                  </a:cubicBezTo>
                  <a:cubicBezTo>
                    <a:pt x="3784" y="7536"/>
                    <a:pt x="2792" y="6344"/>
                    <a:pt x="2192" y="5028"/>
                  </a:cubicBezTo>
                  <a:cubicBezTo>
                    <a:pt x="1511" y="3527"/>
                    <a:pt x="1552" y="2381"/>
                    <a:pt x="2314" y="1619"/>
                  </a:cubicBezTo>
                  <a:cubicBezTo>
                    <a:pt x="2583" y="1350"/>
                    <a:pt x="2877" y="1171"/>
                    <a:pt x="3164" y="1171"/>
                  </a:cubicBezTo>
                  <a:close/>
                  <a:moveTo>
                    <a:pt x="3169" y="1"/>
                  </a:moveTo>
                  <a:cubicBezTo>
                    <a:pt x="2619" y="1"/>
                    <a:pt x="2030" y="247"/>
                    <a:pt x="1486" y="791"/>
                  </a:cubicBezTo>
                  <a:cubicBezTo>
                    <a:pt x="701" y="1576"/>
                    <a:pt x="0" y="3034"/>
                    <a:pt x="1127" y="5512"/>
                  </a:cubicBezTo>
                  <a:cubicBezTo>
                    <a:pt x="1794" y="6979"/>
                    <a:pt x="2868" y="8274"/>
                    <a:pt x="3398" y="8810"/>
                  </a:cubicBezTo>
                  <a:lnTo>
                    <a:pt x="3402" y="8813"/>
                  </a:lnTo>
                  <a:cubicBezTo>
                    <a:pt x="3938" y="9344"/>
                    <a:pt x="5235" y="10418"/>
                    <a:pt x="6699" y="11085"/>
                  </a:cubicBezTo>
                  <a:cubicBezTo>
                    <a:pt x="7490" y="11445"/>
                    <a:pt x="8308" y="11674"/>
                    <a:pt x="9088" y="11674"/>
                  </a:cubicBezTo>
                  <a:cubicBezTo>
                    <a:pt x="9940" y="11674"/>
                    <a:pt x="10746" y="11400"/>
                    <a:pt x="11421" y="10726"/>
                  </a:cubicBezTo>
                  <a:cubicBezTo>
                    <a:pt x="12488" y="9657"/>
                    <a:pt x="12399" y="8442"/>
                    <a:pt x="11607" y="7665"/>
                  </a:cubicBezTo>
                  <a:cubicBezTo>
                    <a:pt x="11219" y="7278"/>
                    <a:pt x="10791" y="6885"/>
                    <a:pt x="10297" y="6648"/>
                  </a:cubicBezTo>
                  <a:cubicBezTo>
                    <a:pt x="10009" y="6509"/>
                    <a:pt x="9725" y="6440"/>
                    <a:pt x="9455" y="6440"/>
                  </a:cubicBezTo>
                  <a:cubicBezTo>
                    <a:pt x="9034" y="6440"/>
                    <a:pt x="8646" y="6606"/>
                    <a:pt x="8316" y="6935"/>
                  </a:cubicBezTo>
                  <a:cubicBezTo>
                    <a:pt x="8070" y="7180"/>
                    <a:pt x="7732" y="7665"/>
                    <a:pt x="7538" y="7904"/>
                  </a:cubicBezTo>
                  <a:cubicBezTo>
                    <a:pt x="7035" y="7819"/>
                    <a:pt x="6032" y="6974"/>
                    <a:pt x="5634" y="6577"/>
                  </a:cubicBezTo>
                  <a:cubicBezTo>
                    <a:pt x="5236" y="6179"/>
                    <a:pt x="4393" y="5174"/>
                    <a:pt x="4308" y="4674"/>
                  </a:cubicBezTo>
                  <a:cubicBezTo>
                    <a:pt x="4545" y="4481"/>
                    <a:pt x="5031" y="4141"/>
                    <a:pt x="5277" y="3895"/>
                  </a:cubicBezTo>
                  <a:cubicBezTo>
                    <a:pt x="5817" y="3354"/>
                    <a:pt x="5919" y="2652"/>
                    <a:pt x="5564" y="1914"/>
                  </a:cubicBezTo>
                  <a:cubicBezTo>
                    <a:pt x="5327" y="1421"/>
                    <a:pt x="4934" y="993"/>
                    <a:pt x="4546" y="605"/>
                  </a:cubicBezTo>
                  <a:cubicBezTo>
                    <a:pt x="4165" y="216"/>
                    <a:pt x="3684" y="1"/>
                    <a:pt x="3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4151;p45">
            <a:extLst>
              <a:ext uri="{FF2B5EF4-FFF2-40B4-BE49-F238E27FC236}">
                <a16:creationId xmlns:a16="http://schemas.microsoft.com/office/drawing/2014/main" id="{5F8EBF82-7781-4F90-B8F5-AF6E63D332C3}"/>
              </a:ext>
            </a:extLst>
          </p:cNvPr>
          <p:cNvGrpSpPr/>
          <p:nvPr/>
        </p:nvGrpSpPr>
        <p:grpSpPr>
          <a:xfrm>
            <a:off x="2230682" y="5742075"/>
            <a:ext cx="419164" cy="397910"/>
            <a:chOff x="6222125" y="2025975"/>
            <a:chExt cx="499450" cy="474125"/>
          </a:xfrm>
          <a:solidFill>
            <a:srgbClr val="1A4B9F"/>
          </a:solidFill>
        </p:grpSpPr>
        <p:sp>
          <p:nvSpPr>
            <p:cNvPr id="159" name="Google Shape;4152;p45">
              <a:extLst>
                <a:ext uri="{FF2B5EF4-FFF2-40B4-BE49-F238E27FC236}">
                  <a16:creationId xmlns:a16="http://schemas.microsoft.com/office/drawing/2014/main" id="{50F9F79A-A895-4C83-9C0E-8D890D2CA727}"/>
                </a:ext>
              </a:extLst>
            </p:cNvPr>
            <p:cNvSpPr/>
            <p:nvPr/>
          </p:nvSpPr>
          <p:spPr>
            <a:xfrm>
              <a:off x="6222125" y="2025975"/>
              <a:ext cx="499450" cy="474125"/>
            </a:xfrm>
            <a:custGeom>
              <a:avLst/>
              <a:gdLst/>
              <a:ahLst/>
              <a:cxnLst/>
              <a:rect l="l" t="t" r="r" b="b"/>
              <a:pathLst>
                <a:path w="19978" h="18965" extrusionOk="0">
                  <a:moveTo>
                    <a:pt x="10490" y="1134"/>
                  </a:moveTo>
                  <a:cubicBezTo>
                    <a:pt x="15095" y="1134"/>
                    <a:pt x="18839" y="4878"/>
                    <a:pt x="18839" y="9483"/>
                  </a:cubicBezTo>
                  <a:cubicBezTo>
                    <a:pt x="18839" y="14087"/>
                    <a:pt x="15095" y="17832"/>
                    <a:pt x="10490" y="17832"/>
                  </a:cubicBezTo>
                  <a:cubicBezTo>
                    <a:pt x="5886" y="17832"/>
                    <a:pt x="2142" y="14087"/>
                    <a:pt x="2142" y="9483"/>
                  </a:cubicBezTo>
                  <a:cubicBezTo>
                    <a:pt x="2142" y="4878"/>
                    <a:pt x="5886" y="1134"/>
                    <a:pt x="10490" y="1134"/>
                  </a:cubicBezTo>
                  <a:close/>
                  <a:moveTo>
                    <a:pt x="10488" y="0"/>
                  </a:moveTo>
                  <a:cubicBezTo>
                    <a:pt x="6717" y="0"/>
                    <a:pt x="3222" y="2259"/>
                    <a:pt x="1731" y="5853"/>
                  </a:cubicBezTo>
                  <a:cubicBezTo>
                    <a:pt x="1" y="10032"/>
                    <a:pt x="1462" y="14854"/>
                    <a:pt x="5222" y="17367"/>
                  </a:cubicBezTo>
                  <a:cubicBezTo>
                    <a:pt x="6828" y="18439"/>
                    <a:pt x="8663" y="18964"/>
                    <a:pt x="10487" y="18964"/>
                  </a:cubicBezTo>
                  <a:cubicBezTo>
                    <a:pt x="12934" y="18964"/>
                    <a:pt x="15362" y="18020"/>
                    <a:pt x="17194" y="16186"/>
                  </a:cubicBezTo>
                  <a:cubicBezTo>
                    <a:pt x="18978" y="14414"/>
                    <a:pt x="19978" y="11998"/>
                    <a:pt x="19972" y="9483"/>
                  </a:cubicBezTo>
                  <a:cubicBezTo>
                    <a:pt x="19972" y="4960"/>
                    <a:pt x="16777" y="1065"/>
                    <a:pt x="12341" y="183"/>
                  </a:cubicBezTo>
                  <a:cubicBezTo>
                    <a:pt x="11721" y="60"/>
                    <a:pt x="11101" y="0"/>
                    <a:pt x="104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0" name="Google Shape;4153;p45">
              <a:extLst>
                <a:ext uri="{FF2B5EF4-FFF2-40B4-BE49-F238E27FC236}">
                  <a16:creationId xmlns:a16="http://schemas.microsoft.com/office/drawing/2014/main" id="{AA43C3C4-914E-4FCA-8671-38247F433360}"/>
                </a:ext>
              </a:extLst>
            </p:cNvPr>
            <p:cNvSpPr/>
            <p:nvPr/>
          </p:nvSpPr>
          <p:spPr>
            <a:xfrm>
              <a:off x="6309175" y="2087825"/>
              <a:ext cx="350425" cy="350425"/>
            </a:xfrm>
            <a:custGeom>
              <a:avLst/>
              <a:gdLst/>
              <a:ahLst/>
              <a:cxnLst/>
              <a:rect l="l" t="t" r="r" b="b"/>
              <a:pathLst>
                <a:path w="14017" h="14017" extrusionOk="0">
                  <a:moveTo>
                    <a:pt x="7008" y="1133"/>
                  </a:moveTo>
                  <a:cubicBezTo>
                    <a:pt x="10248" y="1133"/>
                    <a:pt x="12884" y="3769"/>
                    <a:pt x="12884" y="7009"/>
                  </a:cubicBezTo>
                  <a:cubicBezTo>
                    <a:pt x="12884" y="10249"/>
                    <a:pt x="10248" y="12885"/>
                    <a:pt x="7008" y="12885"/>
                  </a:cubicBezTo>
                  <a:cubicBezTo>
                    <a:pt x="3769" y="12885"/>
                    <a:pt x="1133" y="10249"/>
                    <a:pt x="1133" y="7009"/>
                  </a:cubicBezTo>
                  <a:cubicBezTo>
                    <a:pt x="1133" y="3769"/>
                    <a:pt x="3769" y="1133"/>
                    <a:pt x="7008" y="1133"/>
                  </a:cubicBezTo>
                  <a:close/>
                  <a:moveTo>
                    <a:pt x="7008" y="1"/>
                  </a:moveTo>
                  <a:cubicBezTo>
                    <a:pt x="3144" y="1"/>
                    <a:pt x="0" y="3144"/>
                    <a:pt x="0" y="7009"/>
                  </a:cubicBezTo>
                  <a:cubicBezTo>
                    <a:pt x="0" y="10874"/>
                    <a:pt x="3144" y="14017"/>
                    <a:pt x="7008" y="14017"/>
                  </a:cubicBezTo>
                  <a:cubicBezTo>
                    <a:pt x="10873" y="14017"/>
                    <a:pt x="14017" y="10874"/>
                    <a:pt x="14017" y="7009"/>
                  </a:cubicBezTo>
                  <a:cubicBezTo>
                    <a:pt x="14017" y="3144"/>
                    <a:pt x="10873" y="1"/>
                    <a:pt x="70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1" name="Google Shape;4154;p45">
              <a:extLst>
                <a:ext uri="{FF2B5EF4-FFF2-40B4-BE49-F238E27FC236}">
                  <a16:creationId xmlns:a16="http://schemas.microsoft.com/office/drawing/2014/main" id="{FF2FB3E9-2B70-40BA-A055-F45F1F870CB3}"/>
                </a:ext>
              </a:extLst>
            </p:cNvPr>
            <p:cNvSpPr/>
            <p:nvPr/>
          </p:nvSpPr>
          <p:spPr>
            <a:xfrm>
              <a:off x="6431600" y="2142250"/>
              <a:ext cx="105575" cy="241575"/>
            </a:xfrm>
            <a:custGeom>
              <a:avLst/>
              <a:gdLst/>
              <a:ahLst/>
              <a:cxnLst/>
              <a:rect l="l" t="t" r="r" b="b"/>
              <a:pathLst>
                <a:path w="4223" h="9663" extrusionOk="0">
                  <a:moveTo>
                    <a:pt x="2111" y="1"/>
                  </a:moveTo>
                  <a:cubicBezTo>
                    <a:pt x="1797" y="1"/>
                    <a:pt x="1547" y="254"/>
                    <a:pt x="1547" y="568"/>
                  </a:cubicBezTo>
                  <a:lnTo>
                    <a:pt x="1547" y="1504"/>
                  </a:lnTo>
                  <a:cubicBezTo>
                    <a:pt x="599" y="1785"/>
                    <a:pt x="1" y="2718"/>
                    <a:pt x="143" y="3697"/>
                  </a:cubicBezTo>
                  <a:cubicBezTo>
                    <a:pt x="285" y="4675"/>
                    <a:pt x="1124" y="5399"/>
                    <a:pt x="2111" y="5399"/>
                  </a:cubicBezTo>
                  <a:cubicBezTo>
                    <a:pt x="2872" y="5399"/>
                    <a:pt x="3256" y="6320"/>
                    <a:pt x="2715" y="6858"/>
                  </a:cubicBezTo>
                  <a:cubicBezTo>
                    <a:pt x="2542" y="7033"/>
                    <a:pt x="2328" y="7111"/>
                    <a:pt x="2118" y="7111"/>
                  </a:cubicBezTo>
                  <a:cubicBezTo>
                    <a:pt x="1679" y="7111"/>
                    <a:pt x="1257" y="6769"/>
                    <a:pt x="1257" y="6254"/>
                  </a:cubicBezTo>
                  <a:cubicBezTo>
                    <a:pt x="1257" y="5940"/>
                    <a:pt x="1003" y="5686"/>
                    <a:pt x="689" y="5686"/>
                  </a:cubicBezTo>
                  <a:cubicBezTo>
                    <a:pt x="378" y="5686"/>
                    <a:pt x="125" y="5940"/>
                    <a:pt x="125" y="6254"/>
                  </a:cubicBezTo>
                  <a:cubicBezTo>
                    <a:pt x="125" y="7133"/>
                    <a:pt x="701" y="7909"/>
                    <a:pt x="1547" y="8159"/>
                  </a:cubicBezTo>
                  <a:lnTo>
                    <a:pt x="1547" y="9098"/>
                  </a:lnTo>
                  <a:cubicBezTo>
                    <a:pt x="1547" y="9409"/>
                    <a:pt x="1797" y="9663"/>
                    <a:pt x="2111" y="9663"/>
                  </a:cubicBezTo>
                  <a:cubicBezTo>
                    <a:pt x="2425" y="9663"/>
                    <a:pt x="2679" y="9409"/>
                    <a:pt x="2679" y="9098"/>
                  </a:cubicBezTo>
                  <a:lnTo>
                    <a:pt x="2679" y="8159"/>
                  </a:lnTo>
                  <a:cubicBezTo>
                    <a:pt x="3624" y="7878"/>
                    <a:pt x="4222" y="6945"/>
                    <a:pt x="4080" y="5967"/>
                  </a:cubicBezTo>
                  <a:cubicBezTo>
                    <a:pt x="3939" y="4991"/>
                    <a:pt x="3102" y="4267"/>
                    <a:pt x="2118" y="4267"/>
                  </a:cubicBezTo>
                  <a:cubicBezTo>
                    <a:pt x="2116" y="4267"/>
                    <a:pt x="2114" y="4267"/>
                    <a:pt x="2111" y="4267"/>
                  </a:cubicBezTo>
                  <a:cubicBezTo>
                    <a:pt x="2106" y="4267"/>
                    <a:pt x="2100" y="4267"/>
                    <a:pt x="2095" y="4267"/>
                  </a:cubicBezTo>
                  <a:cubicBezTo>
                    <a:pt x="1622" y="4267"/>
                    <a:pt x="1239" y="3884"/>
                    <a:pt x="1239" y="3410"/>
                  </a:cubicBezTo>
                  <a:cubicBezTo>
                    <a:pt x="1239" y="2935"/>
                    <a:pt x="1622" y="2555"/>
                    <a:pt x="2095" y="2555"/>
                  </a:cubicBezTo>
                  <a:cubicBezTo>
                    <a:pt x="2100" y="2555"/>
                    <a:pt x="2106" y="2555"/>
                    <a:pt x="2111" y="2555"/>
                  </a:cubicBezTo>
                  <a:cubicBezTo>
                    <a:pt x="2582" y="2555"/>
                    <a:pt x="2966" y="2939"/>
                    <a:pt x="2966" y="3410"/>
                  </a:cubicBezTo>
                  <a:cubicBezTo>
                    <a:pt x="2966" y="3724"/>
                    <a:pt x="3220" y="3977"/>
                    <a:pt x="3534" y="3977"/>
                  </a:cubicBezTo>
                  <a:cubicBezTo>
                    <a:pt x="3845" y="3977"/>
                    <a:pt x="4098" y="3724"/>
                    <a:pt x="4098" y="3410"/>
                  </a:cubicBezTo>
                  <a:cubicBezTo>
                    <a:pt x="4098" y="2531"/>
                    <a:pt x="3522" y="1755"/>
                    <a:pt x="2679" y="1504"/>
                  </a:cubicBezTo>
                  <a:lnTo>
                    <a:pt x="2679" y="568"/>
                  </a:lnTo>
                  <a:cubicBezTo>
                    <a:pt x="2679" y="254"/>
                    <a:pt x="2425" y="1"/>
                    <a:pt x="21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62" name="Google Shape;4249;p45">
            <a:extLst>
              <a:ext uri="{FF2B5EF4-FFF2-40B4-BE49-F238E27FC236}">
                <a16:creationId xmlns:a16="http://schemas.microsoft.com/office/drawing/2014/main" id="{8E07F6E7-5FF8-4507-8BE1-78902BAE5CDA}"/>
              </a:ext>
            </a:extLst>
          </p:cNvPr>
          <p:cNvGrpSpPr/>
          <p:nvPr/>
        </p:nvGrpSpPr>
        <p:grpSpPr>
          <a:xfrm>
            <a:off x="9837815" y="5007135"/>
            <a:ext cx="408380" cy="405484"/>
            <a:chOff x="890400" y="4399350"/>
            <a:chExt cx="486600" cy="483150"/>
          </a:xfrm>
          <a:solidFill>
            <a:srgbClr val="1A4B9F"/>
          </a:solidFill>
        </p:grpSpPr>
        <p:sp>
          <p:nvSpPr>
            <p:cNvPr id="163" name="Google Shape;4250;p45">
              <a:extLst>
                <a:ext uri="{FF2B5EF4-FFF2-40B4-BE49-F238E27FC236}">
                  <a16:creationId xmlns:a16="http://schemas.microsoft.com/office/drawing/2014/main" id="{7AE6F94B-F924-416E-98EA-AC29E82EA2A5}"/>
                </a:ext>
              </a:extLst>
            </p:cNvPr>
            <p:cNvSpPr/>
            <p:nvPr/>
          </p:nvSpPr>
          <p:spPr>
            <a:xfrm>
              <a:off x="1125300" y="4503075"/>
              <a:ext cx="153800" cy="141650"/>
            </a:xfrm>
            <a:custGeom>
              <a:avLst/>
              <a:gdLst/>
              <a:ahLst/>
              <a:cxnLst/>
              <a:rect l="l" t="t" r="r" b="b"/>
              <a:pathLst>
                <a:path w="6152" h="5666" extrusionOk="0">
                  <a:moveTo>
                    <a:pt x="3044" y="1140"/>
                  </a:moveTo>
                  <a:cubicBezTo>
                    <a:pt x="3263" y="1140"/>
                    <a:pt x="3484" y="1182"/>
                    <a:pt x="3694" y="1269"/>
                  </a:cubicBezTo>
                  <a:cubicBezTo>
                    <a:pt x="4328" y="1532"/>
                    <a:pt x="4741" y="2151"/>
                    <a:pt x="4741" y="2836"/>
                  </a:cubicBezTo>
                  <a:cubicBezTo>
                    <a:pt x="4741" y="3525"/>
                    <a:pt x="4328" y="4144"/>
                    <a:pt x="3694" y="4406"/>
                  </a:cubicBezTo>
                  <a:cubicBezTo>
                    <a:pt x="3484" y="4493"/>
                    <a:pt x="3263" y="4536"/>
                    <a:pt x="3044" y="4536"/>
                  </a:cubicBezTo>
                  <a:cubicBezTo>
                    <a:pt x="2602" y="4536"/>
                    <a:pt x="2168" y="4363"/>
                    <a:pt x="1843" y="4038"/>
                  </a:cubicBezTo>
                  <a:cubicBezTo>
                    <a:pt x="1178" y="3377"/>
                    <a:pt x="1178" y="2299"/>
                    <a:pt x="1843" y="1638"/>
                  </a:cubicBezTo>
                  <a:cubicBezTo>
                    <a:pt x="2168" y="1312"/>
                    <a:pt x="2602" y="1140"/>
                    <a:pt x="3044" y="1140"/>
                  </a:cubicBezTo>
                  <a:close/>
                  <a:moveTo>
                    <a:pt x="3043" y="0"/>
                  </a:moveTo>
                  <a:cubicBezTo>
                    <a:pt x="2680" y="0"/>
                    <a:pt x="2313" y="70"/>
                    <a:pt x="1961" y="215"/>
                  </a:cubicBezTo>
                  <a:cubicBezTo>
                    <a:pt x="710" y="732"/>
                    <a:pt x="1" y="2060"/>
                    <a:pt x="264" y="3386"/>
                  </a:cubicBezTo>
                  <a:cubicBezTo>
                    <a:pt x="529" y="4709"/>
                    <a:pt x="1688" y="5666"/>
                    <a:pt x="3038" y="5666"/>
                  </a:cubicBezTo>
                  <a:cubicBezTo>
                    <a:pt x="3040" y="5666"/>
                    <a:pt x="3042" y="5666"/>
                    <a:pt x="3045" y="5666"/>
                  </a:cubicBezTo>
                  <a:cubicBezTo>
                    <a:pt x="3048" y="5666"/>
                    <a:pt x="3052" y="5666"/>
                    <a:pt x="3056" y="5666"/>
                  </a:cubicBezTo>
                  <a:cubicBezTo>
                    <a:pt x="3801" y="5666"/>
                    <a:pt x="4518" y="5367"/>
                    <a:pt x="5046" y="4838"/>
                  </a:cubicBezTo>
                  <a:cubicBezTo>
                    <a:pt x="6004" y="3884"/>
                    <a:pt x="6152" y="2386"/>
                    <a:pt x="5400" y="1260"/>
                  </a:cubicBezTo>
                  <a:cubicBezTo>
                    <a:pt x="4862" y="453"/>
                    <a:pt x="3967" y="0"/>
                    <a:pt x="30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4" name="Google Shape;4251;p45">
              <a:extLst>
                <a:ext uri="{FF2B5EF4-FFF2-40B4-BE49-F238E27FC236}">
                  <a16:creationId xmlns:a16="http://schemas.microsoft.com/office/drawing/2014/main" id="{C32B882E-0B05-4969-95EC-651A9E18431C}"/>
                </a:ext>
              </a:extLst>
            </p:cNvPr>
            <p:cNvSpPr/>
            <p:nvPr/>
          </p:nvSpPr>
          <p:spPr>
            <a:xfrm>
              <a:off x="890400" y="4399350"/>
              <a:ext cx="486600" cy="483150"/>
            </a:xfrm>
            <a:custGeom>
              <a:avLst/>
              <a:gdLst/>
              <a:ahLst/>
              <a:cxnLst/>
              <a:rect l="l" t="t" r="r" b="b"/>
              <a:pathLst>
                <a:path w="19464" h="19326" extrusionOk="0">
                  <a:moveTo>
                    <a:pt x="17908" y="1131"/>
                  </a:moveTo>
                  <a:cubicBezTo>
                    <a:pt x="18031" y="1131"/>
                    <a:pt x="18157" y="1132"/>
                    <a:pt x="18283" y="1134"/>
                  </a:cubicBezTo>
                  <a:cubicBezTo>
                    <a:pt x="18301" y="2369"/>
                    <a:pt x="18232" y="3465"/>
                    <a:pt x="18057" y="4449"/>
                  </a:cubicBezTo>
                  <a:cubicBezTo>
                    <a:pt x="16453" y="4223"/>
                    <a:pt x="15191" y="2960"/>
                    <a:pt x="14968" y="1357"/>
                  </a:cubicBezTo>
                  <a:cubicBezTo>
                    <a:pt x="15851" y="1203"/>
                    <a:pt x="16825" y="1131"/>
                    <a:pt x="17908" y="1131"/>
                  </a:cubicBezTo>
                  <a:close/>
                  <a:moveTo>
                    <a:pt x="6462" y="6683"/>
                  </a:moveTo>
                  <a:lnTo>
                    <a:pt x="6462" y="6686"/>
                  </a:lnTo>
                  <a:cubicBezTo>
                    <a:pt x="6003" y="7471"/>
                    <a:pt x="5574" y="8281"/>
                    <a:pt x="5173" y="9066"/>
                  </a:cubicBezTo>
                  <a:lnTo>
                    <a:pt x="2712" y="8839"/>
                  </a:lnTo>
                  <a:cubicBezTo>
                    <a:pt x="3545" y="7571"/>
                    <a:pt x="4952" y="6756"/>
                    <a:pt x="6462" y="6683"/>
                  </a:cubicBezTo>
                  <a:close/>
                  <a:moveTo>
                    <a:pt x="13863" y="1608"/>
                  </a:moveTo>
                  <a:cubicBezTo>
                    <a:pt x="14195" y="3637"/>
                    <a:pt x="15783" y="5225"/>
                    <a:pt x="17809" y="5557"/>
                  </a:cubicBezTo>
                  <a:cubicBezTo>
                    <a:pt x="17347" y="7209"/>
                    <a:pt x="16532" y="8534"/>
                    <a:pt x="15303" y="9718"/>
                  </a:cubicBezTo>
                  <a:cubicBezTo>
                    <a:pt x="13932" y="11043"/>
                    <a:pt x="11825" y="12218"/>
                    <a:pt x="9868" y="13221"/>
                  </a:cubicBezTo>
                  <a:lnTo>
                    <a:pt x="6196" y="9552"/>
                  </a:lnTo>
                  <a:cubicBezTo>
                    <a:pt x="7199" y="7592"/>
                    <a:pt x="8376" y="5485"/>
                    <a:pt x="9699" y="4114"/>
                  </a:cubicBezTo>
                  <a:cubicBezTo>
                    <a:pt x="10886" y="2885"/>
                    <a:pt x="12208" y="2073"/>
                    <a:pt x="13863" y="1608"/>
                  </a:cubicBezTo>
                  <a:close/>
                  <a:moveTo>
                    <a:pt x="5659" y="10612"/>
                  </a:moveTo>
                  <a:lnTo>
                    <a:pt x="8805" y="13758"/>
                  </a:lnTo>
                  <a:lnTo>
                    <a:pt x="8503" y="13909"/>
                  </a:lnTo>
                  <a:cubicBezTo>
                    <a:pt x="8237" y="14039"/>
                    <a:pt x="7984" y="14169"/>
                    <a:pt x="7736" y="14292"/>
                  </a:cubicBezTo>
                  <a:lnTo>
                    <a:pt x="5124" y="11681"/>
                  </a:lnTo>
                  <a:cubicBezTo>
                    <a:pt x="5248" y="11433"/>
                    <a:pt x="5378" y="11179"/>
                    <a:pt x="5508" y="10914"/>
                  </a:cubicBezTo>
                  <a:lnTo>
                    <a:pt x="5659" y="10612"/>
                  </a:lnTo>
                  <a:close/>
                  <a:moveTo>
                    <a:pt x="12658" y="13000"/>
                  </a:moveTo>
                  <a:lnTo>
                    <a:pt x="12658" y="13000"/>
                  </a:lnTo>
                  <a:cubicBezTo>
                    <a:pt x="12567" y="14483"/>
                    <a:pt x="11782" y="15835"/>
                    <a:pt x="10538" y="16651"/>
                  </a:cubicBezTo>
                  <a:lnTo>
                    <a:pt x="10348" y="14247"/>
                  </a:lnTo>
                  <a:cubicBezTo>
                    <a:pt x="11109" y="13858"/>
                    <a:pt x="11894" y="13441"/>
                    <a:pt x="12658" y="13000"/>
                  </a:cubicBezTo>
                  <a:close/>
                  <a:moveTo>
                    <a:pt x="4596" y="12756"/>
                  </a:moveTo>
                  <a:lnTo>
                    <a:pt x="5233" y="13393"/>
                  </a:lnTo>
                  <a:lnTo>
                    <a:pt x="4034" y="14594"/>
                  </a:lnTo>
                  <a:cubicBezTo>
                    <a:pt x="3814" y="14815"/>
                    <a:pt x="3811" y="15174"/>
                    <a:pt x="4034" y="15395"/>
                  </a:cubicBezTo>
                  <a:cubicBezTo>
                    <a:pt x="4145" y="15505"/>
                    <a:pt x="4290" y="15560"/>
                    <a:pt x="4434" y="15560"/>
                  </a:cubicBezTo>
                  <a:cubicBezTo>
                    <a:pt x="4579" y="15560"/>
                    <a:pt x="4724" y="15505"/>
                    <a:pt x="4835" y="15395"/>
                  </a:cubicBezTo>
                  <a:lnTo>
                    <a:pt x="6036" y="14193"/>
                  </a:lnTo>
                  <a:lnTo>
                    <a:pt x="6673" y="14833"/>
                  </a:lnTo>
                  <a:cubicBezTo>
                    <a:pt x="6528" y="15192"/>
                    <a:pt x="6311" y="15521"/>
                    <a:pt x="6036" y="15796"/>
                  </a:cubicBezTo>
                  <a:cubicBezTo>
                    <a:pt x="5387" y="16445"/>
                    <a:pt x="3110" y="17327"/>
                    <a:pt x="1555" y="17864"/>
                  </a:cubicBezTo>
                  <a:cubicBezTo>
                    <a:pt x="2096" y="16312"/>
                    <a:pt x="2984" y="14042"/>
                    <a:pt x="3633" y="13393"/>
                  </a:cubicBezTo>
                  <a:cubicBezTo>
                    <a:pt x="3908" y="13115"/>
                    <a:pt x="4234" y="12900"/>
                    <a:pt x="4596" y="12756"/>
                  </a:cubicBezTo>
                  <a:close/>
                  <a:moveTo>
                    <a:pt x="17939" y="0"/>
                  </a:moveTo>
                  <a:cubicBezTo>
                    <a:pt x="16582" y="0"/>
                    <a:pt x="15371" y="113"/>
                    <a:pt x="14282" y="349"/>
                  </a:cubicBezTo>
                  <a:cubicBezTo>
                    <a:pt x="14258" y="352"/>
                    <a:pt x="14234" y="358"/>
                    <a:pt x="14213" y="364"/>
                  </a:cubicBezTo>
                  <a:cubicBezTo>
                    <a:pt x="12057" y="841"/>
                    <a:pt x="10360" y="1801"/>
                    <a:pt x="8887" y="3329"/>
                  </a:cubicBezTo>
                  <a:cubicBezTo>
                    <a:pt x="8277" y="3960"/>
                    <a:pt x="7703" y="4724"/>
                    <a:pt x="7166" y="5548"/>
                  </a:cubicBezTo>
                  <a:lnTo>
                    <a:pt x="6676" y="5548"/>
                  </a:lnTo>
                  <a:cubicBezTo>
                    <a:pt x="5583" y="5548"/>
                    <a:pt x="4511" y="5856"/>
                    <a:pt x="3584" y="6436"/>
                  </a:cubicBezTo>
                  <a:cubicBezTo>
                    <a:pt x="2658" y="7016"/>
                    <a:pt x="1909" y="7837"/>
                    <a:pt x="1420" y="8815"/>
                  </a:cubicBezTo>
                  <a:lnTo>
                    <a:pt x="1284" y="9084"/>
                  </a:lnTo>
                  <a:cubicBezTo>
                    <a:pt x="1096" y="9458"/>
                    <a:pt x="1368" y="9902"/>
                    <a:pt x="1791" y="9905"/>
                  </a:cubicBezTo>
                  <a:lnTo>
                    <a:pt x="1948" y="9905"/>
                  </a:lnTo>
                  <a:lnTo>
                    <a:pt x="4623" y="10153"/>
                  </a:lnTo>
                  <a:cubicBezTo>
                    <a:pt x="4581" y="10237"/>
                    <a:pt x="4539" y="10322"/>
                    <a:pt x="4496" y="10409"/>
                  </a:cubicBezTo>
                  <a:cubicBezTo>
                    <a:pt x="4297" y="10802"/>
                    <a:pt x="4113" y="11176"/>
                    <a:pt x="3929" y="11533"/>
                  </a:cubicBezTo>
                  <a:cubicBezTo>
                    <a:pt x="3880" y="11626"/>
                    <a:pt x="3859" y="11732"/>
                    <a:pt x="3868" y="11838"/>
                  </a:cubicBezTo>
                  <a:cubicBezTo>
                    <a:pt x="3485" y="12031"/>
                    <a:pt x="3135" y="12287"/>
                    <a:pt x="2833" y="12592"/>
                  </a:cubicBezTo>
                  <a:cubicBezTo>
                    <a:pt x="1664" y="13761"/>
                    <a:pt x="275" y="18097"/>
                    <a:pt x="121" y="18586"/>
                  </a:cubicBezTo>
                  <a:cubicBezTo>
                    <a:pt x="1" y="18966"/>
                    <a:pt x="294" y="19325"/>
                    <a:pt x="657" y="19325"/>
                  </a:cubicBezTo>
                  <a:cubicBezTo>
                    <a:pt x="713" y="19325"/>
                    <a:pt x="770" y="19317"/>
                    <a:pt x="828" y="19299"/>
                  </a:cubicBezTo>
                  <a:cubicBezTo>
                    <a:pt x="1320" y="19145"/>
                    <a:pt x="5665" y="17765"/>
                    <a:pt x="6836" y="16593"/>
                  </a:cubicBezTo>
                  <a:cubicBezTo>
                    <a:pt x="7144" y="16288"/>
                    <a:pt x="7398" y="15935"/>
                    <a:pt x="7594" y="15549"/>
                  </a:cubicBezTo>
                  <a:lnTo>
                    <a:pt x="7628" y="15549"/>
                  </a:lnTo>
                  <a:cubicBezTo>
                    <a:pt x="7715" y="15549"/>
                    <a:pt x="7806" y="15527"/>
                    <a:pt x="7884" y="15485"/>
                  </a:cubicBezTo>
                  <a:cubicBezTo>
                    <a:pt x="8240" y="15304"/>
                    <a:pt x="8615" y="15117"/>
                    <a:pt x="9010" y="14920"/>
                  </a:cubicBezTo>
                  <a:lnTo>
                    <a:pt x="9255" y="14797"/>
                  </a:lnTo>
                  <a:lnTo>
                    <a:pt x="9463" y="17418"/>
                  </a:lnTo>
                  <a:lnTo>
                    <a:pt x="9463" y="17578"/>
                  </a:lnTo>
                  <a:cubicBezTo>
                    <a:pt x="9463" y="17906"/>
                    <a:pt x="9732" y="18144"/>
                    <a:pt x="10028" y="18144"/>
                  </a:cubicBezTo>
                  <a:cubicBezTo>
                    <a:pt x="10113" y="18144"/>
                    <a:pt x="10201" y="18124"/>
                    <a:pt x="10285" y="18082"/>
                  </a:cubicBezTo>
                  <a:lnTo>
                    <a:pt x="10553" y="17946"/>
                  </a:lnTo>
                  <a:cubicBezTo>
                    <a:pt x="12543" y="16950"/>
                    <a:pt x="13802" y="14914"/>
                    <a:pt x="13799" y="12689"/>
                  </a:cubicBezTo>
                  <a:lnTo>
                    <a:pt x="13799" y="12303"/>
                  </a:lnTo>
                  <a:cubicBezTo>
                    <a:pt x="14654" y="11750"/>
                    <a:pt x="15442" y="11161"/>
                    <a:pt x="16091" y="10536"/>
                  </a:cubicBezTo>
                  <a:cubicBezTo>
                    <a:pt x="17619" y="9060"/>
                    <a:pt x="18582" y="7366"/>
                    <a:pt x="19059" y="5207"/>
                  </a:cubicBezTo>
                  <a:cubicBezTo>
                    <a:pt x="19065" y="5186"/>
                    <a:pt x="19068" y="5165"/>
                    <a:pt x="19071" y="5140"/>
                  </a:cubicBezTo>
                  <a:cubicBezTo>
                    <a:pt x="19361" y="3809"/>
                    <a:pt x="19464" y="2302"/>
                    <a:pt x="19403" y="563"/>
                  </a:cubicBezTo>
                  <a:cubicBezTo>
                    <a:pt x="19394" y="264"/>
                    <a:pt x="19156" y="25"/>
                    <a:pt x="18857" y="16"/>
                  </a:cubicBezTo>
                  <a:cubicBezTo>
                    <a:pt x="18544" y="6"/>
                    <a:pt x="18238" y="0"/>
                    <a:pt x="179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5" name="Google Shape;4252;p45">
              <a:extLst>
                <a:ext uri="{FF2B5EF4-FFF2-40B4-BE49-F238E27FC236}">
                  <a16:creationId xmlns:a16="http://schemas.microsoft.com/office/drawing/2014/main" id="{21EE9C62-44BA-43A3-92F2-8FCCA33DBB76}"/>
                </a:ext>
              </a:extLst>
            </p:cNvPr>
            <p:cNvSpPr/>
            <p:nvPr/>
          </p:nvSpPr>
          <p:spPr>
            <a:xfrm>
              <a:off x="1106975" y="4639875"/>
              <a:ext cx="28325" cy="28325"/>
            </a:xfrm>
            <a:custGeom>
              <a:avLst/>
              <a:gdLst/>
              <a:ahLst/>
              <a:cxnLst/>
              <a:rect l="l" t="t" r="r" b="b"/>
              <a:pathLst>
                <a:path w="1133" h="1133" extrusionOk="0">
                  <a:moveTo>
                    <a:pt x="565" y="0"/>
                  </a:moveTo>
                  <a:cubicBezTo>
                    <a:pt x="254" y="0"/>
                    <a:pt x="0" y="254"/>
                    <a:pt x="0" y="568"/>
                  </a:cubicBezTo>
                  <a:cubicBezTo>
                    <a:pt x="0" y="879"/>
                    <a:pt x="254" y="1133"/>
                    <a:pt x="565" y="1133"/>
                  </a:cubicBezTo>
                  <a:cubicBezTo>
                    <a:pt x="879" y="1133"/>
                    <a:pt x="1132" y="879"/>
                    <a:pt x="1132" y="568"/>
                  </a:cubicBezTo>
                  <a:cubicBezTo>
                    <a:pt x="1132" y="254"/>
                    <a:pt x="879" y="0"/>
                    <a:pt x="5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66" name="Google Shape;4119;p45">
            <a:extLst>
              <a:ext uri="{FF2B5EF4-FFF2-40B4-BE49-F238E27FC236}">
                <a16:creationId xmlns:a16="http://schemas.microsoft.com/office/drawing/2014/main" id="{CDD07304-8C72-4350-9E4A-DF8A8386C6CD}"/>
              </a:ext>
            </a:extLst>
          </p:cNvPr>
          <p:cNvGrpSpPr/>
          <p:nvPr/>
        </p:nvGrpSpPr>
        <p:grpSpPr>
          <a:xfrm>
            <a:off x="8901958" y="5007135"/>
            <a:ext cx="405463" cy="405484"/>
            <a:chOff x="1487200" y="2021475"/>
            <a:chExt cx="483125" cy="483150"/>
          </a:xfrm>
          <a:solidFill>
            <a:srgbClr val="1A4B9F"/>
          </a:solidFill>
        </p:grpSpPr>
        <p:sp>
          <p:nvSpPr>
            <p:cNvPr id="167" name="Google Shape;4120;p45">
              <a:extLst>
                <a:ext uri="{FF2B5EF4-FFF2-40B4-BE49-F238E27FC236}">
                  <a16:creationId xmlns:a16="http://schemas.microsoft.com/office/drawing/2014/main" id="{A27473C6-5E96-465D-8468-738162B4BC0F}"/>
                </a:ext>
              </a:extLst>
            </p:cNvPr>
            <p:cNvSpPr/>
            <p:nvPr/>
          </p:nvSpPr>
          <p:spPr>
            <a:xfrm>
              <a:off x="1487200" y="2021475"/>
              <a:ext cx="483125" cy="483150"/>
            </a:xfrm>
            <a:custGeom>
              <a:avLst/>
              <a:gdLst/>
              <a:ahLst/>
              <a:cxnLst/>
              <a:rect l="l" t="t" r="r" b="b"/>
              <a:pathLst>
                <a:path w="19325" h="19326" extrusionOk="0">
                  <a:moveTo>
                    <a:pt x="17628" y="1133"/>
                  </a:moveTo>
                  <a:cubicBezTo>
                    <a:pt x="17939" y="1133"/>
                    <a:pt x="18192" y="1386"/>
                    <a:pt x="18192" y="1701"/>
                  </a:cubicBezTo>
                  <a:lnTo>
                    <a:pt x="18192" y="14796"/>
                  </a:lnTo>
                  <a:lnTo>
                    <a:pt x="1132" y="14796"/>
                  </a:lnTo>
                  <a:lnTo>
                    <a:pt x="1132" y="1701"/>
                  </a:lnTo>
                  <a:cubicBezTo>
                    <a:pt x="1132" y="1386"/>
                    <a:pt x="1386" y="1133"/>
                    <a:pt x="1700" y="1133"/>
                  </a:cubicBezTo>
                  <a:close/>
                  <a:moveTo>
                    <a:pt x="18192" y="15928"/>
                  </a:moveTo>
                  <a:lnTo>
                    <a:pt x="18192" y="17628"/>
                  </a:lnTo>
                  <a:cubicBezTo>
                    <a:pt x="18192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1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8" name="Google Shape;4121;p45">
              <a:extLst>
                <a:ext uri="{FF2B5EF4-FFF2-40B4-BE49-F238E27FC236}">
                  <a16:creationId xmlns:a16="http://schemas.microsoft.com/office/drawing/2014/main" id="{9756D311-B7A0-4905-B5C4-63A4969F700D}"/>
                </a:ext>
              </a:extLst>
            </p:cNvPr>
            <p:cNvSpPr/>
            <p:nvPr/>
          </p:nvSpPr>
          <p:spPr>
            <a:xfrm>
              <a:off x="1573100" y="2078100"/>
              <a:ext cx="84875" cy="284000"/>
            </a:xfrm>
            <a:custGeom>
              <a:avLst/>
              <a:gdLst/>
              <a:ahLst/>
              <a:cxnLst/>
              <a:rect l="l" t="t" r="r" b="b"/>
              <a:pathLst>
                <a:path w="3395" h="11360" extrusionOk="0">
                  <a:moveTo>
                    <a:pt x="1697" y="6833"/>
                  </a:moveTo>
                  <a:cubicBezTo>
                    <a:pt x="2201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2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3" y="6833"/>
                    <a:pt x="1697" y="6833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3" y="6036"/>
                    <a:pt x="0" y="6679"/>
                    <a:pt x="0" y="7398"/>
                  </a:cubicBezTo>
                  <a:cubicBezTo>
                    <a:pt x="0" y="8116"/>
                    <a:pt x="453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1" y="8760"/>
                    <a:pt x="3394" y="8116"/>
                    <a:pt x="3394" y="7398"/>
                  </a:cubicBezTo>
                  <a:cubicBezTo>
                    <a:pt x="3394" y="6679"/>
                    <a:pt x="2941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9" name="Google Shape;4122;p45">
              <a:extLst>
                <a:ext uri="{FF2B5EF4-FFF2-40B4-BE49-F238E27FC236}">
                  <a16:creationId xmlns:a16="http://schemas.microsoft.com/office/drawing/2014/main" id="{834C23F7-8B04-421F-BC3E-9371575B7970}"/>
                </a:ext>
              </a:extLst>
            </p:cNvPr>
            <p:cNvSpPr/>
            <p:nvPr/>
          </p:nvSpPr>
          <p:spPr>
            <a:xfrm>
              <a:off x="1686325" y="2078100"/>
              <a:ext cx="84875" cy="284000"/>
            </a:xfrm>
            <a:custGeom>
              <a:avLst/>
              <a:gdLst/>
              <a:ahLst/>
              <a:cxnLst/>
              <a:rect l="l" t="t" r="r" b="b"/>
              <a:pathLst>
                <a:path w="3395" h="11360" extrusionOk="0">
                  <a:moveTo>
                    <a:pt x="1697" y="3436"/>
                  </a:moveTo>
                  <a:cubicBezTo>
                    <a:pt x="2011" y="3436"/>
                    <a:pt x="2262" y="3687"/>
                    <a:pt x="2262" y="4001"/>
                  </a:cubicBezTo>
                  <a:cubicBezTo>
                    <a:pt x="2262" y="4315"/>
                    <a:pt x="2011" y="4569"/>
                    <a:pt x="1697" y="4569"/>
                  </a:cubicBezTo>
                  <a:cubicBezTo>
                    <a:pt x="1383" y="4569"/>
                    <a:pt x="1133" y="4315"/>
                    <a:pt x="1133" y="4001"/>
                  </a:cubicBezTo>
                  <a:cubicBezTo>
                    <a:pt x="1133" y="3687"/>
                    <a:pt x="1383" y="3436"/>
                    <a:pt x="1697" y="3436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2401"/>
                  </a:lnTo>
                  <a:cubicBezTo>
                    <a:pt x="453" y="2639"/>
                    <a:pt x="0" y="3282"/>
                    <a:pt x="0" y="4001"/>
                  </a:cubicBezTo>
                  <a:cubicBezTo>
                    <a:pt x="0" y="4720"/>
                    <a:pt x="453" y="5363"/>
                    <a:pt x="1133" y="5601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5601"/>
                  </a:lnTo>
                  <a:cubicBezTo>
                    <a:pt x="2941" y="5363"/>
                    <a:pt x="3394" y="4720"/>
                    <a:pt x="3394" y="4001"/>
                  </a:cubicBezTo>
                  <a:cubicBezTo>
                    <a:pt x="3394" y="3282"/>
                    <a:pt x="2941" y="2639"/>
                    <a:pt x="2265" y="2401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0" name="Google Shape;4123;p45">
              <a:extLst>
                <a:ext uri="{FF2B5EF4-FFF2-40B4-BE49-F238E27FC236}">
                  <a16:creationId xmlns:a16="http://schemas.microsoft.com/office/drawing/2014/main" id="{0D7FD091-3A44-4ABD-A1E6-C282657B8549}"/>
                </a:ext>
              </a:extLst>
            </p:cNvPr>
            <p:cNvSpPr/>
            <p:nvPr/>
          </p:nvSpPr>
          <p:spPr>
            <a:xfrm>
              <a:off x="1799550" y="2078100"/>
              <a:ext cx="84875" cy="284000"/>
            </a:xfrm>
            <a:custGeom>
              <a:avLst/>
              <a:gdLst/>
              <a:ahLst/>
              <a:cxnLst/>
              <a:rect l="l" t="t" r="r" b="b"/>
              <a:pathLst>
                <a:path w="3395" h="11360" extrusionOk="0">
                  <a:moveTo>
                    <a:pt x="1698" y="6833"/>
                  </a:moveTo>
                  <a:cubicBezTo>
                    <a:pt x="2202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3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4" y="6833"/>
                    <a:pt x="1698" y="6833"/>
                  </a:cubicBezTo>
                  <a:close/>
                  <a:moveTo>
                    <a:pt x="1698" y="0"/>
                  </a:moveTo>
                  <a:cubicBezTo>
                    <a:pt x="1384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4" y="6036"/>
                    <a:pt x="1" y="6679"/>
                    <a:pt x="1" y="7398"/>
                  </a:cubicBezTo>
                  <a:cubicBezTo>
                    <a:pt x="1" y="8116"/>
                    <a:pt x="454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4" y="11359"/>
                    <a:pt x="1698" y="11359"/>
                  </a:cubicBezTo>
                  <a:cubicBezTo>
                    <a:pt x="2012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2" y="8760"/>
                    <a:pt x="3394" y="8116"/>
                    <a:pt x="3394" y="7398"/>
                  </a:cubicBezTo>
                  <a:cubicBezTo>
                    <a:pt x="3394" y="6679"/>
                    <a:pt x="2942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2" y="0"/>
                    <a:pt x="16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71" name="Google Shape;5949;p49">
            <a:extLst>
              <a:ext uri="{FF2B5EF4-FFF2-40B4-BE49-F238E27FC236}">
                <a16:creationId xmlns:a16="http://schemas.microsoft.com/office/drawing/2014/main" id="{D9357033-5721-425A-A355-E03792F276DF}"/>
              </a:ext>
            </a:extLst>
          </p:cNvPr>
          <p:cNvSpPr/>
          <p:nvPr/>
        </p:nvSpPr>
        <p:spPr>
          <a:xfrm>
            <a:off x="3120129" y="5719586"/>
            <a:ext cx="302536" cy="420399"/>
          </a:xfrm>
          <a:custGeom>
            <a:avLst/>
            <a:gdLst/>
            <a:ahLst/>
            <a:cxnLst/>
            <a:rect l="l" t="t" r="r" b="b"/>
            <a:pathLst>
              <a:path w="9138" h="12698" extrusionOk="0">
                <a:moveTo>
                  <a:pt x="7467" y="851"/>
                </a:moveTo>
                <a:lnTo>
                  <a:pt x="7467" y="1765"/>
                </a:lnTo>
                <a:cubicBezTo>
                  <a:pt x="7467" y="2363"/>
                  <a:pt x="7373" y="2931"/>
                  <a:pt x="7152" y="3466"/>
                </a:cubicBezTo>
                <a:cubicBezTo>
                  <a:pt x="6849" y="3390"/>
                  <a:pt x="6530" y="3352"/>
                  <a:pt x="6209" y="3352"/>
                </a:cubicBezTo>
                <a:cubicBezTo>
                  <a:pt x="5595" y="3352"/>
                  <a:pt x="4969" y="3492"/>
                  <a:pt x="4411" y="3781"/>
                </a:cubicBezTo>
                <a:cubicBezTo>
                  <a:pt x="3936" y="4019"/>
                  <a:pt x="3406" y="4131"/>
                  <a:pt x="2877" y="4131"/>
                </a:cubicBezTo>
                <a:cubicBezTo>
                  <a:pt x="2705" y="4131"/>
                  <a:pt x="2533" y="4119"/>
                  <a:pt x="2364" y="4096"/>
                </a:cubicBezTo>
                <a:cubicBezTo>
                  <a:pt x="1891" y="3403"/>
                  <a:pt x="1702" y="2584"/>
                  <a:pt x="1702" y="1765"/>
                </a:cubicBezTo>
                <a:lnTo>
                  <a:pt x="1702" y="851"/>
                </a:lnTo>
                <a:close/>
                <a:moveTo>
                  <a:pt x="6278" y="4137"/>
                </a:moveTo>
                <a:cubicBezTo>
                  <a:pt x="6425" y="4137"/>
                  <a:pt x="6570" y="4145"/>
                  <a:pt x="6711" y="4159"/>
                </a:cubicBezTo>
                <a:cubicBezTo>
                  <a:pt x="6428" y="4506"/>
                  <a:pt x="6081" y="4789"/>
                  <a:pt x="5672" y="4978"/>
                </a:cubicBezTo>
                <a:cubicBezTo>
                  <a:pt x="5168" y="5230"/>
                  <a:pt x="4916" y="5829"/>
                  <a:pt x="4947" y="6365"/>
                </a:cubicBezTo>
                <a:lnTo>
                  <a:pt x="4569" y="7152"/>
                </a:lnTo>
                <a:lnTo>
                  <a:pt x="4159" y="6365"/>
                </a:lnTo>
                <a:cubicBezTo>
                  <a:pt x="4222" y="5829"/>
                  <a:pt x="3970" y="5230"/>
                  <a:pt x="3466" y="4978"/>
                </a:cubicBezTo>
                <a:cubicBezTo>
                  <a:pt x="3372" y="4978"/>
                  <a:pt x="3340" y="4947"/>
                  <a:pt x="3277" y="4915"/>
                </a:cubicBezTo>
                <a:cubicBezTo>
                  <a:pt x="3781" y="4884"/>
                  <a:pt x="4285" y="4726"/>
                  <a:pt x="4758" y="4474"/>
                </a:cubicBezTo>
                <a:cubicBezTo>
                  <a:pt x="5246" y="4230"/>
                  <a:pt x="5773" y="4137"/>
                  <a:pt x="6278" y="4137"/>
                </a:cubicBezTo>
                <a:close/>
                <a:moveTo>
                  <a:pt x="5388" y="7436"/>
                </a:moveTo>
                <a:cubicBezTo>
                  <a:pt x="5483" y="7499"/>
                  <a:pt x="5577" y="7593"/>
                  <a:pt x="5703" y="7656"/>
                </a:cubicBezTo>
                <a:cubicBezTo>
                  <a:pt x="6932" y="8255"/>
                  <a:pt x="7499" y="9610"/>
                  <a:pt x="7499" y="10933"/>
                </a:cubicBezTo>
                <a:lnTo>
                  <a:pt x="7499" y="11437"/>
                </a:lnTo>
                <a:lnTo>
                  <a:pt x="7467" y="11437"/>
                </a:lnTo>
                <a:lnTo>
                  <a:pt x="4853" y="9484"/>
                </a:lnTo>
                <a:cubicBezTo>
                  <a:pt x="4774" y="9421"/>
                  <a:pt x="4679" y="9389"/>
                  <a:pt x="4585" y="9389"/>
                </a:cubicBezTo>
                <a:cubicBezTo>
                  <a:pt x="4490" y="9389"/>
                  <a:pt x="4396" y="9421"/>
                  <a:pt x="4317" y="9484"/>
                </a:cubicBezTo>
                <a:lnTo>
                  <a:pt x="1702" y="11437"/>
                </a:lnTo>
                <a:lnTo>
                  <a:pt x="1702" y="10933"/>
                </a:lnTo>
                <a:cubicBezTo>
                  <a:pt x="1702" y="9547"/>
                  <a:pt x="2269" y="8255"/>
                  <a:pt x="3466" y="7656"/>
                </a:cubicBezTo>
                <a:cubicBezTo>
                  <a:pt x="3592" y="7625"/>
                  <a:pt x="3655" y="7530"/>
                  <a:pt x="3781" y="7436"/>
                </a:cubicBezTo>
                <a:lnTo>
                  <a:pt x="4222" y="8286"/>
                </a:lnTo>
                <a:cubicBezTo>
                  <a:pt x="4301" y="8444"/>
                  <a:pt x="4443" y="8523"/>
                  <a:pt x="4585" y="8523"/>
                </a:cubicBezTo>
                <a:cubicBezTo>
                  <a:pt x="4726" y="8523"/>
                  <a:pt x="4868" y="8444"/>
                  <a:pt x="4947" y="8286"/>
                </a:cubicBezTo>
                <a:lnTo>
                  <a:pt x="5388" y="7436"/>
                </a:lnTo>
                <a:close/>
                <a:moveTo>
                  <a:pt x="4600" y="10303"/>
                </a:moveTo>
                <a:lnTo>
                  <a:pt x="6711" y="11846"/>
                </a:lnTo>
                <a:lnTo>
                  <a:pt x="2521" y="11846"/>
                </a:lnTo>
                <a:lnTo>
                  <a:pt x="4600" y="10303"/>
                </a:lnTo>
                <a:close/>
                <a:moveTo>
                  <a:pt x="442" y="1"/>
                </a:moveTo>
                <a:cubicBezTo>
                  <a:pt x="190" y="1"/>
                  <a:pt x="1" y="190"/>
                  <a:pt x="1" y="410"/>
                </a:cubicBezTo>
                <a:cubicBezTo>
                  <a:pt x="1" y="662"/>
                  <a:pt x="190" y="851"/>
                  <a:pt x="442" y="851"/>
                </a:cubicBezTo>
                <a:lnTo>
                  <a:pt x="851" y="851"/>
                </a:lnTo>
                <a:lnTo>
                  <a:pt x="851" y="1765"/>
                </a:lnTo>
                <a:cubicBezTo>
                  <a:pt x="851" y="3466"/>
                  <a:pt x="1607" y="5041"/>
                  <a:pt x="3120" y="5766"/>
                </a:cubicBezTo>
                <a:cubicBezTo>
                  <a:pt x="3309" y="5860"/>
                  <a:pt x="3340" y="6144"/>
                  <a:pt x="3340" y="6365"/>
                </a:cubicBezTo>
                <a:cubicBezTo>
                  <a:pt x="3340" y="6396"/>
                  <a:pt x="3309" y="6491"/>
                  <a:pt x="3340" y="6522"/>
                </a:cubicBezTo>
                <a:cubicBezTo>
                  <a:pt x="3309" y="6680"/>
                  <a:pt x="3214" y="6869"/>
                  <a:pt x="3120" y="6932"/>
                </a:cubicBezTo>
                <a:cubicBezTo>
                  <a:pt x="1607" y="7656"/>
                  <a:pt x="851" y="9232"/>
                  <a:pt x="851" y="10933"/>
                </a:cubicBezTo>
                <a:lnTo>
                  <a:pt x="851" y="11846"/>
                </a:lnTo>
                <a:lnTo>
                  <a:pt x="442" y="11846"/>
                </a:lnTo>
                <a:cubicBezTo>
                  <a:pt x="190" y="11846"/>
                  <a:pt x="1" y="12035"/>
                  <a:pt x="1" y="12287"/>
                </a:cubicBezTo>
                <a:cubicBezTo>
                  <a:pt x="1" y="12508"/>
                  <a:pt x="190" y="12697"/>
                  <a:pt x="442" y="12697"/>
                </a:cubicBezTo>
                <a:lnTo>
                  <a:pt x="8696" y="12697"/>
                </a:lnTo>
                <a:cubicBezTo>
                  <a:pt x="8948" y="12697"/>
                  <a:pt x="9137" y="12508"/>
                  <a:pt x="9137" y="12287"/>
                </a:cubicBezTo>
                <a:cubicBezTo>
                  <a:pt x="9137" y="12035"/>
                  <a:pt x="8948" y="11846"/>
                  <a:pt x="8696" y="11846"/>
                </a:cubicBezTo>
                <a:lnTo>
                  <a:pt x="8255" y="11846"/>
                </a:lnTo>
                <a:lnTo>
                  <a:pt x="8255" y="10933"/>
                </a:lnTo>
                <a:cubicBezTo>
                  <a:pt x="8255" y="9232"/>
                  <a:pt x="7530" y="7656"/>
                  <a:pt x="6018" y="6932"/>
                </a:cubicBezTo>
                <a:cubicBezTo>
                  <a:pt x="5892" y="6837"/>
                  <a:pt x="5829" y="6680"/>
                  <a:pt x="5798" y="6522"/>
                </a:cubicBezTo>
                <a:lnTo>
                  <a:pt x="5798" y="6365"/>
                </a:lnTo>
                <a:cubicBezTo>
                  <a:pt x="5798" y="6144"/>
                  <a:pt x="5861" y="5860"/>
                  <a:pt x="6018" y="5766"/>
                </a:cubicBezTo>
                <a:cubicBezTo>
                  <a:pt x="7530" y="5041"/>
                  <a:pt x="8255" y="3435"/>
                  <a:pt x="8255" y="1765"/>
                </a:cubicBezTo>
                <a:lnTo>
                  <a:pt x="8255" y="851"/>
                </a:lnTo>
                <a:lnTo>
                  <a:pt x="8696" y="851"/>
                </a:lnTo>
                <a:cubicBezTo>
                  <a:pt x="8948" y="851"/>
                  <a:pt x="9137" y="662"/>
                  <a:pt x="9137" y="410"/>
                </a:cubicBezTo>
                <a:cubicBezTo>
                  <a:pt x="9137" y="190"/>
                  <a:pt x="8948" y="1"/>
                  <a:pt x="8696" y="1"/>
                </a:cubicBez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" name="Google Shape;6286;p50">
            <a:extLst>
              <a:ext uri="{FF2B5EF4-FFF2-40B4-BE49-F238E27FC236}">
                <a16:creationId xmlns:a16="http://schemas.microsoft.com/office/drawing/2014/main" id="{66F49E01-7E07-43D8-B411-BC4CF71E7F88}"/>
              </a:ext>
            </a:extLst>
          </p:cNvPr>
          <p:cNvGrpSpPr/>
          <p:nvPr/>
        </p:nvGrpSpPr>
        <p:grpSpPr>
          <a:xfrm>
            <a:off x="3929478" y="5719586"/>
            <a:ext cx="408345" cy="408345"/>
            <a:chOff x="-30064925" y="2332550"/>
            <a:chExt cx="291425" cy="291425"/>
          </a:xfrm>
          <a:solidFill>
            <a:srgbClr val="1A4B9F"/>
          </a:solidFill>
        </p:grpSpPr>
        <p:sp>
          <p:nvSpPr>
            <p:cNvPr id="173" name="Google Shape;6287;p50">
              <a:extLst>
                <a:ext uri="{FF2B5EF4-FFF2-40B4-BE49-F238E27FC236}">
                  <a16:creationId xmlns:a16="http://schemas.microsoft.com/office/drawing/2014/main" id="{41053031-A625-43EE-A660-3A71896FE412}"/>
                </a:ext>
              </a:extLst>
            </p:cNvPr>
            <p:cNvSpPr/>
            <p:nvPr/>
          </p:nvSpPr>
          <p:spPr>
            <a:xfrm>
              <a:off x="-30064925" y="2332550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5829" y="662"/>
                  </a:moveTo>
                  <a:cubicBezTo>
                    <a:pt x="8664" y="662"/>
                    <a:pt x="10995" y="2993"/>
                    <a:pt x="10995" y="5828"/>
                  </a:cubicBezTo>
                  <a:cubicBezTo>
                    <a:pt x="10995" y="8695"/>
                    <a:pt x="8664" y="10995"/>
                    <a:pt x="5829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62"/>
                    <a:pt x="5829" y="662"/>
                  </a:cubicBezTo>
                  <a:close/>
                  <a:moveTo>
                    <a:pt x="5829" y="0"/>
                  </a:moveTo>
                  <a:cubicBezTo>
                    <a:pt x="2615" y="0"/>
                    <a:pt x="0" y="2615"/>
                    <a:pt x="0" y="5828"/>
                  </a:cubicBezTo>
                  <a:cubicBezTo>
                    <a:pt x="0" y="9042"/>
                    <a:pt x="2647" y="11657"/>
                    <a:pt x="5829" y="11657"/>
                  </a:cubicBezTo>
                  <a:cubicBezTo>
                    <a:pt x="9074" y="11657"/>
                    <a:pt x="11657" y="9010"/>
                    <a:pt x="11657" y="5828"/>
                  </a:cubicBezTo>
                  <a:cubicBezTo>
                    <a:pt x="11657" y="2646"/>
                    <a:pt x="9074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6288;p50">
              <a:extLst>
                <a:ext uri="{FF2B5EF4-FFF2-40B4-BE49-F238E27FC236}">
                  <a16:creationId xmlns:a16="http://schemas.microsoft.com/office/drawing/2014/main" id="{F5A7C70E-EB21-40C6-83DC-009FBB92FA03}"/>
                </a:ext>
              </a:extLst>
            </p:cNvPr>
            <p:cNvSpPr/>
            <p:nvPr/>
          </p:nvSpPr>
          <p:spPr>
            <a:xfrm>
              <a:off x="-29944425" y="23845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40"/>
                  </a:cubicBezTo>
                  <a:cubicBezTo>
                    <a:pt x="1355" y="1229"/>
                    <a:pt x="1198" y="1387"/>
                    <a:pt x="1009" y="1387"/>
                  </a:cubicBezTo>
                  <a:cubicBezTo>
                    <a:pt x="820" y="1387"/>
                    <a:pt x="662" y="1229"/>
                    <a:pt x="662" y="1040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607" y="0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6289;p50">
              <a:extLst>
                <a:ext uri="{FF2B5EF4-FFF2-40B4-BE49-F238E27FC236}">
                  <a16:creationId xmlns:a16="http://schemas.microsoft.com/office/drawing/2014/main" id="{D9B2547E-1D31-4B59-9D19-6660B13DD994}"/>
                </a:ext>
              </a:extLst>
            </p:cNvPr>
            <p:cNvSpPr/>
            <p:nvPr/>
          </p:nvSpPr>
          <p:spPr>
            <a:xfrm>
              <a:off x="-29944425" y="2452250"/>
              <a:ext cx="51225" cy="119750"/>
            </a:xfrm>
            <a:custGeom>
              <a:avLst/>
              <a:gdLst/>
              <a:ahLst/>
              <a:cxnLst/>
              <a:rect l="l" t="t" r="r" b="b"/>
              <a:pathLst>
                <a:path w="2049" h="4790" extrusionOk="0">
                  <a:moveTo>
                    <a:pt x="1009" y="725"/>
                  </a:moveTo>
                  <a:cubicBezTo>
                    <a:pt x="1198" y="725"/>
                    <a:pt x="1355" y="883"/>
                    <a:pt x="1355" y="1072"/>
                  </a:cubicBezTo>
                  <a:lnTo>
                    <a:pt x="1355" y="3781"/>
                  </a:lnTo>
                  <a:cubicBezTo>
                    <a:pt x="1355" y="4002"/>
                    <a:pt x="1198" y="4159"/>
                    <a:pt x="1009" y="4159"/>
                  </a:cubicBezTo>
                  <a:cubicBezTo>
                    <a:pt x="820" y="4159"/>
                    <a:pt x="662" y="4002"/>
                    <a:pt x="662" y="3781"/>
                  </a:cubicBezTo>
                  <a:lnTo>
                    <a:pt x="662" y="1072"/>
                  </a:lnTo>
                  <a:cubicBezTo>
                    <a:pt x="662" y="883"/>
                    <a:pt x="820" y="725"/>
                    <a:pt x="1009" y="725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3750"/>
                  </a:lnTo>
                  <a:cubicBezTo>
                    <a:pt x="0" y="4317"/>
                    <a:pt x="473" y="4790"/>
                    <a:pt x="1009" y="4790"/>
                  </a:cubicBezTo>
                  <a:cubicBezTo>
                    <a:pt x="1576" y="4790"/>
                    <a:pt x="2048" y="4317"/>
                    <a:pt x="2048" y="3750"/>
                  </a:cubicBezTo>
                  <a:lnTo>
                    <a:pt x="2048" y="1040"/>
                  </a:lnTo>
                  <a:cubicBezTo>
                    <a:pt x="2048" y="473"/>
                    <a:pt x="1607" y="1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6" name="Gráfico 175">
            <a:extLst>
              <a:ext uri="{FF2B5EF4-FFF2-40B4-BE49-F238E27FC236}">
                <a16:creationId xmlns:a16="http://schemas.microsoft.com/office/drawing/2014/main" id="{1C3038A9-9434-4CF9-BD66-7D3039EDFEF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863523" y="5043190"/>
            <a:ext cx="333375" cy="333375"/>
          </a:xfrm>
          <a:prstGeom prst="rect">
            <a:avLst/>
          </a:prstGeom>
        </p:spPr>
      </p:pic>
      <p:pic>
        <p:nvPicPr>
          <p:cNvPr id="178" name="Gráfico 177">
            <a:extLst>
              <a:ext uri="{FF2B5EF4-FFF2-40B4-BE49-F238E27FC236}">
                <a16:creationId xmlns:a16="http://schemas.microsoft.com/office/drawing/2014/main" id="{B77E5CDD-409D-4378-876B-D750AC5598D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722135" y="5064238"/>
            <a:ext cx="291279" cy="291279"/>
          </a:xfrm>
          <a:prstGeom prst="rect">
            <a:avLst/>
          </a:prstGeom>
        </p:spPr>
      </p:pic>
      <p:pic>
        <p:nvPicPr>
          <p:cNvPr id="179" name="Gráfico 178">
            <a:extLst>
              <a:ext uri="{FF2B5EF4-FFF2-40B4-BE49-F238E27FC236}">
                <a16:creationId xmlns:a16="http://schemas.microsoft.com/office/drawing/2014/main" id="{A2BC78E2-3DF7-4906-83F3-8C1690FCB4B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548078" y="5007146"/>
            <a:ext cx="219626" cy="40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00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761F1E48-BF8B-4802-8275-E1F6C72860D9}"/>
              </a:ext>
            </a:extLst>
          </p:cNvPr>
          <p:cNvSpPr txBox="1"/>
          <p:nvPr/>
        </p:nvSpPr>
        <p:spPr>
          <a:xfrm>
            <a:off x="1096828" y="2570296"/>
            <a:ext cx="74240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Fontes: Tamanho máximo: 38 pontos | Tamanho mínimo: 10 pontos</a:t>
            </a:r>
          </a:p>
          <a:p>
            <a:endParaRPr lang="pt-BR" sz="1400" dirty="0">
              <a:solidFill>
                <a:srgbClr val="1A4B9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 Coloque informações ´perto da marca Sistema </a:t>
            </a:r>
            <a:r>
              <a:rPr lang="pt-BR" sz="1400" dirty="0" err="1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Fiergs</a:t>
            </a:r>
            <a:endParaRPr lang="pt-BR" sz="1400" dirty="0">
              <a:solidFill>
                <a:srgbClr val="1A4B9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1A4B9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Usar </a:t>
            </a:r>
            <a:r>
              <a:rPr lang="pt-BR" sz="1400" dirty="0">
                <a:solidFill>
                  <a:srgbClr val="1A4B9F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Arial Black</a:t>
            </a:r>
            <a:r>
              <a:rPr lang="pt-BR" sz="1400" dirty="0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títulos, Arial para textos e </a:t>
            </a:r>
            <a:r>
              <a:rPr lang="pt-BR" sz="1400" b="1" dirty="0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Arial em negrito</a:t>
            </a:r>
            <a:r>
              <a:rPr lang="pt-BR" sz="1400" dirty="0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destaques.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rgbClr val="1A4B9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1A4B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Utilizar, apenas, as cores que foram disponibilizadas neste arquivo.</a:t>
            </a:r>
            <a:endParaRPr lang="pt-BR" sz="1400" b="1" dirty="0">
              <a:solidFill>
                <a:srgbClr val="12005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20D41C9-C4C2-46C5-9FEC-FF558D297245}"/>
              </a:ext>
            </a:extLst>
          </p:cNvPr>
          <p:cNvSpPr txBox="1"/>
          <p:nvPr/>
        </p:nvSpPr>
        <p:spPr>
          <a:xfrm>
            <a:off x="1263880" y="2026317"/>
            <a:ext cx="3132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>
                <a:solidFill>
                  <a:srgbClr val="0091D6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/>
              <a:t>Recomendações gerais</a:t>
            </a:r>
          </a:p>
        </p:txBody>
      </p:sp>
    </p:spTree>
    <p:extLst>
      <p:ext uri="{BB962C8B-B14F-4D97-AF65-F5344CB8AC3E}">
        <p14:creationId xmlns:p14="http://schemas.microsoft.com/office/powerpoint/2010/main" val="531496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77887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241300" sx="102000" sy="102000" algn="ctr" rotWithShape="0">
            <a:schemeClr val="bg2">
              <a:lumMod val="10000"/>
              <a:alpha val="28000"/>
            </a:scheme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0C955AA84A9E48918838D466B206FD" ma:contentTypeVersion="13" ma:contentTypeDescription="Crie um novo documento." ma:contentTypeScope="" ma:versionID="29ff294d3ce2f8d2cb74ffa5e9d3bd0b">
  <xsd:schema xmlns:xsd="http://www.w3.org/2001/XMLSchema" xmlns:xs="http://www.w3.org/2001/XMLSchema" xmlns:p="http://schemas.microsoft.com/office/2006/metadata/properties" xmlns:ns2="5fe0c5fd-996e-49b2-9566-713bc3181d08" xmlns:ns3="34297d70-5202-4083-ad91-f3ff2316a398" targetNamespace="http://schemas.microsoft.com/office/2006/metadata/properties" ma:root="true" ma:fieldsID="27e33a59b6a03a7f0eb56fa6a447ca0c" ns2:_="" ns3:_="">
    <xsd:import namespace="5fe0c5fd-996e-49b2-9566-713bc3181d08"/>
    <xsd:import namespace="34297d70-5202-4083-ad91-f3ff2316a3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0c5fd-996e-49b2-9566-713bc3181d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ffda5025-0764-4a31-aac0-71319eaca9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297d70-5202-4083-ad91-f3ff2316a39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bd15697-533b-4576-babc-0de2c0a71101}" ma:internalName="TaxCatchAll" ma:showField="CatchAllData" ma:web="34297d70-5202-4083-ad91-f3ff2316a3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297d70-5202-4083-ad91-f3ff2316a398" xsi:nil="true"/>
    <lcf76f155ced4ddcb4097134ff3c332f xmlns="5fe0c5fd-996e-49b2-9566-713bc3181d0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83047F0-BBA6-4AE1-868C-9775BDE597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35C863-61DE-4995-B8C7-51D9A571AF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e0c5fd-996e-49b2-9566-713bc3181d08"/>
    <ds:schemaRef ds:uri="34297d70-5202-4083-ad91-f3ff2316a3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E74420-E093-4109-A3B0-206C20A2B7F4}">
  <ds:schemaRefs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34297d70-5202-4083-ad91-f3ff2316a398"/>
    <ds:schemaRef ds:uri="5fe0c5fd-996e-49b2-9566-713bc3181d0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514</Words>
  <Application>Microsoft Office PowerPoint</Application>
  <PresentationFormat>Widescreen</PresentationFormat>
  <Paragraphs>73</Paragraphs>
  <Slides>19</Slides>
  <Notes>0</Notes>
  <HiddenSlides>2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Sistema Fiergs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 Martins da Rosa</dc:creator>
  <cp:lastModifiedBy>Andrio Dos Santos Pinto</cp:lastModifiedBy>
  <cp:revision>17</cp:revision>
  <dcterms:created xsi:type="dcterms:W3CDTF">2024-09-04T17:33:02Z</dcterms:created>
  <dcterms:modified xsi:type="dcterms:W3CDTF">2026-06-25T17:05:51Z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0x0101009B0C955AA84A9E48918838D466B206FD</vt:lpwstr>
  </property>
  <property fmtid="{D5CDD505-2E9C-101B-9397-08002B2CF9AE}" pid="3" name="MediaServiceImageTags">
    <vt:lpwstr/>
  </property>
</Properties>
</file>