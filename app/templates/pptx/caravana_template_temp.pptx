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7"/>
  </p:notesMasterIdLst>
  <p:sldIdLst>
    <p:sldId id="2076137120" r:id="rId5"/>
    <p:sldId id="2076137134" r:id="rId6"/>
  </p:sldIdLst>
  <p:sldSz cx="18288000" cy="10287000"/>
  <p:notesSz cx="6858000" cy="9144000"/>
  <p:embeddedFontLst>
    <p:embeddedFont>
      <p:font typeface="Poppins" pitchFamily="2" charset="77"/>
      <p:regular r:id="rId8"/>
      <p:bold r:id="rId9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0F17009-2E61-D279-707F-66B8DEF4EB04}" name="Isabel Helena Hartmann" initials="IH" userId="S::isabel.helena@senairs.org.br::61779118-2214-4645-87d1-a194fd0d2758" providerId="AD"/>
  <p188:author id="{5AA83E2D-7112-DE88-F47E-3F3B198FAFB4}" name="Andrio Dos Santos Pinto" initials="ADSP" userId="S::andrio.pinto@senairs.org.br::fea311f5-3fa9-4759-99de-8af6fc4bf09a" providerId="AD"/>
  <p188:author id="{9F35076A-3146-4ABE-F9B3-39022AD3CB41}" name="Gilberto Garcia Torman Junior" initials="GJ" userId="S::gilberto.torman@senairs.org.br::5ac36572-ca37-444b-b8d4-38eb447cbf5f" providerId="AD"/>
  <p188:author id="{8653FD71-DA9D-7886-683A-544C36FE69DB}" name="Rogerio da Silva Basso" initials="RB" userId="S::rogerio.basso@senairs.org.br::21a11e8a-bae2-4734-aa18-6fcd6a76298e" providerId="AD"/>
  <p188:author id="{D6E70AA3-2E6F-DCAE-D6AC-33BF9030D361}" name="Andrineia Callegaro Collar" initials="AC" userId="S::andrineia.collar@senairs.org.br::b4c77bf8-38bb-4d85-9776-d3718b50f1e4" providerId="AD"/>
  <p188:author id="{38B59FBA-1E5E-DEEC-E863-37F04137FA5C}" name="Elizabete Maria Caregnatto Noschang" initials="EN" userId="S::elizabete.noschang@senairs.org.br::18e4d0a7-1a8e-4fcd-a4b9-75fdaca49652" providerId="AD"/>
  <p188:author id="{9EEC10BC-CF9E-6784-805B-07B34516F2C1}" name="Rubens Alexandre da Cunha Dorneles" initials="RD" userId="S::rubens.dorneles@senairs.org.br::5c840d4d-45f0-41ba-a4f7-945d97b9661c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lizabete M. Caregnatto Noschang" initials="EMCN" lastIdx="1" clrIdx="0">
    <p:extLst>
      <p:ext uri="{19B8F6BF-5375-455C-9EA6-DF929625EA0E}">
        <p15:presenceInfo xmlns:p15="http://schemas.microsoft.com/office/powerpoint/2012/main" userId="S::elizabete.noschang@senairs.org.br::18e4d0a7-1a8e-4fcd-a4b9-75fdaca4965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F0BBF4-D25A-9D8B-39A1-E07B5644CCE8}" v="7" dt="2026-07-28T13:23:31.7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58"/>
  </p:normalViewPr>
  <p:slideViewPr>
    <p:cSldViewPr snapToGrid="0">
      <p:cViewPr varScale="1">
        <p:scale>
          <a:sx n="60" d="100"/>
          <a:sy n="60" d="100"/>
        </p:scale>
        <p:origin x="1424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FF99C8-281B-4650-BF5B-2AE4D4FFB55A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E75D61-A881-4F8B-A3DC-06F3F6049A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6560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446F7-757E-40CD-A22F-408A41989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409394-62A6-4F89-8A3B-4DD142D39622}" type="datetimeFigureOut">
              <a:rPr lang="en-US"/>
              <a:pPr>
                <a:defRPr/>
              </a:pPr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BFAE1-E30B-4202-9F76-B086564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F92D1-ADE7-47AD-92C5-00841BC9C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6BC349-FDB7-4232-823D-1E1CE693E2C8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287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DDAC7-CF90-469B-A7FD-72756B879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5A8568-AC3C-4C4B-B95A-36C43977C703}" type="datetimeFigureOut">
              <a:rPr lang="en-US"/>
              <a:pPr>
                <a:defRPr/>
              </a:pPr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62A7E-53AB-4BDE-B1FF-DF8CDB68B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BCB9C-9DCF-4408-AAEA-8759901A0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0EF2EE-C0F5-4373-A3CB-9BE8FC9E5012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362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C8161-603E-4057-8B80-CC0B841DF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FCC0DE-4E54-4708-AB5F-841C66A4EECE}" type="datetimeFigureOut">
              <a:rPr lang="en-US"/>
              <a:pPr>
                <a:defRPr/>
              </a:pPr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C8A61-1E2D-4BF2-911F-D3E019A5D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2BBC4-73A6-4B9E-9DCC-B2A73A9AF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E445FE-1DF5-4F7A-81EF-BE39E8468301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586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4304E19-26B1-434F-9FB6-374FDB95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F606B1-3ADC-4473-8E4A-2EE34800DF43}" type="datetimeFigureOut">
              <a:rPr lang="en-US"/>
              <a:pPr>
                <a:defRPr/>
              </a:pPr>
              <a:t>8/2/26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BE4FC16-E5DA-4E26-81DE-CD0E54BC1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1CB6E6-B070-4E1E-936B-966A0FBB9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EA1709-D2EA-406C-89FD-E0A6B7FC6F75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066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FB81FF9-4FA5-4FA5-B6C9-707233448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94C2EE-8C52-4408-AE66-7813F8AE9C52}" type="datetimeFigureOut">
              <a:rPr lang="en-US"/>
              <a:pPr>
                <a:defRPr/>
              </a:pPr>
              <a:t>8/2/26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6D985AF-202F-4ECC-A946-C88F18385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255F057-14EA-4907-936D-0563959C0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4FA09D-9237-4AC7-9998-1F41439E60F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799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04AFCFB-5756-47FD-88B3-C514CE77D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F296D4-2140-4933-B02D-6BC9F2BE0F68}" type="datetimeFigureOut">
              <a:rPr lang="en-US"/>
              <a:pPr>
                <a:defRPr/>
              </a:pPr>
              <a:t>8/2/26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FF8B234-58DF-4AA7-9241-F2F5313E2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7E8E9A7-DE05-4D82-A89E-EFEE650AD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3D459C-6074-454B-B5DB-09E9232E91A4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01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648875D-684F-4F01-8144-3CF10B93D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20323-56C2-455E-955A-5B0449712002}" type="datetimeFigureOut">
              <a:rPr lang="en-US"/>
              <a:pPr>
                <a:defRPr/>
              </a:pPr>
              <a:t>8/2/26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D1127EC-19DC-4551-B3D6-729B17495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A291CBE-B334-4E5F-A885-2AD2FBEE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9608C2-B7D3-4615-9B35-5E741968CD68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548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CAC23D3-5F0D-4CC7-BAFF-F164F36F5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747CFA-97E8-445A-99EB-AE2C70E5A07C}" type="datetimeFigureOut">
              <a:rPr lang="en-US"/>
              <a:pPr>
                <a:defRPr/>
              </a:pPr>
              <a:t>8/2/26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F8D308F-2CA2-471F-B99F-0190E2D33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F4E8C73-BFEF-43CF-A08F-E06597F16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2EC68F-6CDB-4BFD-844C-F8F156430320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35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t-BR" noProof="0"/>
              <a:t>Clique no ícone para adicionar uma imagem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F6114B7-7994-47A8-9E81-3478D21A9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4B3B83-CF65-410C-8C3A-70BF48FE7488}" type="datetimeFigureOut">
              <a:rPr lang="en-US"/>
              <a:pPr>
                <a:defRPr/>
              </a:pPr>
              <a:t>8/2/26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68C14A7-7276-46EE-B5F7-E8171A42B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C95BD3E-0ABF-4C38-A613-2EF7DB773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92D036-8F33-47CF-B3E4-B2DD6B5C53E4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594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8501E-0005-400A-8AB8-BB3C693E5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117B8E-BA63-424A-A13F-2CD7C71CB757}" type="datetimeFigureOut">
              <a:rPr lang="en-US"/>
              <a:pPr>
                <a:defRPr/>
              </a:pPr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21F8B-FEAD-4365-B37B-03DEBD01C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36010-9978-47ED-86C0-10EC59745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1E0B45-4471-4364-8D8A-0C419CF59266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572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9FD2D-E6EF-4FF5-AE6D-7E6D43103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003088-26B2-4DAC-9535-1A30A3150F31}" type="datetimeFigureOut">
              <a:rPr lang="en-US"/>
              <a:pPr>
                <a:defRPr/>
              </a:pPr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5FB65-88B4-4B7F-B0B4-34C6022FA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008B8-2828-4967-AC74-DB59AC6FA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1B8679-1C82-4970-ADF4-D719857D32E0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703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6FD6A2A7-DA81-4793-A87D-3F15FA994E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  <a:endParaRPr lang="en-US" altLang="pt-BR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649A8016-8242-4B19-B9CB-13900EAD26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  <a:endParaRPr lang="en-US" alt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0E424-128D-4371-9BC8-A345116984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90952EF-D337-487B-A129-9781F05A7EC5}" type="datetimeFigureOut">
              <a:rPr lang="en-US"/>
              <a:pPr>
                <a:defRPr/>
              </a:pPr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6FDA6-EC2F-4E12-A0F9-9046DF1FE0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59F00-B67F-429A-AEAB-49838944B6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7977F7DB-237D-4CB3-960D-C7BE83ACB44C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  <p:txBody>
          <a:bodyPr lIns="91440" tIns="45720" rIns="91440" bIns="45720" anchor="t"/>
          <a:lstStyle/>
          <a:p>
            <a:endParaRPr lang="pt-BR">
              <a:ea typeface="Calibri"/>
              <a:cs typeface="Calibri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4752074" y="8226043"/>
            <a:ext cx="2507226" cy="1032257"/>
          </a:xfrm>
          <a:custGeom>
            <a:avLst/>
            <a:gdLst/>
            <a:ahLst/>
            <a:cxnLst/>
            <a:rect l="l" t="t" r="r" b="b"/>
            <a:pathLst>
              <a:path w="2507226" h="1032257">
                <a:moveTo>
                  <a:pt x="0" y="0"/>
                </a:moveTo>
                <a:lnTo>
                  <a:pt x="2507226" y="0"/>
                </a:lnTo>
                <a:lnTo>
                  <a:pt x="2507226" y="1032257"/>
                </a:lnTo>
                <a:lnTo>
                  <a:pt x="0" y="1032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9002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7604804" y="7014021"/>
            <a:ext cx="819809" cy="819809"/>
          </a:xfrm>
          <a:custGeom>
            <a:avLst/>
            <a:gdLst/>
            <a:ahLst/>
            <a:cxnLst/>
            <a:rect l="l" t="t" r="r" b="b"/>
            <a:pathLst>
              <a:path w="819809" h="819809">
                <a:moveTo>
                  <a:pt x="0" y="0"/>
                </a:moveTo>
                <a:lnTo>
                  <a:pt x="819809" y="0"/>
                </a:lnTo>
                <a:lnTo>
                  <a:pt x="819809" y="819809"/>
                </a:lnTo>
                <a:lnTo>
                  <a:pt x="0" y="8198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1028700" y="7014021"/>
            <a:ext cx="6180102" cy="541891"/>
          </a:xfrm>
          <a:custGeom>
            <a:avLst/>
            <a:gdLst/>
            <a:ahLst/>
            <a:cxnLst/>
            <a:rect l="l" t="t" r="r" b="b"/>
            <a:pathLst>
              <a:path w="6180102" h="541891">
                <a:moveTo>
                  <a:pt x="0" y="0"/>
                </a:moveTo>
                <a:lnTo>
                  <a:pt x="6180102" y="0"/>
                </a:lnTo>
                <a:lnTo>
                  <a:pt x="6180102" y="541891"/>
                </a:lnTo>
                <a:lnTo>
                  <a:pt x="0" y="5418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TextBox 7"/>
          <p:cNvSpPr txBox="1"/>
          <p:nvPr/>
        </p:nvSpPr>
        <p:spPr>
          <a:xfrm>
            <a:off x="1028700" y="3127255"/>
            <a:ext cx="14180538" cy="1346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38"/>
              </a:lnSpc>
            </a:pPr>
            <a:r>
              <a:rPr lang="en-US" sz="9758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CARAVANA SENAI 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73AC601F-1DE5-4151-973A-158425AC5128}"/>
              </a:ext>
            </a:extLst>
          </p:cNvPr>
          <p:cNvSpPr txBox="1"/>
          <p:nvPr/>
        </p:nvSpPr>
        <p:spPr>
          <a:xfrm>
            <a:off x="924440" y="8095565"/>
            <a:ext cx="16334860" cy="2704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9"/>
              </a:lnSpc>
            </a:pPr>
            <a:r>
              <a:rPr lang="en-US" sz="28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GEPROS - GERÊNCIA DE EDUCAÇÃO PROFISSIONAL E SUPERIOR</a:t>
            </a:r>
          </a:p>
          <a:p>
            <a:pPr algn="l">
              <a:lnSpc>
                <a:spcPts val="7429"/>
              </a:lnSpc>
            </a:pPr>
            <a:endParaRPr lang="en-US" sz="280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7429"/>
              </a:lnSpc>
            </a:pPr>
            <a:endParaRPr lang="en-US" sz="280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9538BFED-5CF2-4A64-B561-3C2078BA68C6}"/>
              </a:ext>
            </a:extLst>
          </p:cNvPr>
          <p:cNvSpPr txBox="1"/>
          <p:nvPr/>
        </p:nvSpPr>
        <p:spPr>
          <a:xfrm>
            <a:off x="814786" y="5518935"/>
            <a:ext cx="14180538" cy="1233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38"/>
              </a:lnSpc>
            </a:pPr>
            <a:r>
              <a:rPr lang="en-US" sz="66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METROPOLITANA</a:t>
            </a:r>
          </a:p>
        </p:txBody>
      </p:sp>
    </p:spTree>
    <p:extLst>
      <p:ext uri="{BB962C8B-B14F-4D97-AF65-F5344CB8AC3E}">
        <p14:creationId xmlns:p14="http://schemas.microsoft.com/office/powerpoint/2010/main" val="2992731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r="-6250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4752074" y="8226043"/>
            <a:ext cx="2507226" cy="1032257"/>
          </a:xfrm>
          <a:custGeom>
            <a:avLst/>
            <a:gdLst/>
            <a:ahLst/>
            <a:cxnLst/>
            <a:rect l="l" t="t" r="r" b="b"/>
            <a:pathLst>
              <a:path w="2507226" h="1032257">
                <a:moveTo>
                  <a:pt x="0" y="0"/>
                </a:moveTo>
                <a:lnTo>
                  <a:pt x="2507226" y="0"/>
                </a:lnTo>
                <a:lnTo>
                  <a:pt x="2507226" y="1032257"/>
                </a:lnTo>
                <a:lnTo>
                  <a:pt x="0" y="1032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9002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1028700" y="3998239"/>
            <a:ext cx="12229529" cy="136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38"/>
              </a:lnSpc>
            </a:pPr>
            <a:r>
              <a:rPr lang="en-US" sz="9758" b="1">
                <a:solidFill>
                  <a:srgbClr val="FFFFFF"/>
                </a:solidFill>
                <a:latin typeface="Poppins" panose="00000500000000000000" pitchFamily="2" charset="0"/>
                <a:ea typeface="Garet Bold"/>
                <a:cs typeface="Poppins" panose="00000500000000000000" pitchFamily="2" charset="0"/>
                <a:sym typeface="Garet Bold"/>
              </a:rPr>
              <a:t>OBRIGADO!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43926" y="5724430"/>
            <a:ext cx="11002179" cy="268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SENAIRSOFICIAL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43926" y="6426894"/>
            <a:ext cx="11002179" cy="268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SENAIRSOFICIAL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43926" y="7103741"/>
            <a:ext cx="11002179" cy="268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SENAIRS</a:t>
            </a:r>
          </a:p>
        </p:txBody>
      </p:sp>
      <p:sp>
        <p:nvSpPr>
          <p:cNvPr id="9" name="Freeform 9"/>
          <p:cNvSpPr/>
          <p:nvPr/>
        </p:nvSpPr>
        <p:spPr>
          <a:xfrm>
            <a:off x="1164664" y="5600184"/>
            <a:ext cx="490305" cy="488522"/>
          </a:xfrm>
          <a:custGeom>
            <a:avLst/>
            <a:gdLst/>
            <a:ahLst/>
            <a:cxnLst/>
            <a:rect l="l" t="t" r="r" b="b"/>
            <a:pathLst>
              <a:path w="490305" h="488522">
                <a:moveTo>
                  <a:pt x="0" y="0"/>
                </a:moveTo>
                <a:lnTo>
                  <a:pt x="490305" y="0"/>
                </a:lnTo>
                <a:lnTo>
                  <a:pt x="490305" y="488522"/>
                </a:lnTo>
                <a:lnTo>
                  <a:pt x="0" y="4885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0" name="Freeform 10"/>
          <p:cNvSpPr/>
          <p:nvPr/>
        </p:nvSpPr>
        <p:spPr>
          <a:xfrm>
            <a:off x="1168365" y="6305458"/>
            <a:ext cx="482903" cy="482903"/>
          </a:xfrm>
          <a:custGeom>
            <a:avLst/>
            <a:gdLst/>
            <a:ahLst/>
            <a:cxnLst/>
            <a:rect l="l" t="t" r="r" b="b"/>
            <a:pathLst>
              <a:path w="482903" h="482903">
                <a:moveTo>
                  <a:pt x="0" y="0"/>
                </a:moveTo>
                <a:lnTo>
                  <a:pt x="482903" y="0"/>
                </a:lnTo>
                <a:lnTo>
                  <a:pt x="482903" y="482903"/>
                </a:lnTo>
                <a:lnTo>
                  <a:pt x="0" y="4829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>
          <a:xfrm>
            <a:off x="1153412" y="7005113"/>
            <a:ext cx="512808" cy="437285"/>
          </a:xfrm>
          <a:custGeom>
            <a:avLst/>
            <a:gdLst/>
            <a:ahLst/>
            <a:cxnLst/>
            <a:rect l="l" t="t" r="r" b="b"/>
            <a:pathLst>
              <a:path w="512808" h="437285">
                <a:moveTo>
                  <a:pt x="0" y="0"/>
                </a:moveTo>
                <a:lnTo>
                  <a:pt x="512808" y="0"/>
                </a:lnTo>
                <a:lnTo>
                  <a:pt x="512808" y="437285"/>
                </a:lnTo>
                <a:lnTo>
                  <a:pt x="0" y="4372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42700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união CP 18062025" id="{22E56842-C659-43BD-8B9E-7456882D5635}" vid="{84D477E3-5878-466B-98FA-F391E660A9A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1cecd06-0ef4-4fc5-a460-282130716b0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317B93AE53270458AA2EC9C2E7A940E" ma:contentTypeVersion="19" ma:contentTypeDescription="Crie um novo documento." ma:contentTypeScope="" ma:versionID="9e253c2da6fea352a918c65a73cd7946">
  <xsd:schema xmlns:xsd="http://www.w3.org/2001/XMLSchema" xmlns:xs="http://www.w3.org/2001/XMLSchema" xmlns:p="http://schemas.microsoft.com/office/2006/metadata/properties" xmlns:ns3="e879e554-e5ae-4bf6-9fd0-89280f587bd5" xmlns:ns4="31cecd06-0ef4-4fc5-a460-282130716b05" targetNamespace="http://schemas.microsoft.com/office/2006/metadata/properties" ma:root="true" ma:fieldsID="a1448cf01bf78fb98f0298715502af04" ns3:_="" ns4:_="">
    <xsd:import namespace="e879e554-e5ae-4bf6-9fd0-89280f587bd5"/>
    <xsd:import namespace="31cecd06-0ef4-4fc5-a460-282130716b05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_activity" minOccurs="0"/>
                <xsd:element ref="ns4:MediaServiceObjectDetectorVersions" minOccurs="0"/>
                <xsd:element ref="ns4:MediaLengthInSeconds" minOccurs="0"/>
                <xsd:element ref="ns4:MediaServiceSystemTags" minOccurs="0"/>
                <xsd:element ref="ns4:MediaServiceSearchProperties" minOccurs="0"/>
                <xsd:element ref="ns4:MediaServiceLocation" minOccurs="0"/>
                <xsd:element ref="ns4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79e554-e5ae-4bf6-9fd0-89280f587bd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cecd06-0ef4-4fc5-a460-282130716b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D929B9-6E77-4E96-B87A-4568041CAD1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B07ABF1-3E0F-43A9-8983-3980FB5D8B95}">
  <ds:schemaRefs>
    <ds:schemaRef ds:uri="31cecd06-0ef4-4fc5-a460-282130716b05"/>
    <ds:schemaRef ds:uri="e879e554-e5ae-4bf6-9fd0-89280f587bd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3A49646-D2E4-481A-86F0-4B236B293F80}">
  <ds:schemaRefs>
    <ds:schemaRef ds:uri="31cecd06-0ef4-4fc5-a460-282130716b05"/>
    <ds:schemaRef ds:uri="e879e554-e5ae-4bf6-9fd0-89280f587bd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Reunião CP 18062025</Template>
  <TotalTime>0</TotalTime>
  <Words>16</Words>
  <Application>Microsoft Macintosh PowerPoint</Application>
  <PresentationFormat>Personalizar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8" baseType="lpstr">
      <vt:lpstr>Poppins</vt:lpstr>
      <vt:lpstr>Arial</vt:lpstr>
      <vt:lpstr>Garet</vt:lpstr>
      <vt:lpstr>Calibri</vt:lpstr>
      <vt:lpstr>Garet Bold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Elizabete M. Caregnatto Noschang</dc:creator>
  <cp:lastModifiedBy>Andrio Dos Santos Pinto</cp:lastModifiedBy>
  <cp:revision>4</cp:revision>
  <dcterms:created xsi:type="dcterms:W3CDTF">2025-10-29T13:51:16Z</dcterms:created>
  <dcterms:modified xsi:type="dcterms:W3CDTF">2026-08-02T18:28:52Z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0x0101003317B93AE53270458AA2EC9C2E7A940E</vt:lpwstr>
  </property>
  <property fmtid="{D5CDD505-2E9C-101B-9397-08002B2CF9AE}" pid="3" name="MediaServiceImageTags">
    <vt:lpwstr/>
  </property>
</Properties>
</file>